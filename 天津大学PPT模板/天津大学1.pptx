
<file path=[Content_Types].xml><?xml version="1.0" encoding="utf-8"?>
<Types xmlns="http://schemas.openxmlformats.org/package/2006/content-types">
  <Default Extension="jpeg" ContentType="image/jpeg"/>
  <Default Extension="xlsx" ContentType="application/vnd.openxmlformats-officedocument.spreadsheetml.sheet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286" r:id="rId3"/>
    <p:sldId id="261" r:id="rId5"/>
    <p:sldId id="273" r:id="rId6"/>
    <p:sldId id="258" r:id="rId7"/>
    <p:sldId id="266" r:id="rId8"/>
    <p:sldId id="263" r:id="rId9"/>
    <p:sldId id="262" r:id="rId10"/>
    <p:sldId id="264" r:id="rId11"/>
    <p:sldId id="288" r:id="rId12"/>
    <p:sldId id="257" r:id="rId13"/>
    <p:sldId id="272" r:id="rId14"/>
    <p:sldId id="274" r:id="rId15"/>
    <p:sldId id="270" r:id="rId16"/>
    <p:sldId id="269" r:id="rId17"/>
    <p:sldId id="268" r:id="rId18"/>
    <p:sldId id="267" r:id="rId19"/>
    <p:sldId id="259" r:id="rId20"/>
    <p:sldId id="265" r:id="rId21"/>
    <p:sldId id="275" r:id="rId22"/>
    <p:sldId id="271" r:id="rId23"/>
    <p:sldId id="276" r:id="rId24"/>
    <p:sldId id="277" r:id="rId25"/>
    <p:sldId id="278" r:id="rId26"/>
    <p:sldId id="279" r:id="rId27"/>
    <p:sldId id="280" r:id="rId28"/>
    <p:sldId id="282" r:id="rId29"/>
    <p:sldId id="281" r:id="rId30"/>
    <p:sldId id="283" r:id="rId31"/>
    <p:sldId id="287" r:id="rId32"/>
    <p:sldId id="284" r:id="rId3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0400"/>
    <a:srgbClr val="970100"/>
    <a:srgbClr val="E9344C"/>
    <a:srgbClr val="BD152D"/>
    <a:srgbClr val="2A303C"/>
    <a:srgbClr val="8E1022"/>
    <a:srgbClr val="8B0B20"/>
    <a:srgbClr val="39090C"/>
    <a:srgbClr val="475065"/>
    <a:srgbClr val="363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84" autoAdjust="0"/>
    <p:restoredTop sz="94660"/>
  </p:normalViewPr>
  <p:slideViewPr>
    <p:cSldViewPr snapToGrid="0">
      <p:cViewPr>
        <p:scale>
          <a:sx n="100" d="100"/>
          <a:sy n="100" d="100"/>
        </p:scale>
        <p:origin x="852" y="846"/>
      </p:cViewPr>
      <p:guideLst>
        <p:guide orient="horz" pos="1699"/>
        <p:guide pos="28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effectLst/>
          </c:spPr>
          <c:explosion val="0"/>
          <c:dPt>
            <c:idx val="0"/>
            <c:bubble3D val="0"/>
            <c:explosion val="0"/>
            <c:spPr>
              <a:solidFill>
                <a:srgbClr val="FFC000"/>
              </a:solidFill>
              <a:ln>
                <a:noFill/>
              </a:ln>
              <a:effectLst/>
            </c:spPr>
          </c:dPt>
          <c:dPt>
            <c:idx val="1"/>
            <c:bubble3D val="0"/>
            <c:explosion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</c:dPt>
          <c:dPt>
            <c:idx val="2"/>
            <c:bubble3D val="0"/>
            <c:explosion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</c:dPt>
          <c:dPt>
            <c:idx val="3"/>
            <c:bubble3D val="0"/>
            <c:explosion val="0"/>
            <c:spPr>
              <a:solidFill>
                <a:srgbClr val="E9344C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5</c:v>
                </c:pt>
                <c:pt idx="2">
                  <c:v>7</c:v>
                </c:pt>
                <c:pt idx="3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 w="25356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 sz="1795" b="0" i="0" u="none" strike="noStrike" baseline="0">
          <a:solidFill>
            <a:srgbClr val="000000"/>
          </a:solidFill>
          <a:latin typeface="Calibri" panose="020F0502020204030204"/>
          <a:ea typeface="Calibri" panose="020F0502020204030204"/>
          <a:cs typeface="Calibri" panose="020F0502020204030204"/>
        </a:defRPr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93C38-C27A-4365-A9C5-27CD2FE7B6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34DB7-D7FB-4D0F-B0E7-72C816A2DD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logo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53200" y="4324350"/>
            <a:ext cx="2718435" cy="716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D1E31-880C-4E28-A67C-B893089778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A6450-41E7-429E-A4AE-10EF9B4C55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media" Target="../media/media1.mp3"/><Relationship Id="rId3" Type="http://schemas.openxmlformats.org/officeDocument/2006/relationships/audio" Target="../media/media1.mp3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://twitter.com/" TargetMode="External"/><Relationship Id="rId3" Type="http://schemas.openxmlformats.org/officeDocument/2006/relationships/hyperlink" Target="http://linkedin.com/" TargetMode="External"/><Relationship Id="rId2" Type="http://schemas.openxmlformats.org/officeDocument/2006/relationships/hyperlink" Target="http://facebook.com/" TargetMode="Externa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hyperlink" Target="http://twitter.com/" TargetMode="External"/><Relationship Id="rId4" Type="http://schemas.openxmlformats.org/officeDocument/2006/relationships/hyperlink" Target="http://linkedin.com/" TargetMode="External"/><Relationship Id="rId3" Type="http://schemas.openxmlformats.org/officeDocument/2006/relationships/hyperlink" Target="http://facebook.com/" TargetMode="Externa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jpeg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6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://twitter.com/" TargetMode="External"/><Relationship Id="rId3" Type="http://schemas.openxmlformats.org/officeDocument/2006/relationships/hyperlink" Target="http://linkedin.com/" TargetMode="External"/><Relationship Id="rId2" Type="http://schemas.openxmlformats.org/officeDocument/2006/relationships/hyperlink" Target="http://facebook.com/" TargetMode="External"/><Relationship Id="rId1" Type="http://schemas.openxmlformats.org/officeDocument/2006/relationships/chart" Target="../charts/char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jpeg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://twitter.com/" TargetMode="External"/><Relationship Id="rId2" Type="http://schemas.openxmlformats.org/officeDocument/2006/relationships/hyperlink" Target="http://linkedin.com/" TargetMode="External"/><Relationship Id="rId1" Type="http://schemas.openxmlformats.org/officeDocument/2006/relationships/hyperlink" Target="http://facebook.com/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215"/>
            <a:ext cx="9175273" cy="514350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197035" y="1023079"/>
            <a:ext cx="2137552" cy="2131500"/>
            <a:chOff x="1596046" y="1364105"/>
            <a:chExt cx="2850069" cy="2842000"/>
          </a:xfrm>
        </p:grpSpPr>
        <p:sp>
          <p:nvSpPr>
            <p:cNvPr id="5" name="椭圆 4"/>
            <p:cNvSpPr/>
            <p:nvPr/>
          </p:nvSpPr>
          <p:spPr>
            <a:xfrm>
              <a:off x="1596046" y="1364105"/>
              <a:ext cx="2837768" cy="283776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91" name="椭圆 90"/>
            <p:cNvSpPr/>
            <p:nvPr/>
          </p:nvSpPr>
          <p:spPr>
            <a:xfrm>
              <a:off x="1608347" y="1368337"/>
              <a:ext cx="2837768" cy="2837768"/>
            </a:xfrm>
            <a:prstGeom prst="ellipse">
              <a:avLst/>
            </a:prstGeom>
            <a:noFill/>
            <a:ln w="38100">
              <a:solidFill>
                <a:srgbClr val="9701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-66675" y="1896393"/>
            <a:ext cx="1481138" cy="409589"/>
            <a:chOff x="-88899" y="2528523"/>
            <a:chExt cx="1974850" cy="546119"/>
          </a:xfrm>
        </p:grpSpPr>
        <p:sp>
          <p:nvSpPr>
            <p:cNvPr id="80" name="矩形 79"/>
            <p:cNvSpPr/>
            <p:nvPr/>
          </p:nvSpPr>
          <p:spPr>
            <a:xfrm>
              <a:off x="-88899" y="2534524"/>
              <a:ext cx="1974850" cy="5305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cxnSp>
          <p:nvCxnSpPr>
            <p:cNvPr id="81" name="直接连接符 80"/>
            <p:cNvCxnSpPr/>
            <p:nvPr/>
          </p:nvCxnSpPr>
          <p:spPr>
            <a:xfrm>
              <a:off x="-65999" y="2528523"/>
              <a:ext cx="1714594" cy="0"/>
            </a:xfrm>
            <a:prstGeom prst="line">
              <a:avLst/>
            </a:prstGeom>
            <a:ln w="38100">
              <a:solidFill>
                <a:srgbClr val="8B0B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-56474" y="3074642"/>
              <a:ext cx="1714594" cy="0"/>
            </a:xfrm>
            <a:prstGeom prst="line">
              <a:avLst/>
            </a:prstGeom>
            <a:ln w="38100">
              <a:solidFill>
                <a:srgbClr val="8B0B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2061925" y="0"/>
            <a:ext cx="402446" cy="1264446"/>
            <a:chOff x="2761934" y="0"/>
            <a:chExt cx="536594" cy="1685928"/>
          </a:xfrm>
        </p:grpSpPr>
        <p:sp>
          <p:nvSpPr>
            <p:cNvPr id="84" name="矩形 83"/>
            <p:cNvSpPr/>
            <p:nvPr/>
          </p:nvSpPr>
          <p:spPr>
            <a:xfrm rot="5400000">
              <a:off x="2184267" y="577667"/>
              <a:ext cx="1685928" cy="5305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cxnSp>
          <p:nvCxnSpPr>
            <p:cNvPr id="85" name="直接连接符 84"/>
            <p:cNvCxnSpPr/>
            <p:nvPr/>
          </p:nvCxnSpPr>
          <p:spPr>
            <a:xfrm rot="5400000">
              <a:off x="2592140" y="706388"/>
              <a:ext cx="1412776" cy="0"/>
            </a:xfrm>
            <a:prstGeom prst="line">
              <a:avLst/>
            </a:prstGeom>
            <a:ln w="38100">
              <a:solidFill>
                <a:srgbClr val="8B0B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rot="5400000">
              <a:off x="2055546" y="706388"/>
              <a:ext cx="1412776" cy="0"/>
            </a:xfrm>
            <a:prstGeom prst="line">
              <a:avLst/>
            </a:prstGeom>
            <a:ln w="38100">
              <a:solidFill>
                <a:srgbClr val="9701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3316045" y="1879247"/>
            <a:ext cx="5887738" cy="442451"/>
            <a:chOff x="4421392" y="2505663"/>
            <a:chExt cx="7850318" cy="58993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4421392" y="2505663"/>
              <a:ext cx="7850318" cy="0"/>
            </a:xfrm>
            <a:prstGeom prst="line">
              <a:avLst/>
            </a:prstGeom>
            <a:ln w="38100">
              <a:solidFill>
                <a:srgbClr val="8B0B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4421392" y="3095597"/>
              <a:ext cx="7850318" cy="0"/>
            </a:xfrm>
            <a:prstGeom prst="line">
              <a:avLst/>
            </a:prstGeom>
            <a:ln w="38100">
              <a:solidFill>
                <a:srgbClr val="8B0B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2062225" y="2943226"/>
            <a:ext cx="402446" cy="2200277"/>
            <a:chOff x="2749633" y="3924301"/>
            <a:chExt cx="536595" cy="2933702"/>
          </a:xfrm>
        </p:grpSpPr>
        <p:sp>
          <p:nvSpPr>
            <p:cNvPr id="88" name="矩形 87"/>
            <p:cNvSpPr/>
            <p:nvPr/>
          </p:nvSpPr>
          <p:spPr>
            <a:xfrm rot="5400000">
              <a:off x="1548079" y="5125855"/>
              <a:ext cx="2933702" cy="5305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/>
            </a:p>
          </p:txBody>
        </p:sp>
        <p:cxnSp>
          <p:nvCxnSpPr>
            <p:cNvPr id="89" name="直接连接符 88"/>
            <p:cNvCxnSpPr/>
            <p:nvPr/>
          </p:nvCxnSpPr>
          <p:spPr>
            <a:xfrm rot="5400000">
              <a:off x="1938618" y="5510393"/>
              <a:ext cx="2695219" cy="0"/>
            </a:xfrm>
            <a:prstGeom prst="line">
              <a:avLst/>
            </a:prstGeom>
            <a:ln w="38100">
              <a:solidFill>
                <a:srgbClr val="8B0B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rot="5400000">
              <a:off x="1402024" y="5510393"/>
              <a:ext cx="2695219" cy="0"/>
            </a:xfrm>
            <a:prstGeom prst="line">
              <a:avLst/>
            </a:prstGeom>
            <a:ln w="38100">
              <a:solidFill>
                <a:srgbClr val="8B0B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TextBox 4"/>
          <p:cNvSpPr txBox="1"/>
          <p:nvPr/>
        </p:nvSpPr>
        <p:spPr>
          <a:xfrm>
            <a:off x="3635896" y="2643758"/>
            <a:ext cx="480131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500" dirty="0">
                <a:solidFill>
                  <a:schemeClr val="bg1"/>
                </a:solidFill>
                <a:latin typeface="方正大黑简体" pitchFamily="65" charset="-122"/>
                <a:ea typeface="方正大黑简体" pitchFamily="65" charset="-122"/>
              </a:rPr>
              <a:t>毕业论文答辩模板</a:t>
            </a:r>
            <a:endParaRPr lang="zh-CN" altLang="en-US" sz="4500" dirty="0">
              <a:solidFill>
                <a:schemeClr val="bg1"/>
              </a:solidFill>
              <a:latin typeface="方正大黑简体" pitchFamily="65" charset="-122"/>
              <a:ea typeface="方正大黑简体" pitchFamily="65" charset="-122"/>
            </a:endParaRPr>
          </a:p>
        </p:txBody>
      </p:sp>
      <p:sp>
        <p:nvSpPr>
          <p:cNvPr id="95" name="TextBox 5"/>
          <p:cNvSpPr txBox="1"/>
          <p:nvPr/>
        </p:nvSpPr>
        <p:spPr>
          <a:xfrm>
            <a:off x="3707904" y="3723878"/>
            <a:ext cx="13292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XX</a:t>
            </a:r>
            <a:r>
              <a:rPr lang="zh-CN" altLang="en-US" sz="12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学院</a:t>
            </a:r>
            <a:r>
              <a:rPr lang="en-US" altLang="zh-CN" sz="12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XXXX</a:t>
            </a:r>
            <a:r>
              <a:rPr lang="zh-CN" altLang="en-US" sz="12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系</a:t>
            </a:r>
            <a:endParaRPr lang="zh-CN" altLang="en-US" sz="12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96" name="TextBox 6"/>
          <p:cNvSpPr txBox="1"/>
          <p:nvPr/>
        </p:nvSpPr>
        <p:spPr>
          <a:xfrm>
            <a:off x="4986139" y="3723878"/>
            <a:ext cx="9683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201X</a:t>
            </a:r>
            <a:r>
              <a:rPr lang="zh-CN" altLang="en-US" sz="12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级</a:t>
            </a:r>
            <a:r>
              <a:rPr lang="en-US" altLang="zh-CN" sz="12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班</a:t>
            </a:r>
            <a:endParaRPr lang="zh-CN" altLang="en-US" sz="12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97" name="TextBox 3"/>
          <p:cNvSpPr txBox="1"/>
          <p:nvPr/>
        </p:nvSpPr>
        <p:spPr>
          <a:xfrm>
            <a:off x="3707904" y="3363838"/>
            <a:ext cx="29241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rgbClr val="E9344C"/>
                </a:solidFill>
                <a:latin typeface="方正兰亭中黑_GBK" pitchFamily="2" charset="-122"/>
                <a:ea typeface="方正兰亭中黑_GBK" pitchFamily="2" charset="-122"/>
              </a:rPr>
              <a:t>严谨实用论文答辩动态</a:t>
            </a:r>
            <a:r>
              <a:rPr lang="en-US" altLang="zh-CN" sz="1500" dirty="0">
                <a:solidFill>
                  <a:srgbClr val="E9344C"/>
                </a:solidFill>
                <a:latin typeface="方正兰亭中黑_GBK" pitchFamily="2" charset="-122"/>
                <a:ea typeface="方正兰亭中黑_GBK" pitchFamily="2" charset="-122"/>
              </a:rPr>
              <a:t>PPT</a:t>
            </a:r>
            <a:r>
              <a:rPr lang="zh-CN" altLang="en-US" sz="1500" dirty="0">
                <a:solidFill>
                  <a:srgbClr val="E9344C"/>
                </a:solidFill>
                <a:latin typeface="方正兰亭中黑_GBK" pitchFamily="2" charset="-122"/>
                <a:ea typeface="方正兰亭中黑_GBK" pitchFamily="2" charset="-122"/>
              </a:rPr>
              <a:t>模板</a:t>
            </a:r>
            <a:endParaRPr lang="zh-CN" altLang="en-US" sz="1500" dirty="0">
              <a:solidFill>
                <a:srgbClr val="E9344C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207864" y="4587974"/>
            <a:ext cx="266955" cy="266955"/>
            <a:chOff x="4840727" y="4655204"/>
            <a:chExt cx="304370" cy="304370"/>
          </a:xfrm>
        </p:grpSpPr>
        <p:sp>
          <p:nvSpPr>
            <p:cNvPr id="28" name="Rounded Rectangle 34"/>
            <p:cNvSpPr/>
            <p:nvPr/>
          </p:nvSpPr>
          <p:spPr>
            <a:xfrm>
              <a:off x="4840727" y="4655204"/>
              <a:ext cx="304370" cy="30437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oup 30"/>
            <p:cNvGrpSpPr/>
            <p:nvPr/>
          </p:nvGrpSpPr>
          <p:grpSpPr>
            <a:xfrm>
              <a:off x="4916496" y="4741434"/>
              <a:ext cx="158668" cy="139155"/>
              <a:chOff x="3175" y="-1587"/>
              <a:chExt cx="490538" cy="430212"/>
            </a:xfrm>
            <a:solidFill>
              <a:schemeClr val="bg1"/>
            </a:solidFill>
          </p:grpSpPr>
          <p:sp>
            <p:nvSpPr>
              <p:cNvPr id="30" name="Freeform 175"/>
              <p:cNvSpPr>
                <a:spLocks noEditPoints="1"/>
              </p:cNvSpPr>
              <p:nvPr/>
            </p:nvSpPr>
            <p:spPr bwMode="auto">
              <a:xfrm>
                <a:off x="3175" y="-1587"/>
                <a:ext cx="490538" cy="430212"/>
              </a:xfrm>
              <a:custGeom>
                <a:avLst/>
                <a:gdLst>
                  <a:gd name="T0" fmla="*/ 128 w 128"/>
                  <a:gd name="T1" fmla="*/ 66 h 112"/>
                  <a:gd name="T2" fmla="*/ 112 w 128"/>
                  <a:gd name="T3" fmla="*/ 6 h 112"/>
                  <a:gd name="T4" fmla="*/ 104 w 128"/>
                  <a:gd name="T5" fmla="*/ 0 h 112"/>
                  <a:gd name="T6" fmla="*/ 64 w 128"/>
                  <a:gd name="T7" fmla="*/ 0 h 112"/>
                  <a:gd name="T8" fmla="*/ 24 w 128"/>
                  <a:gd name="T9" fmla="*/ 0 h 112"/>
                  <a:gd name="T10" fmla="*/ 16 w 128"/>
                  <a:gd name="T11" fmla="*/ 6 h 112"/>
                  <a:gd name="T12" fmla="*/ 0 w 128"/>
                  <a:gd name="T13" fmla="*/ 66 h 112"/>
                  <a:gd name="T14" fmla="*/ 0 w 128"/>
                  <a:gd name="T15" fmla="*/ 68 h 112"/>
                  <a:gd name="T16" fmla="*/ 0 w 128"/>
                  <a:gd name="T17" fmla="*/ 96 h 112"/>
                  <a:gd name="T18" fmla="*/ 16 w 128"/>
                  <a:gd name="T19" fmla="*/ 112 h 112"/>
                  <a:gd name="T20" fmla="*/ 112 w 128"/>
                  <a:gd name="T21" fmla="*/ 112 h 112"/>
                  <a:gd name="T22" fmla="*/ 128 w 128"/>
                  <a:gd name="T23" fmla="*/ 96 h 112"/>
                  <a:gd name="T24" fmla="*/ 128 w 128"/>
                  <a:gd name="T25" fmla="*/ 68 h 112"/>
                  <a:gd name="T26" fmla="*/ 128 w 128"/>
                  <a:gd name="T27" fmla="*/ 66 h 112"/>
                  <a:gd name="T28" fmla="*/ 120 w 128"/>
                  <a:gd name="T29" fmla="*/ 96 h 112"/>
                  <a:gd name="T30" fmla="*/ 112 w 128"/>
                  <a:gd name="T31" fmla="*/ 104 h 112"/>
                  <a:gd name="T32" fmla="*/ 16 w 128"/>
                  <a:gd name="T33" fmla="*/ 104 h 112"/>
                  <a:gd name="T34" fmla="*/ 8 w 128"/>
                  <a:gd name="T35" fmla="*/ 96 h 112"/>
                  <a:gd name="T36" fmla="*/ 8 w 128"/>
                  <a:gd name="T37" fmla="*/ 68 h 112"/>
                  <a:gd name="T38" fmla="*/ 24 w 128"/>
                  <a:gd name="T39" fmla="*/ 8 h 112"/>
                  <a:gd name="T40" fmla="*/ 104 w 128"/>
                  <a:gd name="T41" fmla="*/ 8 h 112"/>
                  <a:gd name="T42" fmla="*/ 120 w 128"/>
                  <a:gd name="T43" fmla="*/ 68 h 112"/>
                  <a:gd name="T44" fmla="*/ 120 w 128"/>
                  <a:gd name="T4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8" h="112">
                    <a:moveTo>
                      <a:pt x="128" y="66"/>
                    </a:moveTo>
                    <a:cubicBezTo>
                      <a:pt x="112" y="6"/>
                      <a:pt x="112" y="6"/>
                      <a:pt x="112" y="6"/>
                    </a:cubicBezTo>
                    <a:cubicBezTo>
                      <a:pt x="111" y="2"/>
                      <a:pt x="108" y="0"/>
                      <a:pt x="104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0" y="0"/>
                      <a:pt x="17" y="2"/>
                      <a:pt x="16" y="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67"/>
                      <a:pt x="0" y="67"/>
                      <a:pt x="0" y="68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05"/>
                      <a:pt x="7" y="112"/>
                      <a:pt x="16" y="112"/>
                    </a:cubicBezTo>
                    <a:cubicBezTo>
                      <a:pt x="112" y="112"/>
                      <a:pt x="112" y="112"/>
                      <a:pt x="112" y="112"/>
                    </a:cubicBezTo>
                    <a:cubicBezTo>
                      <a:pt x="121" y="112"/>
                      <a:pt x="128" y="105"/>
                      <a:pt x="128" y="96"/>
                    </a:cubicBezTo>
                    <a:cubicBezTo>
                      <a:pt x="128" y="68"/>
                      <a:pt x="128" y="68"/>
                      <a:pt x="128" y="68"/>
                    </a:cubicBezTo>
                    <a:cubicBezTo>
                      <a:pt x="128" y="67"/>
                      <a:pt x="128" y="67"/>
                      <a:pt x="128" y="66"/>
                    </a:cubicBezTo>
                    <a:close/>
                    <a:moveTo>
                      <a:pt x="120" y="96"/>
                    </a:moveTo>
                    <a:cubicBezTo>
                      <a:pt x="120" y="100"/>
                      <a:pt x="116" y="104"/>
                      <a:pt x="112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2" y="104"/>
                      <a:pt x="8" y="100"/>
                      <a:pt x="8" y="96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20" y="68"/>
                      <a:pt x="120" y="68"/>
                      <a:pt x="120" y="68"/>
                    </a:cubicBezTo>
                    <a:lnTo>
                      <a:pt x="120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</a:endParaRPr>
              </a:p>
            </p:txBody>
          </p:sp>
          <p:sp>
            <p:nvSpPr>
              <p:cNvPr id="31" name="Freeform 176"/>
              <p:cNvSpPr>
                <a:spLocks noEditPoints="1"/>
              </p:cNvSpPr>
              <p:nvPr/>
            </p:nvSpPr>
            <p:spPr bwMode="auto">
              <a:xfrm>
                <a:off x="60325" y="58738"/>
                <a:ext cx="374650" cy="277812"/>
              </a:xfrm>
              <a:custGeom>
                <a:avLst/>
                <a:gdLst>
                  <a:gd name="T0" fmla="*/ 80 w 98"/>
                  <a:gd name="T1" fmla="*/ 0 h 72"/>
                  <a:gd name="T2" fmla="*/ 18 w 98"/>
                  <a:gd name="T3" fmla="*/ 0 h 72"/>
                  <a:gd name="T4" fmla="*/ 14 w 98"/>
                  <a:gd name="T5" fmla="*/ 3 h 72"/>
                  <a:gd name="T6" fmla="*/ 0 w 98"/>
                  <a:gd name="T7" fmla="*/ 51 h 72"/>
                  <a:gd name="T8" fmla="*/ 1 w 98"/>
                  <a:gd name="T9" fmla="*/ 54 h 72"/>
                  <a:gd name="T10" fmla="*/ 4 w 98"/>
                  <a:gd name="T11" fmla="*/ 56 h 72"/>
                  <a:gd name="T12" fmla="*/ 16 w 98"/>
                  <a:gd name="T13" fmla="*/ 56 h 72"/>
                  <a:gd name="T14" fmla="*/ 20 w 98"/>
                  <a:gd name="T15" fmla="*/ 56 h 72"/>
                  <a:gd name="T16" fmla="*/ 23 w 98"/>
                  <a:gd name="T17" fmla="*/ 56 h 72"/>
                  <a:gd name="T18" fmla="*/ 28 w 98"/>
                  <a:gd name="T19" fmla="*/ 68 h 72"/>
                  <a:gd name="T20" fmla="*/ 35 w 98"/>
                  <a:gd name="T21" fmla="*/ 72 h 72"/>
                  <a:gd name="T22" fmla="*/ 63 w 98"/>
                  <a:gd name="T23" fmla="*/ 72 h 72"/>
                  <a:gd name="T24" fmla="*/ 70 w 98"/>
                  <a:gd name="T25" fmla="*/ 68 h 72"/>
                  <a:gd name="T26" fmla="*/ 75 w 98"/>
                  <a:gd name="T27" fmla="*/ 56 h 72"/>
                  <a:gd name="T28" fmla="*/ 78 w 98"/>
                  <a:gd name="T29" fmla="*/ 56 h 72"/>
                  <a:gd name="T30" fmla="*/ 82 w 98"/>
                  <a:gd name="T31" fmla="*/ 56 h 72"/>
                  <a:gd name="T32" fmla="*/ 94 w 98"/>
                  <a:gd name="T33" fmla="*/ 56 h 72"/>
                  <a:gd name="T34" fmla="*/ 97 w 98"/>
                  <a:gd name="T35" fmla="*/ 54 h 72"/>
                  <a:gd name="T36" fmla="*/ 98 w 98"/>
                  <a:gd name="T37" fmla="*/ 51 h 72"/>
                  <a:gd name="T38" fmla="*/ 84 w 98"/>
                  <a:gd name="T39" fmla="*/ 3 h 72"/>
                  <a:gd name="T40" fmla="*/ 80 w 98"/>
                  <a:gd name="T41" fmla="*/ 0 h 72"/>
                  <a:gd name="T42" fmla="*/ 82 w 98"/>
                  <a:gd name="T43" fmla="*/ 48 h 72"/>
                  <a:gd name="T44" fmla="*/ 75 w 98"/>
                  <a:gd name="T45" fmla="*/ 48 h 72"/>
                  <a:gd name="T46" fmla="*/ 68 w 98"/>
                  <a:gd name="T47" fmla="*/ 52 h 72"/>
                  <a:gd name="T48" fmla="*/ 63 w 98"/>
                  <a:gd name="T49" fmla="*/ 64 h 72"/>
                  <a:gd name="T50" fmla="*/ 35 w 98"/>
                  <a:gd name="T51" fmla="*/ 64 h 72"/>
                  <a:gd name="T52" fmla="*/ 30 w 98"/>
                  <a:gd name="T53" fmla="*/ 52 h 72"/>
                  <a:gd name="T54" fmla="*/ 23 w 98"/>
                  <a:gd name="T55" fmla="*/ 48 h 72"/>
                  <a:gd name="T56" fmla="*/ 16 w 98"/>
                  <a:gd name="T57" fmla="*/ 48 h 72"/>
                  <a:gd name="T58" fmla="*/ 6 w 98"/>
                  <a:gd name="T59" fmla="*/ 48 h 72"/>
                  <a:gd name="T60" fmla="*/ 18 w 98"/>
                  <a:gd name="T61" fmla="*/ 4 h 72"/>
                  <a:gd name="T62" fmla="*/ 80 w 98"/>
                  <a:gd name="T63" fmla="*/ 4 h 72"/>
                  <a:gd name="T64" fmla="*/ 92 w 98"/>
                  <a:gd name="T65" fmla="*/ 48 h 72"/>
                  <a:gd name="T66" fmla="*/ 82 w 98"/>
                  <a:gd name="T67" fmla="*/ 48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8" h="72">
                    <a:moveTo>
                      <a:pt x="80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6" y="0"/>
                      <a:pt x="15" y="1"/>
                      <a:pt x="14" y="3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0" y="53"/>
                      <a:pt x="1" y="54"/>
                    </a:cubicBezTo>
                    <a:cubicBezTo>
                      <a:pt x="2" y="55"/>
                      <a:pt x="3" y="56"/>
                      <a:pt x="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70"/>
                      <a:pt x="32" y="72"/>
                      <a:pt x="35" y="72"/>
                    </a:cubicBezTo>
                    <a:cubicBezTo>
                      <a:pt x="63" y="72"/>
                      <a:pt x="63" y="72"/>
                      <a:pt x="63" y="72"/>
                    </a:cubicBezTo>
                    <a:cubicBezTo>
                      <a:pt x="66" y="72"/>
                      <a:pt x="68" y="70"/>
                      <a:pt x="70" y="68"/>
                    </a:cubicBezTo>
                    <a:cubicBezTo>
                      <a:pt x="75" y="56"/>
                      <a:pt x="75" y="56"/>
                      <a:pt x="75" y="5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94" y="56"/>
                      <a:pt x="94" y="56"/>
                      <a:pt x="94" y="56"/>
                    </a:cubicBezTo>
                    <a:cubicBezTo>
                      <a:pt x="95" y="56"/>
                      <a:pt x="96" y="55"/>
                      <a:pt x="97" y="54"/>
                    </a:cubicBezTo>
                    <a:cubicBezTo>
                      <a:pt x="98" y="53"/>
                      <a:pt x="98" y="52"/>
                      <a:pt x="98" y="51"/>
                    </a:cubicBezTo>
                    <a:cubicBezTo>
                      <a:pt x="84" y="3"/>
                      <a:pt x="84" y="3"/>
                      <a:pt x="84" y="3"/>
                    </a:cubicBezTo>
                    <a:cubicBezTo>
                      <a:pt x="83" y="1"/>
                      <a:pt x="82" y="0"/>
                      <a:pt x="80" y="0"/>
                    </a:cubicBezTo>
                    <a:close/>
                    <a:moveTo>
                      <a:pt x="82" y="48"/>
                    </a:moveTo>
                    <a:cubicBezTo>
                      <a:pt x="75" y="48"/>
                      <a:pt x="75" y="48"/>
                      <a:pt x="75" y="48"/>
                    </a:cubicBezTo>
                    <a:cubicBezTo>
                      <a:pt x="72" y="48"/>
                      <a:pt x="70" y="50"/>
                      <a:pt x="68" y="52"/>
                    </a:cubicBezTo>
                    <a:cubicBezTo>
                      <a:pt x="63" y="64"/>
                      <a:pt x="63" y="64"/>
                      <a:pt x="63" y="64"/>
                    </a:cubicBezTo>
                    <a:cubicBezTo>
                      <a:pt x="35" y="64"/>
                      <a:pt x="35" y="64"/>
                      <a:pt x="35" y="64"/>
                    </a:cubicBezTo>
                    <a:cubicBezTo>
                      <a:pt x="30" y="52"/>
                      <a:pt x="30" y="52"/>
                      <a:pt x="30" y="52"/>
                    </a:cubicBezTo>
                    <a:cubicBezTo>
                      <a:pt x="28" y="50"/>
                      <a:pt x="26" y="48"/>
                      <a:pt x="23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92" y="48"/>
                      <a:pt x="92" y="48"/>
                      <a:pt x="92" y="48"/>
                    </a:cubicBezTo>
                    <a:lnTo>
                      <a:pt x="8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6396510" y="4587974"/>
            <a:ext cx="266955" cy="266955"/>
            <a:chOff x="3594151" y="4593386"/>
            <a:chExt cx="304370" cy="304370"/>
          </a:xfrm>
        </p:grpSpPr>
        <p:sp>
          <p:nvSpPr>
            <p:cNvPr id="33" name="Rounded Rectangle 34"/>
            <p:cNvSpPr/>
            <p:nvPr/>
          </p:nvSpPr>
          <p:spPr>
            <a:xfrm>
              <a:off x="3594151" y="4593386"/>
              <a:ext cx="304370" cy="30437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 50"/>
            <p:cNvSpPr>
              <a:spLocks noEditPoints="1"/>
            </p:cNvSpPr>
            <p:nvPr/>
          </p:nvSpPr>
          <p:spPr bwMode="auto">
            <a:xfrm>
              <a:off x="3682174" y="4645762"/>
              <a:ext cx="128323" cy="161627"/>
            </a:xfrm>
            <a:custGeom>
              <a:avLst/>
              <a:gdLst/>
              <a:ahLst/>
              <a:cxnLst>
                <a:cxn ang="0">
                  <a:pos x="187" y="135"/>
                </a:cxn>
                <a:cxn ang="0">
                  <a:pos x="44" y="135"/>
                </a:cxn>
                <a:cxn ang="0">
                  <a:pos x="44" y="156"/>
                </a:cxn>
                <a:cxn ang="0">
                  <a:pos x="187" y="156"/>
                </a:cxn>
                <a:cxn ang="0">
                  <a:pos x="187" y="135"/>
                </a:cxn>
                <a:cxn ang="0">
                  <a:pos x="187" y="95"/>
                </a:cxn>
                <a:cxn ang="0">
                  <a:pos x="44" y="95"/>
                </a:cxn>
                <a:cxn ang="0">
                  <a:pos x="44" y="115"/>
                </a:cxn>
                <a:cxn ang="0">
                  <a:pos x="187" y="115"/>
                </a:cxn>
                <a:cxn ang="0">
                  <a:pos x="187" y="95"/>
                </a:cxn>
                <a:cxn ang="0">
                  <a:pos x="187" y="54"/>
                </a:cxn>
                <a:cxn ang="0">
                  <a:pos x="44" y="54"/>
                </a:cxn>
                <a:cxn ang="0">
                  <a:pos x="44" y="75"/>
                </a:cxn>
                <a:cxn ang="0">
                  <a:pos x="187" y="75"/>
                </a:cxn>
                <a:cxn ang="0">
                  <a:pos x="187" y="54"/>
                </a:cxn>
                <a:cxn ang="0">
                  <a:pos x="44" y="196"/>
                </a:cxn>
                <a:cxn ang="0">
                  <a:pos x="116" y="196"/>
                </a:cxn>
                <a:cxn ang="0">
                  <a:pos x="116" y="176"/>
                </a:cxn>
                <a:cxn ang="0">
                  <a:pos x="44" y="176"/>
                </a:cxn>
                <a:cxn ang="0">
                  <a:pos x="44" y="196"/>
                </a:cxn>
                <a:cxn ang="0">
                  <a:pos x="233" y="29"/>
                </a:cxn>
                <a:cxn ang="0">
                  <a:pos x="233" y="0"/>
                </a:cxn>
                <a:cxn ang="0">
                  <a:pos x="0" y="0"/>
                </a:cxn>
                <a:cxn ang="0">
                  <a:pos x="0" y="301"/>
                </a:cxn>
                <a:cxn ang="0">
                  <a:pos x="29" y="301"/>
                </a:cxn>
                <a:cxn ang="0">
                  <a:pos x="29" y="330"/>
                </a:cxn>
                <a:cxn ang="0">
                  <a:pos x="262" y="330"/>
                </a:cxn>
                <a:cxn ang="0">
                  <a:pos x="262" y="29"/>
                </a:cxn>
                <a:cxn ang="0">
                  <a:pos x="233" y="29"/>
                </a:cxn>
                <a:cxn ang="0">
                  <a:pos x="15" y="286"/>
                </a:cxn>
                <a:cxn ang="0">
                  <a:pos x="15" y="16"/>
                </a:cxn>
                <a:cxn ang="0">
                  <a:pos x="216" y="16"/>
                </a:cxn>
                <a:cxn ang="0">
                  <a:pos x="216" y="216"/>
                </a:cxn>
                <a:cxn ang="0">
                  <a:pos x="148" y="216"/>
                </a:cxn>
                <a:cxn ang="0">
                  <a:pos x="148" y="286"/>
                </a:cxn>
                <a:cxn ang="0">
                  <a:pos x="15" y="286"/>
                </a:cxn>
                <a:cxn ang="0">
                  <a:pos x="245" y="315"/>
                </a:cxn>
                <a:cxn ang="0">
                  <a:pos x="44" y="315"/>
                </a:cxn>
                <a:cxn ang="0">
                  <a:pos x="44" y="301"/>
                </a:cxn>
                <a:cxn ang="0">
                  <a:pos x="155" y="301"/>
                </a:cxn>
                <a:cxn ang="0">
                  <a:pos x="233" y="225"/>
                </a:cxn>
                <a:cxn ang="0">
                  <a:pos x="233" y="45"/>
                </a:cxn>
                <a:cxn ang="0">
                  <a:pos x="245" y="45"/>
                </a:cxn>
                <a:cxn ang="0">
                  <a:pos x="245" y="315"/>
                </a:cxn>
              </a:cxnLst>
              <a:rect l="0" t="0" r="r" b="b"/>
              <a:pathLst>
                <a:path w="262" h="330">
                  <a:moveTo>
                    <a:pt x="187" y="135"/>
                  </a:moveTo>
                  <a:lnTo>
                    <a:pt x="44" y="135"/>
                  </a:lnTo>
                  <a:lnTo>
                    <a:pt x="44" y="156"/>
                  </a:lnTo>
                  <a:lnTo>
                    <a:pt x="187" y="156"/>
                  </a:lnTo>
                  <a:lnTo>
                    <a:pt x="187" y="135"/>
                  </a:lnTo>
                  <a:close/>
                  <a:moveTo>
                    <a:pt x="187" y="95"/>
                  </a:moveTo>
                  <a:lnTo>
                    <a:pt x="44" y="95"/>
                  </a:lnTo>
                  <a:lnTo>
                    <a:pt x="44" y="115"/>
                  </a:lnTo>
                  <a:lnTo>
                    <a:pt x="187" y="115"/>
                  </a:lnTo>
                  <a:lnTo>
                    <a:pt x="187" y="95"/>
                  </a:lnTo>
                  <a:close/>
                  <a:moveTo>
                    <a:pt x="187" y="54"/>
                  </a:moveTo>
                  <a:lnTo>
                    <a:pt x="44" y="54"/>
                  </a:lnTo>
                  <a:lnTo>
                    <a:pt x="44" y="75"/>
                  </a:lnTo>
                  <a:lnTo>
                    <a:pt x="187" y="75"/>
                  </a:lnTo>
                  <a:lnTo>
                    <a:pt x="187" y="54"/>
                  </a:lnTo>
                  <a:close/>
                  <a:moveTo>
                    <a:pt x="44" y="196"/>
                  </a:moveTo>
                  <a:lnTo>
                    <a:pt x="116" y="196"/>
                  </a:lnTo>
                  <a:lnTo>
                    <a:pt x="116" y="176"/>
                  </a:lnTo>
                  <a:lnTo>
                    <a:pt x="44" y="176"/>
                  </a:lnTo>
                  <a:lnTo>
                    <a:pt x="44" y="196"/>
                  </a:lnTo>
                  <a:close/>
                  <a:moveTo>
                    <a:pt x="233" y="29"/>
                  </a:moveTo>
                  <a:lnTo>
                    <a:pt x="233" y="0"/>
                  </a:lnTo>
                  <a:lnTo>
                    <a:pt x="0" y="0"/>
                  </a:lnTo>
                  <a:lnTo>
                    <a:pt x="0" y="301"/>
                  </a:lnTo>
                  <a:lnTo>
                    <a:pt x="29" y="301"/>
                  </a:lnTo>
                  <a:lnTo>
                    <a:pt x="29" y="330"/>
                  </a:lnTo>
                  <a:lnTo>
                    <a:pt x="262" y="330"/>
                  </a:lnTo>
                  <a:lnTo>
                    <a:pt x="262" y="29"/>
                  </a:lnTo>
                  <a:lnTo>
                    <a:pt x="233" y="29"/>
                  </a:lnTo>
                  <a:close/>
                  <a:moveTo>
                    <a:pt x="15" y="286"/>
                  </a:moveTo>
                  <a:lnTo>
                    <a:pt x="15" y="16"/>
                  </a:lnTo>
                  <a:lnTo>
                    <a:pt x="216" y="16"/>
                  </a:lnTo>
                  <a:lnTo>
                    <a:pt x="216" y="216"/>
                  </a:lnTo>
                  <a:lnTo>
                    <a:pt x="148" y="216"/>
                  </a:lnTo>
                  <a:lnTo>
                    <a:pt x="148" y="286"/>
                  </a:lnTo>
                  <a:lnTo>
                    <a:pt x="15" y="286"/>
                  </a:lnTo>
                  <a:close/>
                  <a:moveTo>
                    <a:pt x="245" y="315"/>
                  </a:moveTo>
                  <a:lnTo>
                    <a:pt x="44" y="315"/>
                  </a:lnTo>
                  <a:lnTo>
                    <a:pt x="44" y="301"/>
                  </a:lnTo>
                  <a:lnTo>
                    <a:pt x="155" y="301"/>
                  </a:lnTo>
                  <a:lnTo>
                    <a:pt x="233" y="225"/>
                  </a:lnTo>
                  <a:lnTo>
                    <a:pt x="233" y="45"/>
                  </a:lnTo>
                  <a:lnTo>
                    <a:pt x="245" y="45"/>
                  </a:lnTo>
                  <a:lnTo>
                    <a:pt x="245" y="31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802187" y="4587974"/>
            <a:ext cx="266955" cy="266955"/>
            <a:chOff x="4234691" y="4607992"/>
            <a:chExt cx="304370" cy="304370"/>
          </a:xfrm>
        </p:grpSpPr>
        <p:sp>
          <p:nvSpPr>
            <p:cNvPr id="36" name="Rounded Rectangle 34"/>
            <p:cNvSpPr/>
            <p:nvPr/>
          </p:nvSpPr>
          <p:spPr>
            <a:xfrm>
              <a:off x="4234691" y="4607992"/>
              <a:ext cx="304370" cy="30437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 48"/>
            <p:cNvSpPr>
              <a:spLocks noEditPoints="1"/>
            </p:cNvSpPr>
            <p:nvPr/>
          </p:nvSpPr>
          <p:spPr bwMode="auto">
            <a:xfrm>
              <a:off x="4312771" y="4668603"/>
              <a:ext cx="148209" cy="216861"/>
            </a:xfrm>
            <a:custGeom>
              <a:avLst/>
              <a:gdLst/>
              <a:ahLst/>
              <a:cxnLst>
                <a:cxn ang="0">
                  <a:pos x="76" y="31"/>
                </a:cxn>
                <a:cxn ang="0">
                  <a:pos x="80" y="27"/>
                </a:cxn>
                <a:cxn ang="0">
                  <a:pos x="76" y="23"/>
                </a:cxn>
                <a:cxn ang="0">
                  <a:pos x="23" y="76"/>
                </a:cxn>
                <a:cxn ang="0">
                  <a:pos x="27" y="80"/>
                </a:cxn>
                <a:cxn ang="0">
                  <a:pos x="31" y="76"/>
                </a:cxn>
                <a:cxn ang="0">
                  <a:pos x="76" y="31"/>
                </a:cxn>
                <a:cxn ang="0">
                  <a:pos x="44" y="192"/>
                </a:cxn>
                <a:cxn ang="0">
                  <a:pos x="45" y="203"/>
                </a:cxn>
                <a:cxn ang="0">
                  <a:pos x="56" y="209"/>
                </a:cxn>
                <a:cxn ang="0">
                  <a:pos x="57" y="216"/>
                </a:cxn>
                <a:cxn ang="0">
                  <a:pos x="76" y="221"/>
                </a:cxn>
                <a:cxn ang="0">
                  <a:pos x="95" y="216"/>
                </a:cxn>
                <a:cxn ang="0">
                  <a:pos x="96" y="209"/>
                </a:cxn>
                <a:cxn ang="0">
                  <a:pos x="106" y="203"/>
                </a:cxn>
                <a:cxn ang="0">
                  <a:pos x="108" y="192"/>
                </a:cxn>
                <a:cxn ang="0">
                  <a:pos x="76" y="197"/>
                </a:cxn>
                <a:cxn ang="0">
                  <a:pos x="44" y="192"/>
                </a:cxn>
                <a:cxn ang="0">
                  <a:pos x="41" y="170"/>
                </a:cxn>
                <a:cxn ang="0">
                  <a:pos x="42" y="182"/>
                </a:cxn>
                <a:cxn ang="0">
                  <a:pos x="76" y="188"/>
                </a:cxn>
                <a:cxn ang="0">
                  <a:pos x="109" y="182"/>
                </a:cxn>
                <a:cxn ang="0">
                  <a:pos x="111" y="170"/>
                </a:cxn>
                <a:cxn ang="0">
                  <a:pos x="76" y="177"/>
                </a:cxn>
                <a:cxn ang="0">
                  <a:pos x="41" y="170"/>
                </a:cxn>
                <a:cxn ang="0">
                  <a:pos x="76" y="0"/>
                </a:cxn>
                <a:cxn ang="0">
                  <a:pos x="0" y="76"/>
                </a:cxn>
                <a:cxn ang="0">
                  <a:pos x="36" y="141"/>
                </a:cxn>
                <a:cxn ang="0">
                  <a:pos x="39" y="160"/>
                </a:cxn>
                <a:cxn ang="0">
                  <a:pos x="76" y="168"/>
                </a:cxn>
                <a:cxn ang="0">
                  <a:pos x="113" y="160"/>
                </a:cxn>
                <a:cxn ang="0">
                  <a:pos x="115" y="141"/>
                </a:cxn>
                <a:cxn ang="0">
                  <a:pos x="152" y="76"/>
                </a:cxn>
                <a:cxn ang="0">
                  <a:pos x="76" y="0"/>
                </a:cxn>
                <a:cxn ang="0">
                  <a:pos x="104" y="132"/>
                </a:cxn>
                <a:cxn ang="0">
                  <a:pos x="102" y="150"/>
                </a:cxn>
                <a:cxn ang="0">
                  <a:pos x="76" y="154"/>
                </a:cxn>
                <a:cxn ang="0">
                  <a:pos x="50" y="150"/>
                </a:cxn>
                <a:cxn ang="0">
                  <a:pos x="48" y="132"/>
                </a:cxn>
                <a:cxn ang="0">
                  <a:pos x="13" y="76"/>
                </a:cxn>
                <a:cxn ang="0">
                  <a:pos x="76" y="14"/>
                </a:cxn>
                <a:cxn ang="0">
                  <a:pos x="139" y="76"/>
                </a:cxn>
                <a:cxn ang="0">
                  <a:pos x="104" y="132"/>
                </a:cxn>
                <a:cxn ang="0">
                  <a:pos x="93" y="104"/>
                </a:cxn>
                <a:cxn ang="0">
                  <a:pos x="76" y="74"/>
                </a:cxn>
                <a:cxn ang="0">
                  <a:pos x="59" y="104"/>
                </a:cxn>
                <a:cxn ang="0">
                  <a:pos x="52" y="89"/>
                </a:cxn>
                <a:cxn ang="0">
                  <a:pos x="41" y="94"/>
                </a:cxn>
                <a:cxn ang="0">
                  <a:pos x="58" y="131"/>
                </a:cxn>
                <a:cxn ang="0">
                  <a:pos x="76" y="98"/>
                </a:cxn>
                <a:cxn ang="0">
                  <a:pos x="94" y="131"/>
                </a:cxn>
                <a:cxn ang="0">
                  <a:pos x="111" y="94"/>
                </a:cxn>
                <a:cxn ang="0">
                  <a:pos x="100" y="89"/>
                </a:cxn>
                <a:cxn ang="0">
                  <a:pos x="93" y="104"/>
                </a:cxn>
              </a:cxnLst>
              <a:rect l="0" t="0" r="r" b="b"/>
              <a:pathLst>
                <a:path w="152" h="221">
                  <a:moveTo>
                    <a:pt x="76" y="31"/>
                  </a:moveTo>
                  <a:cubicBezTo>
                    <a:pt x="78" y="31"/>
                    <a:pt x="80" y="30"/>
                    <a:pt x="80" y="27"/>
                  </a:cubicBezTo>
                  <a:cubicBezTo>
                    <a:pt x="80" y="25"/>
                    <a:pt x="78" y="23"/>
                    <a:pt x="76" y="23"/>
                  </a:cubicBezTo>
                  <a:cubicBezTo>
                    <a:pt x="47" y="23"/>
                    <a:pt x="23" y="47"/>
                    <a:pt x="23" y="76"/>
                  </a:cubicBezTo>
                  <a:cubicBezTo>
                    <a:pt x="23" y="78"/>
                    <a:pt x="25" y="80"/>
                    <a:pt x="27" y="80"/>
                  </a:cubicBezTo>
                  <a:cubicBezTo>
                    <a:pt x="29" y="80"/>
                    <a:pt x="31" y="78"/>
                    <a:pt x="31" y="76"/>
                  </a:cubicBezTo>
                  <a:cubicBezTo>
                    <a:pt x="31" y="52"/>
                    <a:pt x="51" y="31"/>
                    <a:pt x="76" y="31"/>
                  </a:cubicBezTo>
                  <a:close/>
                  <a:moveTo>
                    <a:pt x="44" y="192"/>
                  </a:moveTo>
                  <a:cubicBezTo>
                    <a:pt x="45" y="203"/>
                    <a:pt x="45" y="203"/>
                    <a:pt x="45" y="203"/>
                  </a:cubicBezTo>
                  <a:cubicBezTo>
                    <a:pt x="45" y="203"/>
                    <a:pt x="48" y="207"/>
                    <a:pt x="56" y="209"/>
                  </a:cubicBezTo>
                  <a:cubicBezTo>
                    <a:pt x="57" y="216"/>
                    <a:pt x="57" y="216"/>
                    <a:pt x="57" y="216"/>
                  </a:cubicBezTo>
                  <a:cubicBezTo>
                    <a:pt x="57" y="216"/>
                    <a:pt x="61" y="221"/>
                    <a:pt x="76" y="221"/>
                  </a:cubicBezTo>
                  <a:cubicBezTo>
                    <a:pt x="91" y="221"/>
                    <a:pt x="95" y="216"/>
                    <a:pt x="95" y="216"/>
                  </a:cubicBezTo>
                  <a:cubicBezTo>
                    <a:pt x="96" y="209"/>
                    <a:pt x="96" y="209"/>
                    <a:pt x="96" y="209"/>
                  </a:cubicBezTo>
                  <a:cubicBezTo>
                    <a:pt x="104" y="207"/>
                    <a:pt x="106" y="203"/>
                    <a:pt x="106" y="203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98" y="195"/>
                    <a:pt x="87" y="197"/>
                    <a:pt x="76" y="197"/>
                  </a:cubicBezTo>
                  <a:cubicBezTo>
                    <a:pt x="64" y="197"/>
                    <a:pt x="54" y="195"/>
                    <a:pt x="44" y="192"/>
                  </a:cubicBezTo>
                  <a:close/>
                  <a:moveTo>
                    <a:pt x="41" y="170"/>
                  </a:moveTo>
                  <a:cubicBezTo>
                    <a:pt x="42" y="182"/>
                    <a:pt x="42" y="182"/>
                    <a:pt x="42" y="182"/>
                  </a:cubicBezTo>
                  <a:cubicBezTo>
                    <a:pt x="52" y="186"/>
                    <a:pt x="64" y="188"/>
                    <a:pt x="76" y="188"/>
                  </a:cubicBezTo>
                  <a:cubicBezTo>
                    <a:pt x="88" y="188"/>
                    <a:pt x="99" y="186"/>
                    <a:pt x="109" y="182"/>
                  </a:cubicBezTo>
                  <a:cubicBezTo>
                    <a:pt x="111" y="170"/>
                    <a:pt x="111" y="170"/>
                    <a:pt x="111" y="170"/>
                  </a:cubicBezTo>
                  <a:cubicBezTo>
                    <a:pt x="100" y="174"/>
                    <a:pt x="89" y="177"/>
                    <a:pt x="76" y="177"/>
                  </a:cubicBezTo>
                  <a:cubicBezTo>
                    <a:pt x="63" y="177"/>
                    <a:pt x="51" y="174"/>
                    <a:pt x="41" y="170"/>
                  </a:cubicBezTo>
                  <a:close/>
                  <a:moveTo>
                    <a:pt x="76" y="0"/>
                  </a:moveTo>
                  <a:cubicBezTo>
                    <a:pt x="34" y="0"/>
                    <a:pt x="0" y="34"/>
                    <a:pt x="0" y="76"/>
                  </a:cubicBezTo>
                  <a:cubicBezTo>
                    <a:pt x="0" y="104"/>
                    <a:pt x="15" y="128"/>
                    <a:pt x="36" y="141"/>
                  </a:cubicBezTo>
                  <a:cubicBezTo>
                    <a:pt x="39" y="160"/>
                    <a:pt x="39" y="160"/>
                    <a:pt x="39" y="160"/>
                  </a:cubicBezTo>
                  <a:cubicBezTo>
                    <a:pt x="50" y="165"/>
                    <a:pt x="63" y="168"/>
                    <a:pt x="76" y="168"/>
                  </a:cubicBezTo>
                  <a:cubicBezTo>
                    <a:pt x="89" y="168"/>
                    <a:pt x="102" y="165"/>
                    <a:pt x="113" y="160"/>
                  </a:cubicBezTo>
                  <a:cubicBezTo>
                    <a:pt x="115" y="141"/>
                    <a:pt x="115" y="141"/>
                    <a:pt x="115" y="141"/>
                  </a:cubicBezTo>
                  <a:cubicBezTo>
                    <a:pt x="137" y="128"/>
                    <a:pt x="152" y="104"/>
                    <a:pt x="152" y="76"/>
                  </a:cubicBezTo>
                  <a:cubicBezTo>
                    <a:pt x="152" y="34"/>
                    <a:pt x="118" y="0"/>
                    <a:pt x="76" y="0"/>
                  </a:cubicBezTo>
                  <a:close/>
                  <a:moveTo>
                    <a:pt x="104" y="132"/>
                  </a:moveTo>
                  <a:cubicBezTo>
                    <a:pt x="102" y="150"/>
                    <a:pt x="102" y="150"/>
                    <a:pt x="102" y="150"/>
                  </a:cubicBezTo>
                  <a:cubicBezTo>
                    <a:pt x="102" y="150"/>
                    <a:pt x="95" y="154"/>
                    <a:pt x="76" y="154"/>
                  </a:cubicBezTo>
                  <a:cubicBezTo>
                    <a:pt x="57" y="154"/>
                    <a:pt x="50" y="150"/>
                    <a:pt x="50" y="150"/>
                  </a:cubicBezTo>
                  <a:cubicBezTo>
                    <a:pt x="48" y="132"/>
                    <a:pt x="48" y="132"/>
                    <a:pt x="48" y="132"/>
                  </a:cubicBezTo>
                  <a:cubicBezTo>
                    <a:pt x="27" y="122"/>
                    <a:pt x="13" y="101"/>
                    <a:pt x="13" y="76"/>
                  </a:cubicBezTo>
                  <a:cubicBezTo>
                    <a:pt x="13" y="42"/>
                    <a:pt x="41" y="14"/>
                    <a:pt x="76" y="14"/>
                  </a:cubicBezTo>
                  <a:cubicBezTo>
                    <a:pt x="110" y="14"/>
                    <a:pt x="139" y="42"/>
                    <a:pt x="139" y="76"/>
                  </a:cubicBezTo>
                  <a:cubicBezTo>
                    <a:pt x="139" y="101"/>
                    <a:pt x="124" y="122"/>
                    <a:pt x="104" y="132"/>
                  </a:cubicBezTo>
                  <a:close/>
                  <a:moveTo>
                    <a:pt x="93" y="104"/>
                  </a:moveTo>
                  <a:cubicBezTo>
                    <a:pt x="76" y="74"/>
                    <a:pt x="76" y="74"/>
                    <a:pt x="76" y="74"/>
                  </a:cubicBezTo>
                  <a:cubicBezTo>
                    <a:pt x="59" y="104"/>
                    <a:pt x="59" y="104"/>
                    <a:pt x="59" y="104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1" y="94"/>
                    <a:pt x="41" y="94"/>
                    <a:pt x="41" y="94"/>
                  </a:cubicBezTo>
                  <a:cubicBezTo>
                    <a:pt x="58" y="131"/>
                    <a:pt x="58" y="131"/>
                    <a:pt x="58" y="131"/>
                  </a:cubicBezTo>
                  <a:cubicBezTo>
                    <a:pt x="76" y="98"/>
                    <a:pt x="76" y="98"/>
                    <a:pt x="76" y="98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111" y="94"/>
                    <a:pt x="111" y="94"/>
                    <a:pt x="111" y="94"/>
                  </a:cubicBezTo>
                  <a:cubicBezTo>
                    <a:pt x="100" y="89"/>
                    <a:pt x="100" y="89"/>
                    <a:pt x="100" y="89"/>
                  </a:cubicBezTo>
                  <a:lnTo>
                    <a:pt x="93" y="10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613541" y="4587974"/>
            <a:ext cx="266955" cy="266955"/>
            <a:chOff x="5358679" y="4741181"/>
            <a:chExt cx="304370" cy="304370"/>
          </a:xfrm>
        </p:grpSpPr>
        <p:sp>
          <p:nvSpPr>
            <p:cNvPr id="39" name="Rounded Rectangle 34"/>
            <p:cNvSpPr/>
            <p:nvPr/>
          </p:nvSpPr>
          <p:spPr>
            <a:xfrm>
              <a:off x="5358679" y="4741181"/>
              <a:ext cx="304370" cy="30437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0" name="Group 56"/>
            <p:cNvGrpSpPr/>
            <p:nvPr/>
          </p:nvGrpSpPr>
          <p:grpSpPr>
            <a:xfrm>
              <a:off x="5428956" y="4835481"/>
              <a:ext cx="182883" cy="153761"/>
              <a:chOff x="10280549" y="2492063"/>
              <a:chExt cx="506412" cy="474662"/>
            </a:xfrm>
            <a:solidFill>
              <a:schemeClr val="bg1"/>
            </a:solidFill>
          </p:grpSpPr>
          <p:sp>
            <p:nvSpPr>
              <p:cNvPr id="41" name="Oval 5"/>
              <p:cNvSpPr>
                <a:spLocks noChangeArrowheads="1"/>
              </p:cNvSpPr>
              <p:nvPr/>
            </p:nvSpPr>
            <p:spPr bwMode="auto">
              <a:xfrm>
                <a:off x="10526611" y="2752413"/>
                <a:ext cx="60325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42" name="Freeform 6"/>
              <p:cNvSpPr>
                <a:spLocks noEditPoints="1"/>
              </p:cNvSpPr>
              <p:nvPr/>
            </p:nvSpPr>
            <p:spPr bwMode="auto">
              <a:xfrm>
                <a:off x="10280549" y="2492063"/>
                <a:ext cx="506412" cy="474662"/>
              </a:xfrm>
              <a:custGeom>
                <a:avLst/>
                <a:gdLst>
                  <a:gd name="T0" fmla="*/ 116 w 132"/>
                  <a:gd name="T1" fmla="*/ 48 h 124"/>
                  <a:gd name="T2" fmla="*/ 116 w 132"/>
                  <a:gd name="T3" fmla="*/ 22 h 124"/>
                  <a:gd name="T4" fmla="*/ 104 w 132"/>
                  <a:gd name="T5" fmla="*/ 0 h 124"/>
                  <a:gd name="T6" fmla="*/ 22 w 132"/>
                  <a:gd name="T7" fmla="*/ 0 h 124"/>
                  <a:gd name="T8" fmla="*/ 0 w 132"/>
                  <a:gd name="T9" fmla="*/ 102 h 124"/>
                  <a:gd name="T10" fmla="*/ 94 w 132"/>
                  <a:gd name="T11" fmla="*/ 124 h 124"/>
                  <a:gd name="T12" fmla="*/ 116 w 132"/>
                  <a:gd name="T13" fmla="*/ 96 h 124"/>
                  <a:gd name="T14" fmla="*/ 116 w 132"/>
                  <a:gd name="T15" fmla="*/ 48 h 124"/>
                  <a:gd name="T16" fmla="*/ 88 w 132"/>
                  <a:gd name="T17" fmla="*/ 8 h 124"/>
                  <a:gd name="T18" fmla="*/ 108 w 132"/>
                  <a:gd name="T19" fmla="*/ 12 h 124"/>
                  <a:gd name="T20" fmla="*/ 108 w 132"/>
                  <a:gd name="T21" fmla="*/ 24 h 124"/>
                  <a:gd name="T22" fmla="*/ 104 w 132"/>
                  <a:gd name="T23" fmla="*/ 36 h 124"/>
                  <a:gd name="T24" fmla="*/ 104 w 132"/>
                  <a:gd name="T25" fmla="*/ 32 h 124"/>
                  <a:gd name="T26" fmla="*/ 104 w 132"/>
                  <a:gd name="T27" fmla="*/ 16 h 124"/>
                  <a:gd name="T28" fmla="*/ 16 w 132"/>
                  <a:gd name="T29" fmla="*/ 12 h 124"/>
                  <a:gd name="T30" fmla="*/ 12 w 132"/>
                  <a:gd name="T31" fmla="*/ 24 h 124"/>
                  <a:gd name="T32" fmla="*/ 8 w 132"/>
                  <a:gd name="T33" fmla="*/ 22 h 124"/>
                  <a:gd name="T34" fmla="*/ 100 w 132"/>
                  <a:gd name="T35" fmla="*/ 20 h 124"/>
                  <a:gd name="T36" fmla="*/ 16 w 132"/>
                  <a:gd name="T37" fmla="*/ 16 h 124"/>
                  <a:gd name="T38" fmla="*/ 100 w 132"/>
                  <a:gd name="T39" fmla="*/ 20 h 124"/>
                  <a:gd name="T40" fmla="*/ 100 w 132"/>
                  <a:gd name="T41" fmla="*/ 28 h 124"/>
                  <a:gd name="T42" fmla="*/ 16 w 132"/>
                  <a:gd name="T43" fmla="*/ 24 h 124"/>
                  <a:gd name="T44" fmla="*/ 100 w 132"/>
                  <a:gd name="T45" fmla="*/ 32 h 124"/>
                  <a:gd name="T46" fmla="*/ 88 w 132"/>
                  <a:gd name="T47" fmla="*/ 36 h 124"/>
                  <a:gd name="T48" fmla="*/ 16 w 132"/>
                  <a:gd name="T49" fmla="*/ 35 h 124"/>
                  <a:gd name="T50" fmla="*/ 100 w 132"/>
                  <a:gd name="T51" fmla="*/ 32 h 124"/>
                  <a:gd name="T52" fmla="*/ 94 w 132"/>
                  <a:gd name="T53" fmla="*/ 116 h 124"/>
                  <a:gd name="T54" fmla="*/ 8 w 132"/>
                  <a:gd name="T55" fmla="*/ 102 h 124"/>
                  <a:gd name="T56" fmla="*/ 22 w 132"/>
                  <a:gd name="T57" fmla="*/ 44 h 124"/>
                  <a:gd name="T58" fmla="*/ 104 w 132"/>
                  <a:gd name="T59" fmla="*/ 44 h 124"/>
                  <a:gd name="T60" fmla="*/ 108 w 132"/>
                  <a:gd name="T61" fmla="*/ 56 h 124"/>
                  <a:gd name="T62" fmla="*/ 52 w 132"/>
                  <a:gd name="T63" fmla="*/ 76 h 124"/>
                  <a:gd name="T64" fmla="*/ 108 w 132"/>
                  <a:gd name="T65" fmla="*/ 96 h 124"/>
                  <a:gd name="T66" fmla="*/ 113 w 132"/>
                  <a:gd name="T67" fmla="*/ 88 h 124"/>
                  <a:gd name="T68" fmla="*/ 60 w 132"/>
                  <a:gd name="T69" fmla="*/ 76 h 124"/>
                  <a:gd name="T70" fmla="*/ 108 w 132"/>
                  <a:gd name="T71" fmla="*/ 64 h 124"/>
                  <a:gd name="T72" fmla="*/ 115 w 132"/>
                  <a:gd name="T73" fmla="*/ 59 h 124"/>
                  <a:gd name="T74" fmla="*/ 120 w 132"/>
                  <a:gd name="T75" fmla="*/ 7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2" h="124">
                    <a:moveTo>
                      <a:pt x="116" y="48"/>
                    </a:moveTo>
                    <a:cubicBezTo>
                      <a:pt x="116" y="48"/>
                      <a:pt x="116" y="48"/>
                      <a:pt x="116" y="48"/>
                    </a:cubicBezTo>
                    <a:cubicBezTo>
                      <a:pt x="116" y="24"/>
                      <a:pt x="116" y="24"/>
                      <a:pt x="116" y="24"/>
                    </a:cubicBezTo>
                    <a:cubicBezTo>
                      <a:pt x="116" y="22"/>
                      <a:pt x="116" y="22"/>
                      <a:pt x="116" y="22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6" y="5"/>
                      <a:pt x="111" y="0"/>
                      <a:pt x="104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14"/>
                      <a:pt x="10" y="124"/>
                      <a:pt x="22" y="124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106" y="124"/>
                      <a:pt x="116" y="114"/>
                      <a:pt x="116" y="102"/>
                    </a:cubicBezTo>
                    <a:cubicBezTo>
                      <a:pt x="116" y="96"/>
                      <a:pt x="116" y="96"/>
                      <a:pt x="116" y="96"/>
                    </a:cubicBezTo>
                    <a:cubicBezTo>
                      <a:pt x="116" y="96"/>
                      <a:pt x="116" y="96"/>
                      <a:pt x="116" y="96"/>
                    </a:cubicBezTo>
                    <a:cubicBezTo>
                      <a:pt x="132" y="84"/>
                      <a:pt x="132" y="60"/>
                      <a:pt x="116" y="48"/>
                    </a:cubicBezTo>
                    <a:close/>
                    <a:moveTo>
                      <a:pt x="22" y="8"/>
                    </a:moveTo>
                    <a:cubicBezTo>
                      <a:pt x="88" y="8"/>
                      <a:pt x="88" y="8"/>
                      <a:pt x="88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06" y="8"/>
                      <a:pt x="108" y="10"/>
                      <a:pt x="108" y="1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08" y="37"/>
                      <a:pt x="108" y="37"/>
                      <a:pt x="108" y="37"/>
                    </a:cubicBezTo>
                    <a:cubicBezTo>
                      <a:pt x="107" y="36"/>
                      <a:pt x="105" y="36"/>
                      <a:pt x="104" y="36"/>
                    </a:cubicBezTo>
                    <a:cubicBezTo>
                      <a:pt x="104" y="36"/>
                      <a:pt x="104" y="36"/>
                      <a:pt x="104" y="36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4"/>
                      <a:pt x="104" y="24"/>
                      <a:pt x="104" y="24"/>
                    </a:cubicBezTo>
                    <a:cubicBezTo>
                      <a:pt x="104" y="16"/>
                      <a:pt x="104" y="16"/>
                      <a:pt x="104" y="16"/>
                    </a:cubicBezTo>
                    <a:cubicBezTo>
                      <a:pt x="104" y="14"/>
                      <a:pt x="102" y="12"/>
                      <a:pt x="100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4" y="12"/>
                      <a:pt x="12" y="14"/>
                      <a:pt x="12" y="1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0" y="29"/>
                      <a:pt x="8" y="26"/>
                      <a:pt x="8" y="22"/>
                    </a:cubicBezTo>
                    <a:cubicBezTo>
                      <a:pt x="8" y="14"/>
                      <a:pt x="14" y="8"/>
                      <a:pt x="22" y="8"/>
                    </a:cubicBezTo>
                    <a:close/>
                    <a:moveTo>
                      <a:pt x="100" y="20"/>
                    </a:move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00" y="16"/>
                      <a:pt x="100" y="16"/>
                      <a:pt x="100" y="16"/>
                    </a:cubicBezTo>
                    <a:lnTo>
                      <a:pt x="100" y="20"/>
                    </a:lnTo>
                    <a:close/>
                    <a:moveTo>
                      <a:pt x="100" y="24"/>
                    </a:moveTo>
                    <a:cubicBezTo>
                      <a:pt x="100" y="28"/>
                      <a:pt x="100" y="28"/>
                      <a:pt x="100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4"/>
                      <a:pt x="16" y="24"/>
                      <a:pt x="16" y="24"/>
                    </a:cubicBezTo>
                    <a:lnTo>
                      <a:pt x="100" y="24"/>
                    </a:lnTo>
                    <a:close/>
                    <a:moveTo>
                      <a:pt x="100" y="32"/>
                    </a:moveTo>
                    <a:cubicBezTo>
                      <a:pt x="100" y="36"/>
                      <a:pt x="100" y="36"/>
                      <a:pt x="100" y="36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0" y="36"/>
                      <a:pt x="18" y="35"/>
                      <a:pt x="16" y="35"/>
                    </a:cubicBezTo>
                    <a:cubicBezTo>
                      <a:pt x="16" y="32"/>
                      <a:pt x="16" y="32"/>
                      <a:pt x="16" y="32"/>
                    </a:cubicBezTo>
                    <a:lnTo>
                      <a:pt x="100" y="32"/>
                    </a:lnTo>
                    <a:close/>
                    <a:moveTo>
                      <a:pt x="108" y="102"/>
                    </a:moveTo>
                    <a:cubicBezTo>
                      <a:pt x="108" y="110"/>
                      <a:pt x="102" y="116"/>
                      <a:pt x="94" y="116"/>
                    </a:cubicBezTo>
                    <a:cubicBezTo>
                      <a:pt x="22" y="116"/>
                      <a:pt x="22" y="116"/>
                      <a:pt x="22" y="116"/>
                    </a:cubicBezTo>
                    <a:cubicBezTo>
                      <a:pt x="14" y="116"/>
                      <a:pt x="8" y="110"/>
                      <a:pt x="8" y="102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12" y="42"/>
                      <a:pt x="17" y="44"/>
                      <a:pt x="22" y="44"/>
                    </a:cubicBezTo>
                    <a:cubicBezTo>
                      <a:pt x="88" y="44"/>
                      <a:pt x="88" y="44"/>
                      <a:pt x="88" y="44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106" y="44"/>
                      <a:pt x="108" y="46"/>
                      <a:pt x="108" y="48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61" y="56"/>
                      <a:pt x="52" y="65"/>
                      <a:pt x="52" y="76"/>
                    </a:cubicBezTo>
                    <a:cubicBezTo>
                      <a:pt x="52" y="87"/>
                      <a:pt x="61" y="96"/>
                      <a:pt x="72" y="96"/>
                    </a:cubicBezTo>
                    <a:cubicBezTo>
                      <a:pt x="108" y="96"/>
                      <a:pt x="108" y="96"/>
                      <a:pt x="108" y="96"/>
                    </a:cubicBezTo>
                    <a:lnTo>
                      <a:pt x="108" y="102"/>
                    </a:lnTo>
                    <a:close/>
                    <a:moveTo>
                      <a:pt x="113" y="88"/>
                    </a:moveTo>
                    <a:cubicBezTo>
                      <a:pt x="72" y="88"/>
                      <a:pt x="72" y="88"/>
                      <a:pt x="72" y="88"/>
                    </a:cubicBezTo>
                    <a:cubicBezTo>
                      <a:pt x="65" y="88"/>
                      <a:pt x="60" y="83"/>
                      <a:pt x="60" y="76"/>
                    </a:cubicBezTo>
                    <a:cubicBezTo>
                      <a:pt x="60" y="69"/>
                      <a:pt x="65" y="64"/>
                      <a:pt x="72" y="64"/>
                    </a:cubicBezTo>
                    <a:cubicBezTo>
                      <a:pt x="108" y="64"/>
                      <a:pt x="108" y="64"/>
                      <a:pt x="108" y="64"/>
                    </a:cubicBezTo>
                    <a:cubicBezTo>
                      <a:pt x="110" y="64"/>
                      <a:pt x="113" y="63"/>
                      <a:pt x="114" y="61"/>
                    </a:cubicBezTo>
                    <a:cubicBezTo>
                      <a:pt x="115" y="60"/>
                      <a:pt x="115" y="60"/>
                      <a:pt x="115" y="59"/>
                    </a:cubicBezTo>
                    <a:cubicBezTo>
                      <a:pt x="115" y="59"/>
                      <a:pt x="116" y="59"/>
                      <a:pt x="116" y="59"/>
                    </a:cubicBezTo>
                    <a:cubicBezTo>
                      <a:pt x="118" y="62"/>
                      <a:pt x="120" y="67"/>
                      <a:pt x="120" y="72"/>
                    </a:cubicBezTo>
                    <a:cubicBezTo>
                      <a:pt x="120" y="78"/>
                      <a:pt x="118" y="84"/>
                      <a:pt x="113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</a:endParaRP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8442626" y="4587974"/>
            <a:ext cx="266955" cy="266955"/>
            <a:chOff x="6211227" y="4786011"/>
            <a:chExt cx="304370" cy="304370"/>
          </a:xfrm>
        </p:grpSpPr>
        <p:sp>
          <p:nvSpPr>
            <p:cNvPr id="44" name="Rounded Rectangle 34"/>
            <p:cNvSpPr/>
            <p:nvPr/>
          </p:nvSpPr>
          <p:spPr>
            <a:xfrm>
              <a:off x="6211227" y="4786011"/>
              <a:ext cx="304370" cy="30437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 64"/>
            <p:cNvSpPr>
              <a:spLocks noEditPoints="1"/>
            </p:cNvSpPr>
            <p:nvPr/>
          </p:nvSpPr>
          <p:spPr bwMode="auto">
            <a:xfrm>
              <a:off x="6279369" y="4875136"/>
              <a:ext cx="174239" cy="168876"/>
            </a:xfrm>
            <a:custGeom>
              <a:avLst/>
              <a:gdLst>
                <a:gd name="T0" fmla="*/ 232773 w 133"/>
                <a:gd name="T1" fmla="*/ 0 h 127"/>
                <a:gd name="T2" fmla="*/ 16760 w 133"/>
                <a:gd name="T3" fmla="*/ 0 h 127"/>
                <a:gd name="T4" fmla="*/ 0 w 133"/>
                <a:gd name="T5" fmla="*/ 16758 h 127"/>
                <a:gd name="T6" fmla="*/ 0 w 133"/>
                <a:gd name="T7" fmla="*/ 169444 h 127"/>
                <a:gd name="T8" fmla="*/ 16760 w 133"/>
                <a:gd name="T9" fmla="*/ 186202 h 127"/>
                <a:gd name="T10" fmla="*/ 98696 w 133"/>
                <a:gd name="T11" fmla="*/ 186202 h 127"/>
                <a:gd name="T12" fmla="*/ 74488 w 133"/>
                <a:gd name="T13" fmla="*/ 219719 h 127"/>
                <a:gd name="T14" fmla="*/ 74488 w 133"/>
                <a:gd name="T15" fmla="*/ 236477 h 127"/>
                <a:gd name="T16" fmla="*/ 98696 w 133"/>
                <a:gd name="T17" fmla="*/ 236477 h 127"/>
                <a:gd name="T18" fmla="*/ 148975 w 133"/>
                <a:gd name="T19" fmla="*/ 236477 h 127"/>
                <a:gd name="T20" fmla="*/ 175046 w 133"/>
                <a:gd name="T21" fmla="*/ 236477 h 127"/>
                <a:gd name="T22" fmla="*/ 175046 w 133"/>
                <a:gd name="T23" fmla="*/ 219719 h 127"/>
                <a:gd name="T24" fmla="*/ 148975 w 133"/>
                <a:gd name="T25" fmla="*/ 186202 h 127"/>
                <a:gd name="T26" fmla="*/ 232773 w 133"/>
                <a:gd name="T27" fmla="*/ 186202 h 127"/>
                <a:gd name="T28" fmla="*/ 247671 w 133"/>
                <a:gd name="T29" fmla="*/ 169444 h 127"/>
                <a:gd name="T30" fmla="*/ 247671 w 133"/>
                <a:gd name="T31" fmla="*/ 16758 h 127"/>
                <a:gd name="T32" fmla="*/ 232773 w 133"/>
                <a:gd name="T33" fmla="*/ 0 h 127"/>
                <a:gd name="T34" fmla="*/ 111731 w 133"/>
                <a:gd name="T35" fmla="*/ 165720 h 127"/>
                <a:gd name="T36" fmla="*/ 124767 w 133"/>
                <a:gd name="T37" fmla="*/ 152686 h 127"/>
                <a:gd name="T38" fmla="*/ 139664 w 133"/>
                <a:gd name="T39" fmla="*/ 165720 h 127"/>
                <a:gd name="T40" fmla="*/ 124767 w 133"/>
                <a:gd name="T41" fmla="*/ 180616 h 127"/>
                <a:gd name="T42" fmla="*/ 111731 w 133"/>
                <a:gd name="T43" fmla="*/ 165720 h 127"/>
                <a:gd name="T44" fmla="*/ 230911 w 133"/>
                <a:gd name="T45" fmla="*/ 147100 h 127"/>
                <a:gd name="T46" fmla="*/ 18622 w 133"/>
                <a:gd name="T47" fmla="*/ 147100 h 127"/>
                <a:gd name="T48" fmla="*/ 18622 w 133"/>
                <a:gd name="T49" fmla="*/ 18620 h 127"/>
                <a:gd name="T50" fmla="*/ 230911 w 133"/>
                <a:gd name="T51" fmla="*/ 18620 h 127"/>
                <a:gd name="T52" fmla="*/ 230911 w 133"/>
                <a:gd name="T53" fmla="*/ 147100 h 12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33" h="127">
                  <a:moveTo>
                    <a:pt x="125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6"/>
                    <a:pt x="4" y="100"/>
                    <a:pt x="9" y="100"/>
                  </a:cubicBezTo>
                  <a:cubicBezTo>
                    <a:pt x="53" y="100"/>
                    <a:pt x="53" y="100"/>
                    <a:pt x="53" y="100"/>
                  </a:cubicBezTo>
                  <a:cubicBezTo>
                    <a:pt x="53" y="100"/>
                    <a:pt x="55" y="118"/>
                    <a:pt x="40" y="118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80" y="127"/>
                    <a:pt x="80" y="127"/>
                    <a:pt x="80" y="127"/>
                  </a:cubicBezTo>
                  <a:cubicBezTo>
                    <a:pt x="94" y="127"/>
                    <a:pt x="94" y="127"/>
                    <a:pt x="94" y="127"/>
                  </a:cubicBezTo>
                  <a:cubicBezTo>
                    <a:pt x="94" y="118"/>
                    <a:pt x="94" y="118"/>
                    <a:pt x="94" y="118"/>
                  </a:cubicBezTo>
                  <a:cubicBezTo>
                    <a:pt x="78" y="118"/>
                    <a:pt x="80" y="100"/>
                    <a:pt x="80" y="100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9" y="100"/>
                    <a:pt x="133" y="96"/>
                    <a:pt x="133" y="91"/>
                  </a:cubicBezTo>
                  <a:cubicBezTo>
                    <a:pt x="133" y="9"/>
                    <a:pt x="133" y="9"/>
                    <a:pt x="133" y="9"/>
                  </a:cubicBezTo>
                  <a:cubicBezTo>
                    <a:pt x="133" y="4"/>
                    <a:pt x="129" y="0"/>
                    <a:pt x="125" y="0"/>
                  </a:cubicBezTo>
                  <a:close/>
                  <a:moveTo>
                    <a:pt x="60" y="89"/>
                  </a:moveTo>
                  <a:cubicBezTo>
                    <a:pt x="60" y="85"/>
                    <a:pt x="63" y="82"/>
                    <a:pt x="67" y="82"/>
                  </a:cubicBezTo>
                  <a:cubicBezTo>
                    <a:pt x="72" y="82"/>
                    <a:pt x="75" y="85"/>
                    <a:pt x="75" y="89"/>
                  </a:cubicBezTo>
                  <a:cubicBezTo>
                    <a:pt x="75" y="94"/>
                    <a:pt x="72" y="97"/>
                    <a:pt x="67" y="97"/>
                  </a:cubicBezTo>
                  <a:cubicBezTo>
                    <a:pt x="63" y="97"/>
                    <a:pt x="60" y="94"/>
                    <a:pt x="60" y="89"/>
                  </a:cubicBezTo>
                  <a:close/>
                  <a:moveTo>
                    <a:pt x="124" y="79"/>
                  </a:moveTo>
                  <a:cubicBezTo>
                    <a:pt x="10" y="79"/>
                    <a:pt x="10" y="79"/>
                    <a:pt x="10" y="7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24" y="10"/>
                    <a:pt x="124" y="10"/>
                    <a:pt x="124" y="10"/>
                  </a:cubicBezTo>
                  <a:lnTo>
                    <a:pt x="124" y="7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031038" y="4587974"/>
            <a:ext cx="266955" cy="266955"/>
            <a:chOff x="6804248" y="4807389"/>
            <a:chExt cx="304370" cy="304370"/>
          </a:xfrm>
        </p:grpSpPr>
        <p:sp>
          <p:nvSpPr>
            <p:cNvPr id="47" name="Rounded Rectangle 34"/>
            <p:cNvSpPr/>
            <p:nvPr/>
          </p:nvSpPr>
          <p:spPr>
            <a:xfrm>
              <a:off x="6804248" y="4807389"/>
              <a:ext cx="304370" cy="30437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8" name="Group 54"/>
            <p:cNvGrpSpPr/>
            <p:nvPr/>
          </p:nvGrpSpPr>
          <p:grpSpPr>
            <a:xfrm>
              <a:off x="6881559" y="4879673"/>
              <a:ext cx="149747" cy="194671"/>
              <a:chOff x="6421904" y="4798576"/>
              <a:chExt cx="299494" cy="389342"/>
            </a:xfrm>
            <a:solidFill>
              <a:schemeClr val="bg1"/>
            </a:solidFill>
          </p:grpSpPr>
          <p:sp>
            <p:nvSpPr>
              <p:cNvPr id="49" name="Freeform 170"/>
              <p:cNvSpPr/>
              <p:nvPr/>
            </p:nvSpPr>
            <p:spPr bwMode="auto">
              <a:xfrm>
                <a:off x="6421904" y="4910886"/>
                <a:ext cx="299494" cy="277032"/>
              </a:xfrm>
              <a:custGeom>
                <a:avLst/>
                <a:gdLst>
                  <a:gd name="T0" fmla="*/ 45 w 90"/>
                  <a:gd name="T1" fmla="*/ 83 h 83"/>
                  <a:gd name="T2" fmla="*/ 90 w 90"/>
                  <a:gd name="T3" fmla="*/ 0 h 83"/>
                  <a:gd name="T4" fmla="*/ 0 w 90"/>
                  <a:gd name="T5" fmla="*/ 0 h 83"/>
                  <a:gd name="T6" fmla="*/ 45 w 90"/>
                  <a:gd name="T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83">
                    <a:moveTo>
                      <a:pt x="45" y="83"/>
                    </a:moveTo>
                    <a:cubicBezTo>
                      <a:pt x="90" y="59"/>
                      <a:pt x="90" y="0"/>
                      <a:pt x="9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59"/>
                      <a:pt x="45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50" name="Freeform 171"/>
              <p:cNvSpPr/>
              <p:nvPr/>
            </p:nvSpPr>
            <p:spPr bwMode="auto">
              <a:xfrm>
                <a:off x="6421904" y="4798576"/>
                <a:ext cx="299494" cy="94840"/>
              </a:xfrm>
              <a:custGeom>
                <a:avLst/>
                <a:gdLst>
                  <a:gd name="T0" fmla="*/ 84 w 90"/>
                  <a:gd name="T1" fmla="*/ 0 h 29"/>
                  <a:gd name="T2" fmla="*/ 68 w 90"/>
                  <a:gd name="T3" fmla="*/ 16 h 29"/>
                  <a:gd name="T4" fmla="*/ 52 w 90"/>
                  <a:gd name="T5" fmla="*/ 0 h 29"/>
                  <a:gd name="T6" fmla="*/ 39 w 90"/>
                  <a:gd name="T7" fmla="*/ 0 h 29"/>
                  <a:gd name="T8" fmla="*/ 23 w 90"/>
                  <a:gd name="T9" fmla="*/ 16 h 29"/>
                  <a:gd name="T10" fmla="*/ 7 w 90"/>
                  <a:gd name="T11" fmla="*/ 0 h 29"/>
                  <a:gd name="T12" fmla="*/ 0 w 90"/>
                  <a:gd name="T13" fmla="*/ 0 h 29"/>
                  <a:gd name="T14" fmla="*/ 0 w 90"/>
                  <a:gd name="T15" fmla="*/ 29 h 29"/>
                  <a:gd name="T16" fmla="*/ 90 w 90"/>
                  <a:gd name="T17" fmla="*/ 29 h 29"/>
                  <a:gd name="T18" fmla="*/ 90 w 90"/>
                  <a:gd name="T19" fmla="*/ 0 h 29"/>
                  <a:gd name="T20" fmla="*/ 84 w 90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29">
                    <a:moveTo>
                      <a:pt x="84" y="0"/>
                    </a:moveTo>
                    <a:cubicBezTo>
                      <a:pt x="84" y="9"/>
                      <a:pt x="77" y="16"/>
                      <a:pt x="68" y="16"/>
                    </a:cubicBezTo>
                    <a:cubicBezTo>
                      <a:pt x="59" y="16"/>
                      <a:pt x="52" y="9"/>
                      <a:pt x="52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9"/>
                      <a:pt x="32" y="16"/>
                      <a:pt x="23" y="16"/>
                    </a:cubicBezTo>
                    <a:cubicBezTo>
                      <a:pt x="14" y="16"/>
                      <a:pt x="7" y="9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0"/>
                      <a:pt x="90" y="0"/>
                      <a:pt x="90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247" y="822697"/>
            <a:ext cx="765659" cy="686453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5630243" y="0"/>
            <a:ext cx="0" cy="9875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520" y="420982"/>
            <a:ext cx="765659" cy="686453"/>
          </a:xfrm>
          <a:prstGeom prst="rect">
            <a:avLst/>
          </a:prstGeom>
        </p:spPr>
      </p:pic>
      <p:cxnSp>
        <p:nvCxnSpPr>
          <p:cNvPr id="55" name="直接连接符 54"/>
          <p:cNvCxnSpPr/>
          <p:nvPr/>
        </p:nvCxnSpPr>
        <p:spPr>
          <a:xfrm>
            <a:off x="6384151" y="0"/>
            <a:ext cx="0" cy="5907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图片 5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215" y="1135588"/>
            <a:ext cx="765659" cy="686453"/>
          </a:xfrm>
          <a:prstGeom prst="rect">
            <a:avLst/>
          </a:prstGeom>
        </p:spPr>
      </p:pic>
      <p:cxnSp>
        <p:nvCxnSpPr>
          <p:cNvPr id="57" name="直接连接符 56"/>
          <p:cNvCxnSpPr/>
          <p:nvPr/>
        </p:nvCxnSpPr>
        <p:spPr>
          <a:xfrm>
            <a:off x="7138059" y="0"/>
            <a:ext cx="0" cy="13049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图片 5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217" y="651064"/>
            <a:ext cx="765659" cy="686453"/>
          </a:xfrm>
          <a:prstGeom prst="rect">
            <a:avLst/>
          </a:prstGeom>
        </p:spPr>
      </p:pic>
      <p:cxnSp>
        <p:nvCxnSpPr>
          <p:cNvPr id="59" name="直接连接符 58"/>
          <p:cNvCxnSpPr/>
          <p:nvPr/>
        </p:nvCxnSpPr>
        <p:spPr>
          <a:xfrm>
            <a:off x="7891967" y="0"/>
            <a:ext cx="0" cy="82391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879" y="959840"/>
            <a:ext cx="765659" cy="686453"/>
          </a:xfrm>
          <a:prstGeom prst="rect">
            <a:avLst/>
          </a:prstGeom>
        </p:spPr>
      </p:pic>
      <p:cxnSp>
        <p:nvCxnSpPr>
          <p:cNvPr id="63" name="直接连接符 62"/>
          <p:cNvCxnSpPr/>
          <p:nvPr/>
        </p:nvCxnSpPr>
        <p:spPr>
          <a:xfrm>
            <a:off x="8645875" y="13486"/>
            <a:ext cx="0" cy="11152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班得瑞乐团 - childhood memory - bandari 童年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609600" y="4533900"/>
            <a:ext cx="609600" cy="609600"/>
          </a:xfrm>
          <a:prstGeom prst="rect">
            <a:avLst/>
          </a:prstGeom>
        </p:spPr>
      </p:pic>
      <p:pic>
        <p:nvPicPr>
          <p:cNvPr id="11" name="图片 10" descr="t014068c4121f1f2a6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985" y="1231900"/>
            <a:ext cx="1736725" cy="191960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3181350" y="1882140"/>
            <a:ext cx="6022340" cy="417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700"/>
                            </p:stCondLst>
                            <p:childTnLst>
                              <p:par>
                                <p:cTn id="5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40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27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6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65" tmFilter="0, 0; 0.125,0.2665; 0.25,0.4; 0.375,0.465; 0.5,0.5;  0.625,0.535; 0.75,0.6; 0.875,0.7335; 1,1">
                                          <p:stCondLst>
                                            <p:cond delay="465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32" tmFilter="0, 0; 0.125,0.2665; 0.25,0.4; 0.375,0.465; 0.5,0.5;  0.625,0.535; 0.75,0.6; 0.875,0.7335; 1,1">
                                          <p:stCondLst>
                                            <p:cond delay="927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15" tmFilter="0, 0; 0.125,0.2665; 0.25,0.4; 0.375,0.465; 0.5,0.5;  0.625,0.535; 0.75,0.6; 0.875,0.7335; 1,1">
                                          <p:stCondLst>
                                            <p:cond delay="115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8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16" decel="50000">
                                          <p:stCondLst>
                                            <p:cond delay="473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8">
                                          <p:stCondLst>
                                            <p:cond delay="918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16" decel="50000">
                                          <p:stCondLst>
                                            <p:cond delay="937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8">
                                          <p:stCondLst>
                                            <p:cond delay="11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16" decel="50000">
                                          <p:stCondLst>
                                            <p:cond delay="1168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8">
                                          <p:stCondLst>
                                            <p:cond delay="1266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16" decel="50000">
                                          <p:stCondLst>
                                            <p:cond delay="1284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187"/>
                            </p:stCondLst>
                            <p:childTnLst>
                              <p:par>
                                <p:cTn id="7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 tmFilter="0,0; .5, 1; 1, 1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388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888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388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677 -0.99197 L 2.22222E-6 -1.23457E-6 " pathEditMode="relative" rAng="0" ptsTypes="AA">
                                      <p:cBhvr>
                                        <p:cTn id="112" dur="2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30" y="49599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5955 -1.00586 L -2.5E-6 -1.23457E-6 " pathEditMode="relative" rAng="0" ptsTypes="AA">
                                      <p:cBhvr>
                                        <p:cTn id="114" dur="2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69" y="50278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1598 -0.96389 L 3.05556E-6 -1.23457E-6 " pathEditMode="relative" rAng="0" ptsTypes="AA">
                                      <p:cBhvr>
                                        <p:cTn id="116" dur="2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99" y="48179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816 -0.96389 L -2.22222E-6 -1.23457E-6 " pathEditMode="relative" rAng="0" ptsTypes="AA">
                                      <p:cBhvr>
                                        <p:cTn id="118" dur="2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99" y="48179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3368 -1.00586 L 2.77778E-6 -1.23457E-6 " pathEditMode="relative" rAng="0" ptsTypes="AA">
                                      <p:cBhvr>
                                        <p:cTn id="120" dur="2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684" y="50278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7187 -1.00586 L -1.94444E-6 -1.23457E-6 " pathEditMode="relative" rAng="0" ptsTypes="AA">
                                      <p:cBhvr>
                                        <p:cTn id="122" dur="2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594" y="50278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35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94" grpId="0"/>
      <p:bldP spid="95" grpId="0"/>
      <p:bldP spid="96" grpId="0"/>
      <p:bldP spid="9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60"/>
            <a:ext cx="9175273" cy="5143500"/>
          </a:xfrm>
          <a:prstGeom prst="rect">
            <a:avLst/>
          </a:prstGeom>
        </p:spPr>
      </p:pic>
      <p:sp>
        <p:nvSpPr>
          <p:cNvPr id="64" name="任意多边形 63"/>
          <p:cNvSpPr/>
          <p:nvPr/>
        </p:nvSpPr>
        <p:spPr>
          <a:xfrm>
            <a:off x="-2433" y="1283720"/>
            <a:ext cx="7758412" cy="2461987"/>
          </a:xfrm>
          <a:custGeom>
            <a:avLst/>
            <a:gdLst>
              <a:gd name="connsiteX0" fmla="*/ 0 w 7758412"/>
              <a:gd name="connsiteY0" fmla="*/ 1512414 h 2461987"/>
              <a:gd name="connsiteX1" fmla="*/ 1685925 w 7758412"/>
              <a:gd name="connsiteY1" fmla="*/ 16989 h 2461987"/>
              <a:gd name="connsiteX2" fmla="*/ 5095875 w 7758412"/>
              <a:gd name="connsiteY2" fmla="*/ 2388714 h 2461987"/>
              <a:gd name="connsiteX3" fmla="*/ 7477125 w 7758412"/>
              <a:gd name="connsiteY3" fmla="*/ 1855314 h 2461987"/>
              <a:gd name="connsiteX4" fmla="*/ 7620000 w 7758412"/>
              <a:gd name="connsiteY4" fmla="*/ 1836264 h 246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8412" h="2461987">
                <a:moveTo>
                  <a:pt x="0" y="1512414"/>
                </a:moveTo>
                <a:cubicBezTo>
                  <a:pt x="418306" y="691676"/>
                  <a:pt x="836613" y="-129061"/>
                  <a:pt x="1685925" y="16989"/>
                </a:cubicBezTo>
                <a:cubicBezTo>
                  <a:pt x="2535237" y="163039"/>
                  <a:pt x="4130675" y="2082327"/>
                  <a:pt x="5095875" y="2388714"/>
                </a:cubicBezTo>
                <a:cubicBezTo>
                  <a:pt x="6061075" y="2695101"/>
                  <a:pt x="7056438" y="1947389"/>
                  <a:pt x="7477125" y="1855314"/>
                </a:cubicBezTo>
                <a:cubicBezTo>
                  <a:pt x="7897812" y="1763239"/>
                  <a:pt x="7758906" y="1799751"/>
                  <a:pt x="7620000" y="1836264"/>
                </a:cubicBezTo>
              </a:path>
            </a:pathLst>
          </a:custGeom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7629967" y="2671123"/>
            <a:ext cx="849821" cy="635481"/>
            <a:chOff x="6060116" y="2405136"/>
            <a:chExt cx="849821" cy="635481"/>
          </a:xfrm>
        </p:grpSpPr>
        <p:sp>
          <p:nvSpPr>
            <p:cNvPr id="12" name="Freeform 133"/>
            <p:cNvSpPr/>
            <p:nvPr/>
          </p:nvSpPr>
          <p:spPr bwMode="auto">
            <a:xfrm rot="2700000" flipH="1">
              <a:off x="6122237" y="2789035"/>
              <a:ext cx="189461" cy="313703"/>
            </a:xfrm>
            <a:custGeom>
              <a:avLst/>
              <a:gdLst>
                <a:gd name="T0" fmla="*/ 7566 w 397"/>
                <a:gd name="T1" fmla="*/ 1009717 h 659"/>
                <a:gd name="T2" fmla="*/ 0 w 397"/>
                <a:gd name="T3" fmla="*/ 1009717 h 659"/>
                <a:gd name="T4" fmla="*/ 0 w 397"/>
                <a:gd name="T5" fmla="*/ 1009717 h 659"/>
                <a:gd name="T6" fmla="*/ 11348 w 397"/>
                <a:gd name="T7" fmla="*/ 1021020 h 659"/>
                <a:gd name="T8" fmla="*/ 15131 w 397"/>
                <a:gd name="T9" fmla="*/ 1062464 h 659"/>
                <a:gd name="T10" fmla="*/ 18914 w 397"/>
                <a:gd name="T11" fmla="*/ 1069999 h 659"/>
                <a:gd name="T12" fmla="*/ 181575 w 397"/>
                <a:gd name="T13" fmla="*/ 1574858 h 659"/>
                <a:gd name="T14" fmla="*/ 348019 w 397"/>
                <a:gd name="T15" fmla="*/ 1092605 h 659"/>
                <a:gd name="T16" fmla="*/ 650644 w 397"/>
                <a:gd name="T17" fmla="*/ 1661513 h 659"/>
                <a:gd name="T18" fmla="*/ 548508 w 397"/>
                <a:gd name="T19" fmla="*/ 2124928 h 659"/>
                <a:gd name="T20" fmla="*/ 760345 w 397"/>
                <a:gd name="T21" fmla="*/ 2482850 h 659"/>
                <a:gd name="T22" fmla="*/ 650644 w 397"/>
                <a:gd name="T23" fmla="*/ 2275632 h 659"/>
                <a:gd name="T24" fmla="*/ 688472 w 397"/>
                <a:gd name="T25" fmla="*/ 1989294 h 659"/>
                <a:gd name="T26" fmla="*/ 866264 w 397"/>
                <a:gd name="T27" fmla="*/ 1740632 h 659"/>
                <a:gd name="T28" fmla="*/ 1028925 w 397"/>
                <a:gd name="T29" fmla="*/ 1454295 h 659"/>
                <a:gd name="T30" fmla="*/ 1059187 w 397"/>
                <a:gd name="T31" fmla="*/ 1363872 h 659"/>
                <a:gd name="T32" fmla="*/ 1161323 w 397"/>
                <a:gd name="T33" fmla="*/ 1823520 h 659"/>
                <a:gd name="T34" fmla="*/ 1229414 w 397"/>
                <a:gd name="T35" fmla="*/ 1529647 h 659"/>
                <a:gd name="T36" fmla="*/ 1399640 w 397"/>
                <a:gd name="T37" fmla="*/ 745985 h 659"/>
                <a:gd name="T38" fmla="*/ 714951 w 397"/>
                <a:gd name="T39" fmla="*/ 0 h 659"/>
                <a:gd name="T40" fmla="*/ 11348 w 397"/>
                <a:gd name="T41" fmla="*/ 956971 h 659"/>
                <a:gd name="T42" fmla="*/ 7566 w 397"/>
                <a:gd name="T43" fmla="*/ 1009717 h 65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97" h="659">
                  <a:moveTo>
                    <a:pt x="2" y="268"/>
                  </a:moveTo>
                  <a:cubicBezTo>
                    <a:pt x="2" y="267"/>
                    <a:pt x="0" y="264"/>
                    <a:pt x="0" y="268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69"/>
                    <a:pt x="2" y="270"/>
                    <a:pt x="3" y="271"/>
                  </a:cubicBezTo>
                  <a:cubicBezTo>
                    <a:pt x="3" y="275"/>
                    <a:pt x="4" y="278"/>
                    <a:pt x="4" y="282"/>
                  </a:cubicBezTo>
                  <a:cubicBezTo>
                    <a:pt x="5" y="283"/>
                    <a:pt x="5" y="283"/>
                    <a:pt x="5" y="284"/>
                  </a:cubicBezTo>
                  <a:cubicBezTo>
                    <a:pt x="10" y="335"/>
                    <a:pt x="25" y="381"/>
                    <a:pt x="48" y="418"/>
                  </a:cubicBezTo>
                  <a:cubicBezTo>
                    <a:pt x="23" y="377"/>
                    <a:pt x="37" y="299"/>
                    <a:pt x="92" y="290"/>
                  </a:cubicBezTo>
                  <a:cubicBezTo>
                    <a:pt x="158" y="280"/>
                    <a:pt x="169" y="399"/>
                    <a:pt x="172" y="441"/>
                  </a:cubicBezTo>
                  <a:cubicBezTo>
                    <a:pt x="174" y="484"/>
                    <a:pt x="145" y="521"/>
                    <a:pt x="145" y="564"/>
                  </a:cubicBezTo>
                  <a:cubicBezTo>
                    <a:pt x="145" y="613"/>
                    <a:pt x="170" y="653"/>
                    <a:pt x="201" y="659"/>
                  </a:cubicBezTo>
                  <a:cubicBezTo>
                    <a:pt x="187" y="656"/>
                    <a:pt x="174" y="616"/>
                    <a:pt x="172" y="604"/>
                  </a:cubicBezTo>
                  <a:cubicBezTo>
                    <a:pt x="168" y="580"/>
                    <a:pt x="175" y="551"/>
                    <a:pt x="182" y="528"/>
                  </a:cubicBezTo>
                  <a:cubicBezTo>
                    <a:pt x="190" y="501"/>
                    <a:pt x="211" y="483"/>
                    <a:pt x="229" y="462"/>
                  </a:cubicBezTo>
                  <a:cubicBezTo>
                    <a:pt x="247" y="440"/>
                    <a:pt x="262" y="414"/>
                    <a:pt x="272" y="386"/>
                  </a:cubicBezTo>
                  <a:cubicBezTo>
                    <a:pt x="275" y="378"/>
                    <a:pt x="278" y="370"/>
                    <a:pt x="280" y="362"/>
                  </a:cubicBezTo>
                  <a:cubicBezTo>
                    <a:pt x="284" y="420"/>
                    <a:pt x="307" y="484"/>
                    <a:pt x="307" y="484"/>
                  </a:cubicBezTo>
                  <a:cubicBezTo>
                    <a:pt x="299" y="437"/>
                    <a:pt x="325" y="406"/>
                    <a:pt x="325" y="406"/>
                  </a:cubicBezTo>
                  <a:cubicBezTo>
                    <a:pt x="397" y="291"/>
                    <a:pt x="370" y="198"/>
                    <a:pt x="370" y="198"/>
                  </a:cubicBezTo>
                  <a:cubicBezTo>
                    <a:pt x="351" y="85"/>
                    <a:pt x="277" y="0"/>
                    <a:pt x="189" y="0"/>
                  </a:cubicBezTo>
                  <a:cubicBezTo>
                    <a:pt x="87" y="0"/>
                    <a:pt x="3" y="114"/>
                    <a:pt x="3" y="254"/>
                  </a:cubicBezTo>
                  <a:cubicBezTo>
                    <a:pt x="3" y="258"/>
                    <a:pt x="2" y="263"/>
                    <a:pt x="2" y="268"/>
                  </a:cubicBezTo>
                  <a:close/>
                </a:path>
              </a:pathLst>
            </a:custGeom>
            <a:solidFill>
              <a:srgbClr val="F15A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134"/>
            <p:cNvSpPr/>
            <p:nvPr/>
          </p:nvSpPr>
          <p:spPr bwMode="auto">
            <a:xfrm rot="2700000" flipH="1">
              <a:off x="6182086" y="2803550"/>
              <a:ext cx="154413" cy="197568"/>
            </a:xfrm>
            <a:custGeom>
              <a:avLst/>
              <a:gdLst>
                <a:gd name="T0" fmla="*/ 581760 w 324"/>
                <a:gd name="T1" fmla="*/ 0 h 415"/>
                <a:gd name="T2" fmla="*/ 1148410 w 324"/>
                <a:gd name="T3" fmla="*/ 648083 h 415"/>
                <a:gd name="T4" fmla="*/ 1152187 w 324"/>
                <a:gd name="T5" fmla="*/ 655619 h 415"/>
                <a:gd name="T6" fmla="*/ 1152187 w 324"/>
                <a:gd name="T7" fmla="*/ 663154 h 415"/>
                <a:gd name="T8" fmla="*/ 1042635 w 324"/>
                <a:gd name="T9" fmla="*/ 1273558 h 415"/>
                <a:gd name="T10" fmla="*/ 963304 w 324"/>
                <a:gd name="T11" fmla="*/ 983428 h 415"/>
                <a:gd name="T12" fmla="*/ 868863 w 324"/>
                <a:gd name="T13" fmla="*/ 1137913 h 415"/>
                <a:gd name="T14" fmla="*/ 642203 w 324"/>
                <a:gd name="T15" fmla="*/ 1552384 h 415"/>
                <a:gd name="T16" fmla="*/ 630870 w 324"/>
                <a:gd name="T17" fmla="*/ 1563688 h 415"/>
                <a:gd name="T18" fmla="*/ 630870 w 324"/>
                <a:gd name="T19" fmla="*/ 1541080 h 415"/>
                <a:gd name="T20" fmla="*/ 245548 w 324"/>
                <a:gd name="T21" fmla="*/ 859086 h 415"/>
                <a:gd name="T22" fmla="*/ 196439 w 324"/>
                <a:gd name="T23" fmla="*/ 862854 h 415"/>
                <a:gd name="T24" fmla="*/ 7555 w 324"/>
                <a:gd name="T25" fmla="*/ 964588 h 415"/>
                <a:gd name="T26" fmla="*/ 3778 w 324"/>
                <a:gd name="T27" fmla="*/ 945749 h 415"/>
                <a:gd name="T28" fmla="*/ 3778 w 324"/>
                <a:gd name="T29" fmla="*/ 938213 h 415"/>
                <a:gd name="T30" fmla="*/ 0 w 324"/>
                <a:gd name="T31" fmla="*/ 900534 h 415"/>
                <a:gd name="T32" fmla="*/ 0 w 324"/>
                <a:gd name="T33" fmla="*/ 889230 h 415"/>
                <a:gd name="T34" fmla="*/ 0 w 324"/>
                <a:gd name="T35" fmla="*/ 840247 h 415"/>
                <a:gd name="T36" fmla="*/ 581760 w 324"/>
                <a:gd name="T37" fmla="*/ 0 h 41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24" h="415">
                  <a:moveTo>
                    <a:pt x="154" y="0"/>
                  </a:moveTo>
                  <a:cubicBezTo>
                    <a:pt x="225" y="0"/>
                    <a:pt x="288" y="73"/>
                    <a:pt x="304" y="172"/>
                  </a:cubicBezTo>
                  <a:cubicBezTo>
                    <a:pt x="305" y="174"/>
                    <a:pt x="305" y="174"/>
                    <a:pt x="305" y="174"/>
                  </a:cubicBezTo>
                  <a:cubicBezTo>
                    <a:pt x="305" y="176"/>
                    <a:pt x="305" y="176"/>
                    <a:pt x="305" y="176"/>
                  </a:cubicBezTo>
                  <a:cubicBezTo>
                    <a:pt x="306" y="179"/>
                    <a:pt x="324" y="248"/>
                    <a:pt x="276" y="338"/>
                  </a:cubicBezTo>
                  <a:cubicBezTo>
                    <a:pt x="276" y="335"/>
                    <a:pt x="256" y="263"/>
                    <a:pt x="255" y="261"/>
                  </a:cubicBezTo>
                  <a:cubicBezTo>
                    <a:pt x="256" y="270"/>
                    <a:pt x="235" y="292"/>
                    <a:pt x="230" y="302"/>
                  </a:cubicBezTo>
                  <a:cubicBezTo>
                    <a:pt x="209" y="338"/>
                    <a:pt x="198" y="379"/>
                    <a:pt x="170" y="412"/>
                  </a:cubicBezTo>
                  <a:cubicBezTo>
                    <a:pt x="169" y="413"/>
                    <a:pt x="168" y="414"/>
                    <a:pt x="167" y="415"/>
                  </a:cubicBezTo>
                  <a:cubicBezTo>
                    <a:pt x="167" y="413"/>
                    <a:pt x="167" y="411"/>
                    <a:pt x="167" y="409"/>
                  </a:cubicBezTo>
                  <a:cubicBezTo>
                    <a:pt x="159" y="260"/>
                    <a:pt x="107" y="228"/>
                    <a:pt x="65" y="228"/>
                  </a:cubicBezTo>
                  <a:cubicBezTo>
                    <a:pt x="61" y="228"/>
                    <a:pt x="57" y="229"/>
                    <a:pt x="52" y="229"/>
                  </a:cubicBezTo>
                  <a:cubicBezTo>
                    <a:pt x="33" y="232"/>
                    <a:pt x="15" y="242"/>
                    <a:pt x="2" y="256"/>
                  </a:cubicBezTo>
                  <a:cubicBezTo>
                    <a:pt x="2" y="254"/>
                    <a:pt x="1" y="253"/>
                    <a:pt x="1" y="251"/>
                  </a:cubicBezTo>
                  <a:cubicBezTo>
                    <a:pt x="1" y="249"/>
                    <a:pt x="1" y="249"/>
                    <a:pt x="1" y="249"/>
                  </a:cubicBezTo>
                  <a:cubicBezTo>
                    <a:pt x="1" y="246"/>
                    <a:pt x="1" y="242"/>
                    <a:pt x="0" y="239"/>
                  </a:cubicBezTo>
                  <a:cubicBezTo>
                    <a:pt x="0" y="239"/>
                    <a:pt x="0" y="236"/>
                    <a:pt x="0" y="236"/>
                  </a:cubicBezTo>
                  <a:cubicBezTo>
                    <a:pt x="0" y="231"/>
                    <a:pt x="0" y="227"/>
                    <a:pt x="0" y="223"/>
                  </a:cubicBezTo>
                  <a:cubicBezTo>
                    <a:pt x="0" y="100"/>
                    <a:pt x="69" y="0"/>
                    <a:pt x="154" y="0"/>
                  </a:cubicBezTo>
                  <a:close/>
                </a:path>
              </a:pathLst>
            </a:custGeom>
            <a:solidFill>
              <a:srgbClr val="F7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135"/>
            <p:cNvSpPr/>
            <p:nvPr/>
          </p:nvSpPr>
          <p:spPr bwMode="auto">
            <a:xfrm rot="2700000" flipH="1">
              <a:off x="6221808" y="2815389"/>
              <a:ext cx="101140" cy="142811"/>
            </a:xfrm>
            <a:custGeom>
              <a:avLst/>
              <a:gdLst>
                <a:gd name="T0" fmla="*/ 162607 w 212"/>
                <a:gd name="T1" fmla="*/ 535009 h 300"/>
                <a:gd name="T2" fmla="*/ 128573 w 212"/>
                <a:gd name="T3" fmla="*/ 535009 h 300"/>
                <a:gd name="T4" fmla="*/ 3782 w 212"/>
                <a:gd name="T5" fmla="*/ 599059 h 300"/>
                <a:gd name="T6" fmla="*/ 3782 w 212"/>
                <a:gd name="T7" fmla="*/ 587756 h 300"/>
                <a:gd name="T8" fmla="*/ 3782 w 212"/>
                <a:gd name="T9" fmla="*/ 583988 h 300"/>
                <a:gd name="T10" fmla="*/ 0 w 212"/>
                <a:gd name="T11" fmla="*/ 557615 h 300"/>
                <a:gd name="T12" fmla="*/ 0 w 212"/>
                <a:gd name="T13" fmla="*/ 550079 h 300"/>
                <a:gd name="T14" fmla="*/ 0 w 212"/>
                <a:gd name="T15" fmla="*/ 523706 h 300"/>
                <a:gd name="T16" fmla="*/ 381936 w 212"/>
                <a:gd name="T17" fmla="*/ 0 h 300"/>
                <a:gd name="T18" fmla="*/ 752528 w 212"/>
                <a:gd name="T19" fmla="*/ 403140 h 300"/>
                <a:gd name="T20" fmla="*/ 756309 w 212"/>
                <a:gd name="T21" fmla="*/ 406908 h 300"/>
                <a:gd name="T22" fmla="*/ 756309 w 212"/>
                <a:gd name="T23" fmla="*/ 410676 h 300"/>
                <a:gd name="T24" fmla="*/ 684460 w 212"/>
                <a:gd name="T25" fmla="*/ 791210 h 300"/>
                <a:gd name="T26" fmla="*/ 631518 w 212"/>
                <a:gd name="T27" fmla="*/ 610362 h 300"/>
                <a:gd name="T28" fmla="*/ 567232 w 212"/>
                <a:gd name="T29" fmla="*/ 704554 h 300"/>
                <a:gd name="T30" fmla="*/ 457567 w 212"/>
                <a:gd name="T31" fmla="*/ 1130300 h 300"/>
                <a:gd name="T32" fmla="*/ 162607 w 212"/>
                <a:gd name="T33" fmla="*/ 535009 h 3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300">
                  <a:moveTo>
                    <a:pt x="43" y="142"/>
                  </a:moveTo>
                  <a:cubicBezTo>
                    <a:pt x="40" y="142"/>
                    <a:pt x="37" y="142"/>
                    <a:pt x="34" y="142"/>
                  </a:cubicBezTo>
                  <a:cubicBezTo>
                    <a:pt x="21" y="144"/>
                    <a:pt x="10" y="150"/>
                    <a:pt x="1" y="159"/>
                  </a:cubicBezTo>
                  <a:cubicBezTo>
                    <a:pt x="1" y="158"/>
                    <a:pt x="1" y="157"/>
                    <a:pt x="1" y="156"/>
                  </a:cubicBezTo>
                  <a:cubicBezTo>
                    <a:pt x="1" y="155"/>
                    <a:pt x="1" y="155"/>
                    <a:pt x="1" y="155"/>
                  </a:cubicBezTo>
                  <a:cubicBezTo>
                    <a:pt x="0" y="152"/>
                    <a:pt x="0" y="150"/>
                    <a:pt x="0" y="148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3"/>
                    <a:pt x="0" y="141"/>
                    <a:pt x="0" y="139"/>
                  </a:cubicBezTo>
                  <a:cubicBezTo>
                    <a:pt x="0" y="62"/>
                    <a:pt x="45" y="0"/>
                    <a:pt x="101" y="0"/>
                  </a:cubicBezTo>
                  <a:cubicBezTo>
                    <a:pt x="147" y="0"/>
                    <a:pt x="189" y="45"/>
                    <a:pt x="199" y="107"/>
                  </a:cubicBezTo>
                  <a:cubicBezTo>
                    <a:pt x="200" y="108"/>
                    <a:pt x="200" y="108"/>
                    <a:pt x="200" y="108"/>
                  </a:cubicBezTo>
                  <a:cubicBezTo>
                    <a:pt x="200" y="109"/>
                    <a:pt x="200" y="109"/>
                    <a:pt x="200" y="109"/>
                  </a:cubicBezTo>
                  <a:cubicBezTo>
                    <a:pt x="201" y="111"/>
                    <a:pt x="212" y="154"/>
                    <a:pt x="181" y="210"/>
                  </a:cubicBezTo>
                  <a:cubicBezTo>
                    <a:pt x="181" y="208"/>
                    <a:pt x="167" y="164"/>
                    <a:pt x="167" y="162"/>
                  </a:cubicBezTo>
                  <a:cubicBezTo>
                    <a:pt x="168" y="168"/>
                    <a:pt x="154" y="181"/>
                    <a:pt x="150" y="187"/>
                  </a:cubicBezTo>
                  <a:cubicBezTo>
                    <a:pt x="137" y="210"/>
                    <a:pt x="126" y="275"/>
                    <a:pt x="121" y="300"/>
                  </a:cubicBezTo>
                  <a:cubicBezTo>
                    <a:pt x="121" y="300"/>
                    <a:pt x="94" y="134"/>
                    <a:pt x="43" y="142"/>
                  </a:cubicBezTo>
                  <a:close/>
                </a:path>
              </a:pathLst>
            </a:custGeom>
            <a:solidFill>
              <a:srgbClr val="FBB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Freeform 107"/>
            <p:cNvSpPr/>
            <p:nvPr/>
          </p:nvSpPr>
          <p:spPr bwMode="auto">
            <a:xfrm rot="2700000" flipH="1">
              <a:off x="6224910" y="2554544"/>
              <a:ext cx="183510" cy="293579"/>
            </a:xfrm>
            <a:custGeom>
              <a:avLst/>
              <a:gdLst>
                <a:gd name="T0" fmla="*/ 587375 w 312"/>
                <a:gd name="T1" fmla="*/ 0 h 495"/>
                <a:gd name="T2" fmla="*/ 1174750 w 312"/>
                <a:gd name="T3" fmla="*/ 597631 h 495"/>
                <a:gd name="T4" fmla="*/ 1174750 w 312"/>
                <a:gd name="T5" fmla="*/ 612666 h 495"/>
                <a:gd name="T6" fmla="*/ 1174750 w 312"/>
                <a:gd name="T7" fmla="*/ 612666 h 495"/>
                <a:gd name="T8" fmla="*/ 798228 w 312"/>
                <a:gd name="T9" fmla="*/ 1804170 h 495"/>
                <a:gd name="T10" fmla="*/ 779401 w 312"/>
                <a:gd name="T11" fmla="*/ 1826722 h 495"/>
                <a:gd name="T12" fmla="*/ 779401 w 312"/>
                <a:gd name="T13" fmla="*/ 1826722 h 495"/>
                <a:gd name="T14" fmla="*/ 779401 w 312"/>
                <a:gd name="T15" fmla="*/ 1826722 h 495"/>
                <a:gd name="T16" fmla="*/ 692801 w 312"/>
                <a:gd name="T17" fmla="*/ 1860550 h 495"/>
                <a:gd name="T18" fmla="*/ 579845 w 312"/>
                <a:gd name="T19" fmla="*/ 1762824 h 495"/>
                <a:gd name="T20" fmla="*/ 587375 w 312"/>
                <a:gd name="T21" fmla="*/ 1740272 h 495"/>
                <a:gd name="T22" fmla="*/ 587375 w 312"/>
                <a:gd name="T23" fmla="*/ 1740272 h 495"/>
                <a:gd name="T24" fmla="*/ 621262 w 312"/>
                <a:gd name="T25" fmla="*/ 1559855 h 495"/>
                <a:gd name="T26" fmla="*/ 459357 w 312"/>
                <a:gd name="T27" fmla="*/ 1168952 h 495"/>
                <a:gd name="T28" fmla="*/ 459357 w 312"/>
                <a:gd name="T29" fmla="*/ 1165193 h 495"/>
                <a:gd name="T30" fmla="*/ 158139 w 312"/>
                <a:gd name="T31" fmla="*/ 992293 h 495"/>
                <a:gd name="T32" fmla="*/ 0 w 312"/>
                <a:gd name="T33" fmla="*/ 590114 h 495"/>
                <a:gd name="T34" fmla="*/ 587375 w 312"/>
                <a:gd name="T35" fmla="*/ 0 h 49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connsiteX0" fmla="*/ 5000 w 10000"/>
                <a:gd name="connsiteY0" fmla="*/ 0 h 10000"/>
                <a:gd name="connsiteX1" fmla="*/ 10000 w 10000"/>
                <a:gd name="connsiteY1" fmla="*/ 3212 h 10000"/>
                <a:gd name="connsiteX2" fmla="*/ 10000 w 10000"/>
                <a:gd name="connsiteY2" fmla="*/ 3293 h 10000"/>
                <a:gd name="connsiteX3" fmla="*/ 10000 w 10000"/>
                <a:gd name="connsiteY3" fmla="*/ 3293 h 10000"/>
                <a:gd name="connsiteX4" fmla="*/ 6795 w 10000"/>
                <a:gd name="connsiteY4" fmla="*/ 9697 h 10000"/>
                <a:gd name="connsiteX5" fmla="*/ 6635 w 10000"/>
                <a:gd name="connsiteY5" fmla="*/ 9818 h 10000"/>
                <a:gd name="connsiteX6" fmla="*/ 6635 w 10000"/>
                <a:gd name="connsiteY6" fmla="*/ 9818 h 10000"/>
                <a:gd name="connsiteX7" fmla="*/ 6635 w 10000"/>
                <a:gd name="connsiteY7" fmla="*/ 9818 h 10000"/>
                <a:gd name="connsiteX8" fmla="*/ 5897 w 10000"/>
                <a:gd name="connsiteY8" fmla="*/ 10000 h 10000"/>
                <a:gd name="connsiteX9" fmla="*/ 4936 w 10000"/>
                <a:gd name="connsiteY9" fmla="*/ 9475 h 10000"/>
                <a:gd name="connsiteX10" fmla="*/ 5000 w 10000"/>
                <a:gd name="connsiteY10" fmla="*/ 9354 h 10000"/>
                <a:gd name="connsiteX11" fmla="*/ 5288 w 10000"/>
                <a:gd name="connsiteY11" fmla="*/ 8384 h 10000"/>
                <a:gd name="connsiteX12" fmla="*/ 3910 w 10000"/>
                <a:gd name="connsiteY12" fmla="*/ 6283 h 10000"/>
                <a:gd name="connsiteX13" fmla="*/ 3910 w 10000"/>
                <a:gd name="connsiteY13" fmla="*/ 6263 h 10000"/>
                <a:gd name="connsiteX14" fmla="*/ 1346 w 10000"/>
                <a:gd name="connsiteY14" fmla="*/ 5333 h 10000"/>
                <a:gd name="connsiteX15" fmla="*/ 0 w 10000"/>
                <a:gd name="connsiteY15" fmla="*/ 3172 h 10000"/>
                <a:gd name="connsiteX16" fmla="*/ 5000 w 10000"/>
                <a:gd name="connsiteY16" fmla="*/ 0 h 10000"/>
                <a:gd name="connsiteX0-1" fmla="*/ 5000 w 10000"/>
                <a:gd name="connsiteY0-2" fmla="*/ 0 h 10000"/>
                <a:gd name="connsiteX1-3" fmla="*/ 10000 w 10000"/>
                <a:gd name="connsiteY1-4" fmla="*/ 3212 h 10000"/>
                <a:gd name="connsiteX2-5" fmla="*/ 10000 w 10000"/>
                <a:gd name="connsiteY2-6" fmla="*/ 3293 h 10000"/>
                <a:gd name="connsiteX3-7" fmla="*/ 10000 w 10000"/>
                <a:gd name="connsiteY3-8" fmla="*/ 3293 h 10000"/>
                <a:gd name="connsiteX4-9" fmla="*/ 6795 w 10000"/>
                <a:gd name="connsiteY4-10" fmla="*/ 9697 h 10000"/>
                <a:gd name="connsiteX5-11" fmla="*/ 6635 w 10000"/>
                <a:gd name="connsiteY5-12" fmla="*/ 9818 h 10000"/>
                <a:gd name="connsiteX6-13" fmla="*/ 6635 w 10000"/>
                <a:gd name="connsiteY6-14" fmla="*/ 9818 h 10000"/>
                <a:gd name="connsiteX7-15" fmla="*/ 6635 w 10000"/>
                <a:gd name="connsiteY7-16" fmla="*/ 9818 h 10000"/>
                <a:gd name="connsiteX8-17" fmla="*/ 5897 w 10000"/>
                <a:gd name="connsiteY8-18" fmla="*/ 10000 h 10000"/>
                <a:gd name="connsiteX9-19" fmla="*/ 4936 w 10000"/>
                <a:gd name="connsiteY9-20" fmla="*/ 9475 h 10000"/>
                <a:gd name="connsiteX10-21" fmla="*/ 5288 w 10000"/>
                <a:gd name="connsiteY10-22" fmla="*/ 8384 h 10000"/>
                <a:gd name="connsiteX11-23" fmla="*/ 3910 w 10000"/>
                <a:gd name="connsiteY11-24" fmla="*/ 6283 h 10000"/>
                <a:gd name="connsiteX12-25" fmla="*/ 3910 w 10000"/>
                <a:gd name="connsiteY12-26" fmla="*/ 6263 h 10000"/>
                <a:gd name="connsiteX13-27" fmla="*/ 1346 w 10000"/>
                <a:gd name="connsiteY13-28" fmla="*/ 5333 h 10000"/>
                <a:gd name="connsiteX14-29" fmla="*/ 0 w 10000"/>
                <a:gd name="connsiteY14-30" fmla="*/ 3172 h 10000"/>
                <a:gd name="connsiteX15-31" fmla="*/ 5000 w 10000"/>
                <a:gd name="connsiteY15-32" fmla="*/ 0 h 10000"/>
                <a:gd name="connsiteX0-33" fmla="*/ 5000 w 10000"/>
                <a:gd name="connsiteY0-34" fmla="*/ 0 h 10086"/>
                <a:gd name="connsiteX1-35" fmla="*/ 10000 w 10000"/>
                <a:gd name="connsiteY1-36" fmla="*/ 3212 h 10086"/>
                <a:gd name="connsiteX2-37" fmla="*/ 10000 w 10000"/>
                <a:gd name="connsiteY2-38" fmla="*/ 3293 h 10086"/>
                <a:gd name="connsiteX3-39" fmla="*/ 10000 w 10000"/>
                <a:gd name="connsiteY3-40" fmla="*/ 3293 h 10086"/>
                <a:gd name="connsiteX4-41" fmla="*/ 6795 w 10000"/>
                <a:gd name="connsiteY4-42" fmla="*/ 9697 h 10086"/>
                <a:gd name="connsiteX5-43" fmla="*/ 6635 w 10000"/>
                <a:gd name="connsiteY5-44" fmla="*/ 9818 h 10086"/>
                <a:gd name="connsiteX6-45" fmla="*/ 6635 w 10000"/>
                <a:gd name="connsiteY6-46" fmla="*/ 9818 h 10086"/>
                <a:gd name="connsiteX7-47" fmla="*/ 6635 w 10000"/>
                <a:gd name="connsiteY7-48" fmla="*/ 9818 h 10086"/>
                <a:gd name="connsiteX8-49" fmla="*/ 5897 w 10000"/>
                <a:gd name="connsiteY8-50" fmla="*/ 10000 h 10086"/>
                <a:gd name="connsiteX9-51" fmla="*/ 5288 w 10000"/>
                <a:gd name="connsiteY9-52" fmla="*/ 8384 h 10086"/>
                <a:gd name="connsiteX10-53" fmla="*/ 3910 w 10000"/>
                <a:gd name="connsiteY10-54" fmla="*/ 6283 h 10086"/>
                <a:gd name="connsiteX11-55" fmla="*/ 3910 w 10000"/>
                <a:gd name="connsiteY11-56" fmla="*/ 6263 h 10086"/>
                <a:gd name="connsiteX12-57" fmla="*/ 1346 w 10000"/>
                <a:gd name="connsiteY12-58" fmla="*/ 5333 h 10086"/>
                <a:gd name="connsiteX13-59" fmla="*/ 0 w 10000"/>
                <a:gd name="connsiteY13-60" fmla="*/ 3172 h 10086"/>
                <a:gd name="connsiteX14-61" fmla="*/ 5000 w 10000"/>
                <a:gd name="connsiteY14-62" fmla="*/ 0 h 100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10000" h="10086">
                  <a:moveTo>
                    <a:pt x="5000" y="0"/>
                  </a:moveTo>
                  <a:cubicBezTo>
                    <a:pt x="7756" y="0"/>
                    <a:pt x="10000" y="1455"/>
                    <a:pt x="10000" y="3212"/>
                  </a:cubicBezTo>
                  <a:lnTo>
                    <a:pt x="10000" y="3293"/>
                  </a:lnTo>
                  <a:lnTo>
                    <a:pt x="10000" y="3293"/>
                  </a:lnTo>
                  <a:cubicBezTo>
                    <a:pt x="10000" y="5717"/>
                    <a:pt x="8814" y="7859"/>
                    <a:pt x="6795" y="9697"/>
                  </a:cubicBezTo>
                  <a:cubicBezTo>
                    <a:pt x="6731" y="9737"/>
                    <a:pt x="6699" y="9778"/>
                    <a:pt x="6635" y="9818"/>
                  </a:cubicBezTo>
                  <a:lnTo>
                    <a:pt x="6635" y="9818"/>
                  </a:lnTo>
                  <a:lnTo>
                    <a:pt x="6635" y="9818"/>
                  </a:lnTo>
                  <a:cubicBezTo>
                    <a:pt x="6442" y="9919"/>
                    <a:pt x="6121" y="10239"/>
                    <a:pt x="5897" y="10000"/>
                  </a:cubicBezTo>
                  <a:cubicBezTo>
                    <a:pt x="5673" y="9761"/>
                    <a:pt x="5619" y="9003"/>
                    <a:pt x="5288" y="8384"/>
                  </a:cubicBezTo>
                  <a:cubicBezTo>
                    <a:pt x="5064" y="7556"/>
                    <a:pt x="4744" y="6848"/>
                    <a:pt x="3910" y="6283"/>
                  </a:cubicBezTo>
                  <a:lnTo>
                    <a:pt x="3910" y="6263"/>
                  </a:lnTo>
                  <a:cubicBezTo>
                    <a:pt x="3237" y="5818"/>
                    <a:pt x="2340" y="5475"/>
                    <a:pt x="1346" y="5333"/>
                  </a:cubicBezTo>
                  <a:cubicBezTo>
                    <a:pt x="513" y="4768"/>
                    <a:pt x="0" y="4000"/>
                    <a:pt x="0" y="3172"/>
                  </a:cubicBezTo>
                  <a:cubicBezTo>
                    <a:pt x="0" y="1414"/>
                    <a:pt x="2244" y="0"/>
                    <a:pt x="5000" y="0"/>
                  </a:cubicBezTo>
                  <a:close/>
                </a:path>
              </a:pathLst>
            </a:custGeom>
            <a:solidFill>
              <a:srgbClr val="EB6949">
                <a:alpha val="73000"/>
              </a:srgbClr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Freeform 107"/>
            <p:cNvSpPr/>
            <p:nvPr/>
          </p:nvSpPr>
          <p:spPr bwMode="auto">
            <a:xfrm rot="2700000">
              <a:off x="6375422" y="2705056"/>
              <a:ext cx="183510" cy="293579"/>
            </a:xfrm>
            <a:custGeom>
              <a:avLst/>
              <a:gdLst>
                <a:gd name="T0" fmla="*/ 587375 w 312"/>
                <a:gd name="T1" fmla="*/ 0 h 495"/>
                <a:gd name="T2" fmla="*/ 1174750 w 312"/>
                <a:gd name="T3" fmla="*/ 597631 h 495"/>
                <a:gd name="T4" fmla="*/ 1174750 w 312"/>
                <a:gd name="T5" fmla="*/ 612666 h 495"/>
                <a:gd name="T6" fmla="*/ 1174750 w 312"/>
                <a:gd name="T7" fmla="*/ 612666 h 495"/>
                <a:gd name="T8" fmla="*/ 798228 w 312"/>
                <a:gd name="T9" fmla="*/ 1804170 h 495"/>
                <a:gd name="T10" fmla="*/ 779401 w 312"/>
                <a:gd name="T11" fmla="*/ 1826722 h 495"/>
                <a:gd name="T12" fmla="*/ 779401 w 312"/>
                <a:gd name="T13" fmla="*/ 1826722 h 495"/>
                <a:gd name="T14" fmla="*/ 779401 w 312"/>
                <a:gd name="T15" fmla="*/ 1826722 h 495"/>
                <a:gd name="T16" fmla="*/ 692801 w 312"/>
                <a:gd name="T17" fmla="*/ 1860550 h 495"/>
                <a:gd name="T18" fmla="*/ 579845 w 312"/>
                <a:gd name="T19" fmla="*/ 1762824 h 495"/>
                <a:gd name="T20" fmla="*/ 587375 w 312"/>
                <a:gd name="T21" fmla="*/ 1740272 h 495"/>
                <a:gd name="T22" fmla="*/ 587375 w 312"/>
                <a:gd name="T23" fmla="*/ 1740272 h 495"/>
                <a:gd name="T24" fmla="*/ 621262 w 312"/>
                <a:gd name="T25" fmla="*/ 1559855 h 495"/>
                <a:gd name="T26" fmla="*/ 459357 w 312"/>
                <a:gd name="T27" fmla="*/ 1168952 h 495"/>
                <a:gd name="T28" fmla="*/ 459357 w 312"/>
                <a:gd name="T29" fmla="*/ 1165193 h 495"/>
                <a:gd name="T30" fmla="*/ 158139 w 312"/>
                <a:gd name="T31" fmla="*/ 992293 h 495"/>
                <a:gd name="T32" fmla="*/ 0 w 312"/>
                <a:gd name="T33" fmla="*/ 590114 h 495"/>
                <a:gd name="T34" fmla="*/ 587375 w 312"/>
                <a:gd name="T35" fmla="*/ 0 h 49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connsiteX0" fmla="*/ 5000 w 10000"/>
                <a:gd name="connsiteY0" fmla="*/ 0 h 10000"/>
                <a:gd name="connsiteX1" fmla="*/ 10000 w 10000"/>
                <a:gd name="connsiteY1" fmla="*/ 3212 h 10000"/>
                <a:gd name="connsiteX2" fmla="*/ 10000 w 10000"/>
                <a:gd name="connsiteY2" fmla="*/ 3293 h 10000"/>
                <a:gd name="connsiteX3" fmla="*/ 10000 w 10000"/>
                <a:gd name="connsiteY3" fmla="*/ 3293 h 10000"/>
                <a:gd name="connsiteX4" fmla="*/ 6795 w 10000"/>
                <a:gd name="connsiteY4" fmla="*/ 9697 h 10000"/>
                <a:gd name="connsiteX5" fmla="*/ 6635 w 10000"/>
                <a:gd name="connsiteY5" fmla="*/ 9818 h 10000"/>
                <a:gd name="connsiteX6" fmla="*/ 6635 w 10000"/>
                <a:gd name="connsiteY6" fmla="*/ 9818 h 10000"/>
                <a:gd name="connsiteX7" fmla="*/ 6635 w 10000"/>
                <a:gd name="connsiteY7" fmla="*/ 9818 h 10000"/>
                <a:gd name="connsiteX8" fmla="*/ 5897 w 10000"/>
                <a:gd name="connsiteY8" fmla="*/ 10000 h 10000"/>
                <a:gd name="connsiteX9" fmla="*/ 4936 w 10000"/>
                <a:gd name="connsiteY9" fmla="*/ 9475 h 10000"/>
                <a:gd name="connsiteX10" fmla="*/ 5000 w 10000"/>
                <a:gd name="connsiteY10" fmla="*/ 9354 h 10000"/>
                <a:gd name="connsiteX11" fmla="*/ 5288 w 10000"/>
                <a:gd name="connsiteY11" fmla="*/ 8384 h 10000"/>
                <a:gd name="connsiteX12" fmla="*/ 3910 w 10000"/>
                <a:gd name="connsiteY12" fmla="*/ 6283 h 10000"/>
                <a:gd name="connsiteX13" fmla="*/ 3910 w 10000"/>
                <a:gd name="connsiteY13" fmla="*/ 6263 h 10000"/>
                <a:gd name="connsiteX14" fmla="*/ 1346 w 10000"/>
                <a:gd name="connsiteY14" fmla="*/ 5333 h 10000"/>
                <a:gd name="connsiteX15" fmla="*/ 0 w 10000"/>
                <a:gd name="connsiteY15" fmla="*/ 3172 h 10000"/>
                <a:gd name="connsiteX16" fmla="*/ 5000 w 10000"/>
                <a:gd name="connsiteY16" fmla="*/ 0 h 10000"/>
                <a:gd name="connsiteX0-1" fmla="*/ 5000 w 10000"/>
                <a:gd name="connsiteY0-2" fmla="*/ 0 h 10000"/>
                <a:gd name="connsiteX1-3" fmla="*/ 10000 w 10000"/>
                <a:gd name="connsiteY1-4" fmla="*/ 3212 h 10000"/>
                <a:gd name="connsiteX2-5" fmla="*/ 10000 w 10000"/>
                <a:gd name="connsiteY2-6" fmla="*/ 3293 h 10000"/>
                <a:gd name="connsiteX3-7" fmla="*/ 10000 w 10000"/>
                <a:gd name="connsiteY3-8" fmla="*/ 3293 h 10000"/>
                <a:gd name="connsiteX4-9" fmla="*/ 6795 w 10000"/>
                <a:gd name="connsiteY4-10" fmla="*/ 9697 h 10000"/>
                <a:gd name="connsiteX5-11" fmla="*/ 6635 w 10000"/>
                <a:gd name="connsiteY5-12" fmla="*/ 9818 h 10000"/>
                <a:gd name="connsiteX6-13" fmla="*/ 6635 w 10000"/>
                <a:gd name="connsiteY6-14" fmla="*/ 9818 h 10000"/>
                <a:gd name="connsiteX7-15" fmla="*/ 6635 w 10000"/>
                <a:gd name="connsiteY7-16" fmla="*/ 9818 h 10000"/>
                <a:gd name="connsiteX8-17" fmla="*/ 5897 w 10000"/>
                <a:gd name="connsiteY8-18" fmla="*/ 10000 h 10000"/>
                <a:gd name="connsiteX9-19" fmla="*/ 4936 w 10000"/>
                <a:gd name="connsiteY9-20" fmla="*/ 9475 h 10000"/>
                <a:gd name="connsiteX10-21" fmla="*/ 5288 w 10000"/>
                <a:gd name="connsiteY10-22" fmla="*/ 8384 h 10000"/>
                <a:gd name="connsiteX11-23" fmla="*/ 3910 w 10000"/>
                <a:gd name="connsiteY11-24" fmla="*/ 6283 h 10000"/>
                <a:gd name="connsiteX12-25" fmla="*/ 3910 w 10000"/>
                <a:gd name="connsiteY12-26" fmla="*/ 6263 h 10000"/>
                <a:gd name="connsiteX13-27" fmla="*/ 1346 w 10000"/>
                <a:gd name="connsiteY13-28" fmla="*/ 5333 h 10000"/>
                <a:gd name="connsiteX14-29" fmla="*/ 0 w 10000"/>
                <a:gd name="connsiteY14-30" fmla="*/ 3172 h 10000"/>
                <a:gd name="connsiteX15-31" fmla="*/ 5000 w 10000"/>
                <a:gd name="connsiteY15-32" fmla="*/ 0 h 10000"/>
                <a:gd name="connsiteX0-33" fmla="*/ 5000 w 10000"/>
                <a:gd name="connsiteY0-34" fmla="*/ 0 h 10086"/>
                <a:gd name="connsiteX1-35" fmla="*/ 10000 w 10000"/>
                <a:gd name="connsiteY1-36" fmla="*/ 3212 h 10086"/>
                <a:gd name="connsiteX2-37" fmla="*/ 10000 w 10000"/>
                <a:gd name="connsiteY2-38" fmla="*/ 3293 h 10086"/>
                <a:gd name="connsiteX3-39" fmla="*/ 10000 w 10000"/>
                <a:gd name="connsiteY3-40" fmla="*/ 3293 h 10086"/>
                <a:gd name="connsiteX4-41" fmla="*/ 6795 w 10000"/>
                <a:gd name="connsiteY4-42" fmla="*/ 9697 h 10086"/>
                <a:gd name="connsiteX5-43" fmla="*/ 6635 w 10000"/>
                <a:gd name="connsiteY5-44" fmla="*/ 9818 h 10086"/>
                <a:gd name="connsiteX6-45" fmla="*/ 6635 w 10000"/>
                <a:gd name="connsiteY6-46" fmla="*/ 9818 h 10086"/>
                <a:gd name="connsiteX7-47" fmla="*/ 6635 w 10000"/>
                <a:gd name="connsiteY7-48" fmla="*/ 9818 h 10086"/>
                <a:gd name="connsiteX8-49" fmla="*/ 5897 w 10000"/>
                <a:gd name="connsiteY8-50" fmla="*/ 10000 h 10086"/>
                <a:gd name="connsiteX9-51" fmla="*/ 5288 w 10000"/>
                <a:gd name="connsiteY9-52" fmla="*/ 8384 h 10086"/>
                <a:gd name="connsiteX10-53" fmla="*/ 3910 w 10000"/>
                <a:gd name="connsiteY10-54" fmla="*/ 6283 h 10086"/>
                <a:gd name="connsiteX11-55" fmla="*/ 3910 w 10000"/>
                <a:gd name="connsiteY11-56" fmla="*/ 6263 h 10086"/>
                <a:gd name="connsiteX12-57" fmla="*/ 1346 w 10000"/>
                <a:gd name="connsiteY12-58" fmla="*/ 5333 h 10086"/>
                <a:gd name="connsiteX13-59" fmla="*/ 0 w 10000"/>
                <a:gd name="connsiteY13-60" fmla="*/ 3172 h 10086"/>
                <a:gd name="connsiteX14-61" fmla="*/ 5000 w 10000"/>
                <a:gd name="connsiteY14-62" fmla="*/ 0 h 100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10000" h="10086">
                  <a:moveTo>
                    <a:pt x="5000" y="0"/>
                  </a:moveTo>
                  <a:cubicBezTo>
                    <a:pt x="7756" y="0"/>
                    <a:pt x="10000" y="1455"/>
                    <a:pt x="10000" y="3212"/>
                  </a:cubicBezTo>
                  <a:lnTo>
                    <a:pt x="10000" y="3293"/>
                  </a:lnTo>
                  <a:lnTo>
                    <a:pt x="10000" y="3293"/>
                  </a:lnTo>
                  <a:cubicBezTo>
                    <a:pt x="10000" y="5717"/>
                    <a:pt x="8814" y="7859"/>
                    <a:pt x="6795" y="9697"/>
                  </a:cubicBezTo>
                  <a:cubicBezTo>
                    <a:pt x="6731" y="9737"/>
                    <a:pt x="6699" y="9778"/>
                    <a:pt x="6635" y="9818"/>
                  </a:cubicBezTo>
                  <a:lnTo>
                    <a:pt x="6635" y="9818"/>
                  </a:lnTo>
                  <a:lnTo>
                    <a:pt x="6635" y="9818"/>
                  </a:lnTo>
                  <a:cubicBezTo>
                    <a:pt x="6442" y="9919"/>
                    <a:pt x="6121" y="10239"/>
                    <a:pt x="5897" y="10000"/>
                  </a:cubicBezTo>
                  <a:cubicBezTo>
                    <a:pt x="5673" y="9761"/>
                    <a:pt x="5619" y="9003"/>
                    <a:pt x="5288" y="8384"/>
                  </a:cubicBezTo>
                  <a:cubicBezTo>
                    <a:pt x="5064" y="7556"/>
                    <a:pt x="4744" y="6848"/>
                    <a:pt x="3910" y="6283"/>
                  </a:cubicBezTo>
                  <a:lnTo>
                    <a:pt x="3910" y="6263"/>
                  </a:lnTo>
                  <a:cubicBezTo>
                    <a:pt x="3237" y="5818"/>
                    <a:pt x="2340" y="5475"/>
                    <a:pt x="1346" y="5333"/>
                  </a:cubicBezTo>
                  <a:cubicBezTo>
                    <a:pt x="513" y="4768"/>
                    <a:pt x="0" y="4000"/>
                    <a:pt x="0" y="3172"/>
                  </a:cubicBezTo>
                  <a:cubicBezTo>
                    <a:pt x="0" y="1414"/>
                    <a:pt x="2244" y="0"/>
                    <a:pt x="5000" y="0"/>
                  </a:cubicBezTo>
                  <a:close/>
                </a:path>
              </a:pathLst>
            </a:custGeom>
            <a:solidFill>
              <a:srgbClr val="EB6949">
                <a:alpha val="73000"/>
              </a:srgbClr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Freeform 108"/>
            <p:cNvSpPr/>
            <p:nvPr/>
          </p:nvSpPr>
          <p:spPr bwMode="auto">
            <a:xfrm rot="2700000">
              <a:off x="6413483" y="2259335"/>
              <a:ext cx="350653" cy="642255"/>
            </a:xfrm>
            <a:custGeom>
              <a:avLst/>
              <a:gdLst>
                <a:gd name="T0" fmla="*/ 1122363 w 596"/>
                <a:gd name="T1" fmla="*/ 4105275 h 1092"/>
                <a:gd name="T2" fmla="*/ 598844 w 596"/>
                <a:gd name="T3" fmla="*/ 4105275 h 1092"/>
                <a:gd name="T4" fmla="*/ 79093 w 596"/>
                <a:gd name="T5" fmla="*/ 1928577 h 1092"/>
                <a:gd name="T6" fmla="*/ 1122363 w 596"/>
                <a:gd name="T7" fmla="*/ 0 h 1092"/>
                <a:gd name="T8" fmla="*/ 1126129 w 596"/>
                <a:gd name="T9" fmla="*/ 0 h 1092"/>
                <a:gd name="T10" fmla="*/ 2165632 w 596"/>
                <a:gd name="T11" fmla="*/ 1928577 h 1092"/>
                <a:gd name="T12" fmla="*/ 1645881 w 596"/>
                <a:gd name="T13" fmla="*/ 4105275 h 1092"/>
                <a:gd name="T14" fmla="*/ 1122363 w 596"/>
                <a:gd name="T15" fmla="*/ 4105275 h 10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96" h="1092">
                  <a:moveTo>
                    <a:pt x="298" y="1092"/>
                  </a:moveTo>
                  <a:cubicBezTo>
                    <a:pt x="159" y="1092"/>
                    <a:pt x="159" y="1092"/>
                    <a:pt x="159" y="1092"/>
                  </a:cubicBezTo>
                  <a:cubicBezTo>
                    <a:pt x="31" y="824"/>
                    <a:pt x="21" y="513"/>
                    <a:pt x="21" y="513"/>
                  </a:cubicBezTo>
                  <a:cubicBezTo>
                    <a:pt x="0" y="212"/>
                    <a:pt x="298" y="0"/>
                    <a:pt x="298" y="0"/>
                  </a:cubicBezTo>
                  <a:cubicBezTo>
                    <a:pt x="299" y="0"/>
                    <a:pt x="299" y="0"/>
                    <a:pt x="299" y="0"/>
                  </a:cubicBezTo>
                  <a:cubicBezTo>
                    <a:pt x="299" y="0"/>
                    <a:pt x="596" y="212"/>
                    <a:pt x="575" y="513"/>
                  </a:cubicBezTo>
                  <a:cubicBezTo>
                    <a:pt x="575" y="513"/>
                    <a:pt x="566" y="824"/>
                    <a:pt x="437" y="1092"/>
                  </a:cubicBezTo>
                  <a:lnTo>
                    <a:pt x="298" y="1092"/>
                  </a:lnTo>
                  <a:close/>
                </a:path>
              </a:pathLst>
            </a:custGeom>
            <a:solidFill>
              <a:srgbClr val="EB694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Oval 113"/>
            <p:cNvSpPr>
              <a:spLocks noChangeArrowheads="1"/>
            </p:cNvSpPr>
            <p:nvPr/>
          </p:nvSpPr>
          <p:spPr bwMode="auto">
            <a:xfrm rot="2700000">
              <a:off x="6573723" y="2481147"/>
              <a:ext cx="117123" cy="114085"/>
            </a:xfrm>
            <a:prstGeom prst="ellipse">
              <a:avLst/>
            </a:prstGeom>
            <a:solidFill>
              <a:schemeClr val="bg1">
                <a:alpha val="77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/>
              <a:endParaRPr lang="en-US" dirty="0"/>
            </a:p>
          </p:txBody>
        </p:sp>
        <p:sp>
          <p:nvSpPr>
            <p:cNvPr id="19" name="Oval 116"/>
            <p:cNvSpPr>
              <a:spLocks noChangeArrowheads="1"/>
            </p:cNvSpPr>
            <p:nvPr/>
          </p:nvSpPr>
          <p:spPr bwMode="auto">
            <a:xfrm rot="2700000">
              <a:off x="6505909" y="2593093"/>
              <a:ext cx="70303" cy="72640"/>
            </a:xfrm>
            <a:prstGeom prst="ellipse">
              <a:avLst/>
            </a:prstGeom>
            <a:solidFill>
              <a:schemeClr val="bg1">
                <a:alpha val="77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/>
              <a:endParaRPr lang="en-US" dirty="0"/>
            </a:p>
          </p:txBody>
        </p:sp>
        <p:sp>
          <p:nvSpPr>
            <p:cNvPr id="20" name="Oval 119"/>
            <p:cNvSpPr>
              <a:spLocks noChangeArrowheads="1"/>
            </p:cNvSpPr>
            <p:nvPr/>
          </p:nvSpPr>
          <p:spPr bwMode="auto">
            <a:xfrm rot="2700000">
              <a:off x="6453592" y="2674106"/>
              <a:ext cx="43239" cy="42313"/>
            </a:xfrm>
            <a:prstGeom prst="ellipse">
              <a:avLst/>
            </a:prstGeom>
            <a:solidFill>
              <a:schemeClr val="bg1">
                <a:alpha val="77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/>
              <a:endParaRPr lang="en-US" dirty="0"/>
            </a:p>
          </p:txBody>
        </p:sp>
        <p:sp>
          <p:nvSpPr>
            <p:cNvPr id="21" name="Rectangle 27"/>
            <p:cNvSpPr/>
            <p:nvPr/>
          </p:nvSpPr>
          <p:spPr>
            <a:xfrm rot="2700000">
              <a:off x="6307363" y="2797997"/>
              <a:ext cx="71523" cy="43830"/>
            </a:xfrm>
            <a:prstGeom prst="rect">
              <a:avLst/>
            </a:prstGeom>
            <a:solidFill>
              <a:srgbClr val="EB6949">
                <a:alpha val="73000"/>
              </a:srgb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2662999" y="1794089"/>
            <a:ext cx="608740" cy="608740"/>
            <a:chOff x="2662999" y="1794089"/>
            <a:chExt cx="608740" cy="608740"/>
          </a:xfrm>
        </p:grpSpPr>
        <p:sp>
          <p:nvSpPr>
            <p:cNvPr id="58" name="Rounded Rectangle 34"/>
            <p:cNvSpPr/>
            <p:nvPr/>
          </p:nvSpPr>
          <p:spPr>
            <a:xfrm>
              <a:off x="2662999" y="1794089"/>
              <a:ext cx="608740" cy="60874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" name="Group 30"/>
            <p:cNvGrpSpPr/>
            <p:nvPr/>
          </p:nvGrpSpPr>
          <p:grpSpPr>
            <a:xfrm>
              <a:off x="2808185" y="1971907"/>
              <a:ext cx="318368" cy="279216"/>
              <a:chOff x="3175" y="-1587"/>
              <a:chExt cx="490538" cy="430212"/>
            </a:xfrm>
            <a:solidFill>
              <a:srgbClr val="2A303C"/>
            </a:solidFill>
          </p:grpSpPr>
          <p:sp>
            <p:nvSpPr>
              <p:cNvPr id="24" name="Freeform 175"/>
              <p:cNvSpPr>
                <a:spLocks noEditPoints="1"/>
              </p:cNvSpPr>
              <p:nvPr/>
            </p:nvSpPr>
            <p:spPr bwMode="auto">
              <a:xfrm>
                <a:off x="3175" y="-1587"/>
                <a:ext cx="490538" cy="430212"/>
              </a:xfrm>
              <a:custGeom>
                <a:avLst/>
                <a:gdLst>
                  <a:gd name="T0" fmla="*/ 128 w 128"/>
                  <a:gd name="T1" fmla="*/ 66 h 112"/>
                  <a:gd name="T2" fmla="*/ 112 w 128"/>
                  <a:gd name="T3" fmla="*/ 6 h 112"/>
                  <a:gd name="T4" fmla="*/ 104 w 128"/>
                  <a:gd name="T5" fmla="*/ 0 h 112"/>
                  <a:gd name="T6" fmla="*/ 64 w 128"/>
                  <a:gd name="T7" fmla="*/ 0 h 112"/>
                  <a:gd name="T8" fmla="*/ 24 w 128"/>
                  <a:gd name="T9" fmla="*/ 0 h 112"/>
                  <a:gd name="T10" fmla="*/ 16 w 128"/>
                  <a:gd name="T11" fmla="*/ 6 h 112"/>
                  <a:gd name="T12" fmla="*/ 0 w 128"/>
                  <a:gd name="T13" fmla="*/ 66 h 112"/>
                  <a:gd name="T14" fmla="*/ 0 w 128"/>
                  <a:gd name="T15" fmla="*/ 68 h 112"/>
                  <a:gd name="T16" fmla="*/ 0 w 128"/>
                  <a:gd name="T17" fmla="*/ 96 h 112"/>
                  <a:gd name="T18" fmla="*/ 16 w 128"/>
                  <a:gd name="T19" fmla="*/ 112 h 112"/>
                  <a:gd name="T20" fmla="*/ 112 w 128"/>
                  <a:gd name="T21" fmla="*/ 112 h 112"/>
                  <a:gd name="T22" fmla="*/ 128 w 128"/>
                  <a:gd name="T23" fmla="*/ 96 h 112"/>
                  <a:gd name="T24" fmla="*/ 128 w 128"/>
                  <a:gd name="T25" fmla="*/ 68 h 112"/>
                  <a:gd name="T26" fmla="*/ 128 w 128"/>
                  <a:gd name="T27" fmla="*/ 66 h 112"/>
                  <a:gd name="T28" fmla="*/ 120 w 128"/>
                  <a:gd name="T29" fmla="*/ 96 h 112"/>
                  <a:gd name="T30" fmla="*/ 112 w 128"/>
                  <a:gd name="T31" fmla="*/ 104 h 112"/>
                  <a:gd name="T32" fmla="*/ 16 w 128"/>
                  <a:gd name="T33" fmla="*/ 104 h 112"/>
                  <a:gd name="T34" fmla="*/ 8 w 128"/>
                  <a:gd name="T35" fmla="*/ 96 h 112"/>
                  <a:gd name="T36" fmla="*/ 8 w 128"/>
                  <a:gd name="T37" fmla="*/ 68 h 112"/>
                  <a:gd name="T38" fmla="*/ 24 w 128"/>
                  <a:gd name="T39" fmla="*/ 8 h 112"/>
                  <a:gd name="T40" fmla="*/ 104 w 128"/>
                  <a:gd name="T41" fmla="*/ 8 h 112"/>
                  <a:gd name="T42" fmla="*/ 120 w 128"/>
                  <a:gd name="T43" fmla="*/ 68 h 112"/>
                  <a:gd name="T44" fmla="*/ 120 w 128"/>
                  <a:gd name="T4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8" h="112">
                    <a:moveTo>
                      <a:pt x="128" y="66"/>
                    </a:moveTo>
                    <a:cubicBezTo>
                      <a:pt x="112" y="6"/>
                      <a:pt x="112" y="6"/>
                      <a:pt x="112" y="6"/>
                    </a:cubicBezTo>
                    <a:cubicBezTo>
                      <a:pt x="111" y="2"/>
                      <a:pt x="108" y="0"/>
                      <a:pt x="104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0" y="0"/>
                      <a:pt x="17" y="2"/>
                      <a:pt x="16" y="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67"/>
                      <a:pt x="0" y="67"/>
                      <a:pt x="0" y="68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05"/>
                      <a:pt x="7" y="112"/>
                      <a:pt x="16" y="112"/>
                    </a:cubicBezTo>
                    <a:cubicBezTo>
                      <a:pt x="112" y="112"/>
                      <a:pt x="112" y="112"/>
                      <a:pt x="112" y="112"/>
                    </a:cubicBezTo>
                    <a:cubicBezTo>
                      <a:pt x="121" y="112"/>
                      <a:pt x="128" y="105"/>
                      <a:pt x="128" y="96"/>
                    </a:cubicBezTo>
                    <a:cubicBezTo>
                      <a:pt x="128" y="68"/>
                      <a:pt x="128" y="68"/>
                      <a:pt x="128" y="68"/>
                    </a:cubicBezTo>
                    <a:cubicBezTo>
                      <a:pt x="128" y="67"/>
                      <a:pt x="128" y="67"/>
                      <a:pt x="128" y="66"/>
                    </a:cubicBezTo>
                    <a:close/>
                    <a:moveTo>
                      <a:pt x="120" y="96"/>
                    </a:moveTo>
                    <a:cubicBezTo>
                      <a:pt x="120" y="100"/>
                      <a:pt x="116" y="104"/>
                      <a:pt x="112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2" y="104"/>
                      <a:pt x="8" y="100"/>
                      <a:pt x="8" y="96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20" y="68"/>
                      <a:pt x="120" y="68"/>
                      <a:pt x="120" y="68"/>
                    </a:cubicBezTo>
                    <a:lnTo>
                      <a:pt x="120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</a:endParaRPr>
              </a:p>
            </p:txBody>
          </p:sp>
          <p:sp>
            <p:nvSpPr>
              <p:cNvPr id="25" name="Freeform 176"/>
              <p:cNvSpPr>
                <a:spLocks noEditPoints="1"/>
              </p:cNvSpPr>
              <p:nvPr/>
            </p:nvSpPr>
            <p:spPr bwMode="auto">
              <a:xfrm>
                <a:off x="60325" y="58738"/>
                <a:ext cx="374650" cy="277812"/>
              </a:xfrm>
              <a:custGeom>
                <a:avLst/>
                <a:gdLst>
                  <a:gd name="T0" fmla="*/ 80 w 98"/>
                  <a:gd name="T1" fmla="*/ 0 h 72"/>
                  <a:gd name="T2" fmla="*/ 18 w 98"/>
                  <a:gd name="T3" fmla="*/ 0 h 72"/>
                  <a:gd name="T4" fmla="*/ 14 w 98"/>
                  <a:gd name="T5" fmla="*/ 3 h 72"/>
                  <a:gd name="T6" fmla="*/ 0 w 98"/>
                  <a:gd name="T7" fmla="*/ 51 h 72"/>
                  <a:gd name="T8" fmla="*/ 1 w 98"/>
                  <a:gd name="T9" fmla="*/ 54 h 72"/>
                  <a:gd name="T10" fmla="*/ 4 w 98"/>
                  <a:gd name="T11" fmla="*/ 56 h 72"/>
                  <a:gd name="T12" fmla="*/ 16 w 98"/>
                  <a:gd name="T13" fmla="*/ 56 h 72"/>
                  <a:gd name="T14" fmla="*/ 20 w 98"/>
                  <a:gd name="T15" fmla="*/ 56 h 72"/>
                  <a:gd name="T16" fmla="*/ 23 w 98"/>
                  <a:gd name="T17" fmla="*/ 56 h 72"/>
                  <a:gd name="T18" fmla="*/ 28 w 98"/>
                  <a:gd name="T19" fmla="*/ 68 h 72"/>
                  <a:gd name="T20" fmla="*/ 35 w 98"/>
                  <a:gd name="T21" fmla="*/ 72 h 72"/>
                  <a:gd name="T22" fmla="*/ 63 w 98"/>
                  <a:gd name="T23" fmla="*/ 72 h 72"/>
                  <a:gd name="T24" fmla="*/ 70 w 98"/>
                  <a:gd name="T25" fmla="*/ 68 h 72"/>
                  <a:gd name="T26" fmla="*/ 75 w 98"/>
                  <a:gd name="T27" fmla="*/ 56 h 72"/>
                  <a:gd name="T28" fmla="*/ 78 w 98"/>
                  <a:gd name="T29" fmla="*/ 56 h 72"/>
                  <a:gd name="T30" fmla="*/ 82 w 98"/>
                  <a:gd name="T31" fmla="*/ 56 h 72"/>
                  <a:gd name="T32" fmla="*/ 94 w 98"/>
                  <a:gd name="T33" fmla="*/ 56 h 72"/>
                  <a:gd name="T34" fmla="*/ 97 w 98"/>
                  <a:gd name="T35" fmla="*/ 54 h 72"/>
                  <a:gd name="T36" fmla="*/ 98 w 98"/>
                  <a:gd name="T37" fmla="*/ 51 h 72"/>
                  <a:gd name="T38" fmla="*/ 84 w 98"/>
                  <a:gd name="T39" fmla="*/ 3 h 72"/>
                  <a:gd name="T40" fmla="*/ 80 w 98"/>
                  <a:gd name="T41" fmla="*/ 0 h 72"/>
                  <a:gd name="T42" fmla="*/ 82 w 98"/>
                  <a:gd name="T43" fmla="*/ 48 h 72"/>
                  <a:gd name="T44" fmla="*/ 75 w 98"/>
                  <a:gd name="T45" fmla="*/ 48 h 72"/>
                  <a:gd name="T46" fmla="*/ 68 w 98"/>
                  <a:gd name="T47" fmla="*/ 52 h 72"/>
                  <a:gd name="T48" fmla="*/ 63 w 98"/>
                  <a:gd name="T49" fmla="*/ 64 h 72"/>
                  <a:gd name="T50" fmla="*/ 35 w 98"/>
                  <a:gd name="T51" fmla="*/ 64 h 72"/>
                  <a:gd name="T52" fmla="*/ 30 w 98"/>
                  <a:gd name="T53" fmla="*/ 52 h 72"/>
                  <a:gd name="T54" fmla="*/ 23 w 98"/>
                  <a:gd name="T55" fmla="*/ 48 h 72"/>
                  <a:gd name="T56" fmla="*/ 16 w 98"/>
                  <a:gd name="T57" fmla="*/ 48 h 72"/>
                  <a:gd name="T58" fmla="*/ 6 w 98"/>
                  <a:gd name="T59" fmla="*/ 48 h 72"/>
                  <a:gd name="T60" fmla="*/ 18 w 98"/>
                  <a:gd name="T61" fmla="*/ 4 h 72"/>
                  <a:gd name="T62" fmla="*/ 80 w 98"/>
                  <a:gd name="T63" fmla="*/ 4 h 72"/>
                  <a:gd name="T64" fmla="*/ 92 w 98"/>
                  <a:gd name="T65" fmla="*/ 48 h 72"/>
                  <a:gd name="T66" fmla="*/ 82 w 98"/>
                  <a:gd name="T67" fmla="*/ 48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8" h="72">
                    <a:moveTo>
                      <a:pt x="80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6" y="0"/>
                      <a:pt x="15" y="1"/>
                      <a:pt x="14" y="3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0" y="53"/>
                      <a:pt x="1" y="54"/>
                    </a:cubicBezTo>
                    <a:cubicBezTo>
                      <a:pt x="2" y="55"/>
                      <a:pt x="3" y="56"/>
                      <a:pt x="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70"/>
                      <a:pt x="32" y="72"/>
                      <a:pt x="35" y="72"/>
                    </a:cubicBezTo>
                    <a:cubicBezTo>
                      <a:pt x="63" y="72"/>
                      <a:pt x="63" y="72"/>
                      <a:pt x="63" y="72"/>
                    </a:cubicBezTo>
                    <a:cubicBezTo>
                      <a:pt x="66" y="72"/>
                      <a:pt x="68" y="70"/>
                      <a:pt x="70" y="68"/>
                    </a:cubicBezTo>
                    <a:cubicBezTo>
                      <a:pt x="75" y="56"/>
                      <a:pt x="75" y="56"/>
                      <a:pt x="75" y="5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94" y="56"/>
                      <a:pt x="94" y="56"/>
                      <a:pt x="94" y="56"/>
                    </a:cubicBezTo>
                    <a:cubicBezTo>
                      <a:pt x="95" y="56"/>
                      <a:pt x="96" y="55"/>
                      <a:pt x="97" y="54"/>
                    </a:cubicBezTo>
                    <a:cubicBezTo>
                      <a:pt x="98" y="53"/>
                      <a:pt x="98" y="52"/>
                      <a:pt x="98" y="51"/>
                    </a:cubicBezTo>
                    <a:cubicBezTo>
                      <a:pt x="84" y="3"/>
                      <a:pt x="84" y="3"/>
                      <a:pt x="84" y="3"/>
                    </a:cubicBezTo>
                    <a:cubicBezTo>
                      <a:pt x="83" y="1"/>
                      <a:pt x="82" y="0"/>
                      <a:pt x="80" y="0"/>
                    </a:cubicBezTo>
                    <a:close/>
                    <a:moveTo>
                      <a:pt x="82" y="48"/>
                    </a:moveTo>
                    <a:cubicBezTo>
                      <a:pt x="75" y="48"/>
                      <a:pt x="75" y="48"/>
                      <a:pt x="75" y="48"/>
                    </a:cubicBezTo>
                    <a:cubicBezTo>
                      <a:pt x="72" y="48"/>
                      <a:pt x="70" y="50"/>
                      <a:pt x="68" y="52"/>
                    </a:cubicBezTo>
                    <a:cubicBezTo>
                      <a:pt x="63" y="64"/>
                      <a:pt x="63" y="64"/>
                      <a:pt x="63" y="64"/>
                    </a:cubicBezTo>
                    <a:cubicBezTo>
                      <a:pt x="35" y="64"/>
                      <a:pt x="35" y="64"/>
                      <a:pt x="35" y="64"/>
                    </a:cubicBezTo>
                    <a:cubicBezTo>
                      <a:pt x="30" y="52"/>
                      <a:pt x="30" y="52"/>
                      <a:pt x="30" y="52"/>
                    </a:cubicBezTo>
                    <a:cubicBezTo>
                      <a:pt x="28" y="50"/>
                      <a:pt x="26" y="48"/>
                      <a:pt x="23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92" y="48"/>
                      <a:pt x="92" y="48"/>
                      <a:pt x="92" y="48"/>
                    </a:cubicBezTo>
                    <a:lnTo>
                      <a:pt x="8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82" name="组合 81"/>
          <p:cNvGrpSpPr/>
          <p:nvPr/>
        </p:nvGrpSpPr>
        <p:grpSpPr>
          <a:xfrm>
            <a:off x="348365" y="1453248"/>
            <a:ext cx="608740" cy="608740"/>
            <a:chOff x="348365" y="1453248"/>
            <a:chExt cx="608740" cy="608740"/>
          </a:xfrm>
        </p:grpSpPr>
        <p:sp>
          <p:nvSpPr>
            <p:cNvPr id="26" name="Rounded Rectangle 34"/>
            <p:cNvSpPr/>
            <p:nvPr/>
          </p:nvSpPr>
          <p:spPr>
            <a:xfrm>
              <a:off x="348365" y="1453248"/>
              <a:ext cx="608740" cy="60874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 50"/>
            <p:cNvSpPr>
              <a:spLocks noEditPoints="1"/>
            </p:cNvSpPr>
            <p:nvPr/>
          </p:nvSpPr>
          <p:spPr bwMode="auto">
            <a:xfrm>
              <a:off x="551354" y="1626772"/>
              <a:ext cx="202762" cy="255385"/>
            </a:xfrm>
            <a:custGeom>
              <a:avLst/>
              <a:gdLst/>
              <a:ahLst/>
              <a:cxnLst>
                <a:cxn ang="0">
                  <a:pos x="187" y="135"/>
                </a:cxn>
                <a:cxn ang="0">
                  <a:pos x="44" y="135"/>
                </a:cxn>
                <a:cxn ang="0">
                  <a:pos x="44" y="156"/>
                </a:cxn>
                <a:cxn ang="0">
                  <a:pos x="187" y="156"/>
                </a:cxn>
                <a:cxn ang="0">
                  <a:pos x="187" y="135"/>
                </a:cxn>
                <a:cxn ang="0">
                  <a:pos x="187" y="95"/>
                </a:cxn>
                <a:cxn ang="0">
                  <a:pos x="44" y="95"/>
                </a:cxn>
                <a:cxn ang="0">
                  <a:pos x="44" y="115"/>
                </a:cxn>
                <a:cxn ang="0">
                  <a:pos x="187" y="115"/>
                </a:cxn>
                <a:cxn ang="0">
                  <a:pos x="187" y="95"/>
                </a:cxn>
                <a:cxn ang="0">
                  <a:pos x="187" y="54"/>
                </a:cxn>
                <a:cxn ang="0">
                  <a:pos x="44" y="54"/>
                </a:cxn>
                <a:cxn ang="0">
                  <a:pos x="44" y="75"/>
                </a:cxn>
                <a:cxn ang="0">
                  <a:pos x="187" y="75"/>
                </a:cxn>
                <a:cxn ang="0">
                  <a:pos x="187" y="54"/>
                </a:cxn>
                <a:cxn ang="0">
                  <a:pos x="44" y="196"/>
                </a:cxn>
                <a:cxn ang="0">
                  <a:pos x="116" y="196"/>
                </a:cxn>
                <a:cxn ang="0">
                  <a:pos x="116" y="176"/>
                </a:cxn>
                <a:cxn ang="0">
                  <a:pos x="44" y="176"/>
                </a:cxn>
                <a:cxn ang="0">
                  <a:pos x="44" y="196"/>
                </a:cxn>
                <a:cxn ang="0">
                  <a:pos x="233" y="29"/>
                </a:cxn>
                <a:cxn ang="0">
                  <a:pos x="233" y="0"/>
                </a:cxn>
                <a:cxn ang="0">
                  <a:pos x="0" y="0"/>
                </a:cxn>
                <a:cxn ang="0">
                  <a:pos x="0" y="301"/>
                </a:cxn>
                <a:cxn ang="0">
                  <a:pos x="29" y="301"/>
                </a:cxn>
                <a:cxn ang="0">
                  <a:pos x="29" y="330"/>
                </a:cxn>
                <a:cxn ang="0">
                  <a:pos x="262" y="330"/>
                </a:cxn>
                <a:cxn ang="0">
                  <a:pos x="262" y="29"/>
                </a:cxn>
                <a:cxn ang="0">
                  <a:pos x="233" y="29"/>
                </a:cxn>
                <a:cxn ang="0">
                  <a:pos x="15" y="286"/>
                </a:cxn>
                <a:cxn ang="0">
                  <a:pos x="15" y="16"/>
                </a:cxn>
                <a:cxn ang="0">
                  <a:pos x="216" y="16"/>
                </a:cxn>
                <a:cxn ang="0">
                  <a:pos x="216" y="216"/>
                </a:cxn>
                <a:cxn ang="0">
                  <a:pos x="148" y="216"/>
                </a:cxn>
                <a:cxn ang="0">
                  <a:pos x="148" y="286"/>
                </a:cxn>
                <a:cxn ang="0">
                  <a:pos x="15" y="286"/>
                </a:cxn>
                <a:cxn ang="0">
                  <a:pos x="245" y="315"/>
                </a:cxn>
                <a:cxn ang="0">
                  <a:pos x="44" y="315"/>
                </a:cxn>
                <a:cxn ang="0">
                  <a:pos x="44" y="301"/>
                </a:cxn>
                <a:cxn ang="0">
                  <a:pos x="155" y="301"/>
                </a:cxn>
                <a:cxn ang="0">
                  <a:pos x="233" y="225"/>
                </a:cxn>
                <a:cxn ang="0">
                  <a:pos x="233" y="45"/>
                </a:cxn>
                <a:cxn ang="0">
                  <a:pos x="245" y="45"/>
                </a:cxn>
                <a:cxn ang="0">
                  <a:pos x="245" y="315"/>
                </a:cxn>
              </a:cxnLst>
              <a:rect l="0" t="0" r="r" b="b"/>
              <a:pathLst>
                <a:path w="262" h="330">
                  <a:moveTo>
                    <a:pt x="187" y="135"/>
                  </a:moveTo>
                  <a:lnTo>
                    <a:pt x="44" y="135"/>
                  </a:lnTo>
                  <a:lnTo>
                    <a:pt x="44" y="156"/>
                  </a:lnTo>
                  <a:lnTo>
                    <a:pt x="187" y="156"/>
                  </a:lnTo>
                  <a:lnTo>
                    <a:pt x="187" y="135"/>
                  </a:lnTo>
                  <a:close/>
                  <a:moveTo>
                    <a:pt x="187" y="95"/>
                  </a:moveTo>
                  <a:lnTo>
                    <a:pt x="44" y="95"/>
                  </a:lnTo>
                  <a:lnTo>
                    <a:pt x="44" y="115"/>
                  </a:lnTo>
                  <a:lnTo>
                    <a:pt x="187" y="115"/>
                  </a:lnTo>
                  <a:lnTo>
                    <a:pt x="187" y="95"/>
                  </a:lnTo>
                  <a:close/>
                  <a:moveTo>
                    <a:pt x="187" y="54"/>
                  </a:moveTo>
                  <a:lnTo>
                    <a:pt x="44" y="54"/>
                  </a:lnTo>
                  <a:lnTo>
                    <a:pt x="44" y="75"/>
                  </a:lnTo>
                  <a:lnTo>
                    <a:pt x="187" y="75"/>
                  </a:lnTo>
                  <a:lnTo>
                    <a:pt x="187" y="54"/>
                  </a:lnTo>
                  <a:close/>
                  <a:moveTo>
                    <a:pt x="44" y="196"/>
                  </a:moveTo>
                  <a:lnTo>
                    <a:pt x="116" y="196"/>
                  </a:lnTo>
                  <a:lnTo>
                    <a:pt x="116" y="176"/>
                  </a:lnTo>
                  <a:lnTo>
                    <a:pt x="44" y="176"/>
                  </a:lnTo>
                  <a:lnTo>
                    <a:pt x="44" y="196"/>
                  </a:lnTo>
                  <a:close/>
                  <a:moveTo>
                    <a:pt x="233" y="29"/>
                  </a:moveTo>
                  <a:lnTo>
                    <a:pt x="233" y="0"/>
                  </a:lnTo>
                  <a:lnTo>
                    <a:pt x="0" y="0"/>
                  </a:lnTo>
                  <a:lnTo>
                    <a:pt x="0" y="301"/>
                  </a:lnTo>
                  <a:lnTo>
                    <a:pt x="29" y="301"/>
                  </a:lnTo>
                  <a:lnTo>
                    <a:pt x="29" y="330"/>
                  </a:lnTo>
                  <a:lnTo>
                    <a:pt x="262" y="330"/>
                  </a:lnTo>
                  <a:lnTo>
                    <a:pt x="262" y="29"/>
                  </a:lnTo>
                  <a:lnTo>
                    <a:pt x="233" y="29"/>
                  </a:lnTo>
                  <a:close/>
                  <a:moveTo>
                    <a:pt x="15" y="286"/>
                  </a:moveTo>
                  <a:lnTo>
                    <a:pt x="15" y="16"/>
                  </a:lnTo>
                  <a:lnTo>
                    <a:pt x="216" y="16"/>
                  </a:lnTo>
                  <a:lnTo>
                    <a:pt x="216" y="216"/>
                  </a:lnTo>
                  <a:lnTo>
                    <a:pt x="148" y="216"/>
                  </a:lnTo>
                  <a:lnTo>
                    <a:pt x="148" y="286"/>
                  </a:lnTo>
                  <a:lnTo>
                    <a:pt x="15" y="286"/>
                  </a:lnTo>
                  <a:close/>
                  <a:moveTo>
                    <a:pt x="245" y="315"/>
                  </a:moveTo>
                  <a:lnTo>
                    <a:pt x="44" y="315"/>
                  </a:lnTo>
                  <a:lnTo>
                    <a:pt x="44" y="301"/>
                  </a:lnTo>
                  <a:lnTo>
                    <a:pt x="155" y="301"/>
                  </a:lnTo>
                  <a:lnTo>
                    <a:pt x="233" y="225"/>
                  </a:lnTo>
                  <a:lnTo>
                    <a:pt x="233" y="45"/>
                  </a:lnTo>
                  <a:lnTo>
                    <a:pt x="245" y="45"/>
                  </a:lnTo>
                  <a:lnTo>
                    <a:pt x="245" y="315"/>
                  </a:lnTo>
                  <a:close/>
                </a:path>
              </a:pathLst>
            </a:custGeom>
            <a:solidFill>
              <a:srgbClr val="2A303C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445773" y="1079848"/>
            <a:ext cx="608740" cy="608740"/>
            <a:chOff x="1445773" y="1079848"/>
            <a:chExt cx="608740" cy="608740"/>
          </a:xfrm>
        </p:grpSpPr>
        <p:sp>
          <p:nvSpPr>
            <p:cNvPr id="57" name="Rounded Rectangle 34"/>
            <p:cNvSpPr/>
            <p:nvPr/>
          </p:nvSpPr>
          <p:spPr>
            <a:xfrm>
              <a:off x="1445773" y="1079848"/>
              <a:ext cx="608740" cy="60874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 48"/>
            <p:cNvSpPr>
              <a:spLocks noEditPoints="1"/>
            </p:cNvSpPr>
            <p:nvPr/>
          </p:nvSpPr>
          <p:spPr bwMode="auto">
            <a:xfrm>
              <a:off x="1617382" y="1203598"/>
              <a:ext cx="265519" cy="388510"/>
            </a:xfrm>
            <a:custGeom>
              <a:avLst/>
              <a:gdLst/>
              <a:ahLst/>
              <a:cxnLst>
                <a:cxn ang="0">
                  <a:pos x="76" y="31"/>
                </a:cxn>
                <a:cxn ang="0">
                  <a:pos x="80" y="27"/>
                </a:cxn>
                <a:cxn ang="0">
                  <a:pos x="76" y="23"/>
                </a:cxn>
                <a:cxn ang="0">
                  <a:pos x="23" y="76"/>
                </a:cxn>
                <a:cxn ang="0">
                  <a:pos x="27" y="80"/>
                </a:cxn>
                <a:cxn ang="0">
                  <a:pos x="31" y="76"/>
                </a:cxn>
                <a:cxn ang="0">
                  <a:pos x="76" y="31"/>
                </a:cxn>
                <a:cxn ang="0">
                  <a:pos x="44" y="192"/>
                </a:cxn>
                <a:cxn ang="0">
                  <a:pos x="45" y="203"/>
                </a:cxn>
                <a:cxn ang="0">
                  <a:pos x="56" y="209"/>
                </a:cxn>
                <a:cxn ang="0">
                  <a:pos x="57" y="216"/>
                </a:cxn>
                <a:cxn ang="0">
                  <a:pos x="76" y="221"/>
                </a:cxn>
                <a:cxn ang="0">
                  <a:pos x="95" y="216"/>
                </a:cxn>
                <a:cxn ang="0">
                  <a:pos x="96" y="209"/>
                </a:cxn>
                <a:cxn ang="0">
                  <a:pos x="106" y="203"/>
                </a:cxn>
                <a:cxn ang="0">
                  <a:pos x="108" y="192"/>
                </a:cxn>
                <a:cxn ang="0">
                  <a:pos x="76" y="197"/>
                </a:cxn>
                <a:cxn ang="0">
                  <a:pos x="44" y="192"/>
                </a:cxn>
                <a:cxn ang="0">
                  <a:pos x="41" y="170"/>
                </a:cxn>
                <a:cxn ang="0">
                  <a:pos x="42" y="182"/>
                </a:cxn>
                <a:cxn ang="0">
                  <a:pos x="76" y="188"/>
                </a:cxn>
                <a:cxn ang="0">
                  <a:pos x="109" y="182"/>
                </a:cxn>
                <a:cxn ang="0">
                  <a:pos x="111" y="170"/>
                </a:cxn>
                <a:cxn ang="0">
                  <a:pos x="76" y="177"/>
                </a:cxn>
                <a:cxn ang="0">
                  <a:pos x="41" y="170"/>
                </a:cxn>
                <a:cxn ang="0">
                  <a:pos x="76" y="0"/>
                </a:cxn>
                <a:cxn ang="0">
                  <a:pos x="0" y="76"/>
                </a:cxn>
                <a:cxn ang="0">
                  <a:pos x="36" y="141"/>
                </a:cxn>
                <a:cxn ang="0">
                  <a:pos x="39" y="160"/>
                </a:cxn>
                <a:cxn ang="0">
                  <a:pos x="76" y="168"/>
                </a:cxn>
                <a:cxn ang="0">
                  <a:pos x="113" y="160"/>
                </a:cxn>
                <a:cxn ang="0">
                  <a:pos x="115" y="141"/>
                </a:cxn>
                <a:cxn ang="0">
                  <a:pos x="152" y="76"/>
                </a:cxn>
                <a:cxn ang="0">
                  <a:pos x="76" y="0"/>
                </a:cxn>
                <a:cxn ang="0">
                  <a:pos x="104" y="132"/>
                </a:cxn>
                <a:cxn ang="0">
                  <a:pos x="102" y="150"/>
                </a:cxn>
                <a:cxn ang="0">
                  <a:pos x="76" y="154"/>
                </a:cxn>
                <a:cxn ang="0">
                  <a:pos x="50" y="150"/>
                </a:cxn>
                <a:cxn ang="0">
                  <a:pos x="48" y="132"/>
                </a:cxn>
                <a:cxn ang="0">
                  <a:pos x="13" y="76"/>
                </a:cxn>
                <a:cxn ang="0">
                  <a:pos x="76" y="14"/>
                </a:cxn>
                <a:cxn ang="0">
                  <a:pos x="139" y="76"/>
                </a:cxn>
                <a:cxn ang="0">
                  <a:pos x="104" y="132"/>
                </a:cxn>
                <a:cxn ang="0">
                  <a:pos x="93" y="104"/>
                </a:cxn>
                <a:cxn ang="0">
                  <a:pos x="76" y="74"/>
                </a:cxn>
                <a:cxn ang="0">
                  <a:pos x="59" y="104"/>
                </a:cxn>
                <a:cxn ang="0">
                  <a:pos x="52" y="89"/>
                </a:cxn>
                <a:cxn ang="0">
                  <a:pos x="41" y="94"/>
                </a:cxn>
                <a:cxn ang="0">
                  <a:pos x="58" y="131"/>
                </a:cxn>
                <a:cxn ang="0">
                  <a:pos x="76" y="98"/>
                </a:cxn>
                <a:cxn ang="0">
                  <a:pos x="94" y="131"/>
                </a:cxn>
                <a:cxn ang="0">
                  <a:pos x="111" y="94"/>
                </a:cxn>
                <a:cxn ang="0">
                  <a:pos x="100" y="89"/>
                </a:cxn>
                <a:cxn ang="0">
                  <a:pos x="93" y="104"/>
                </a:cxn>
              </a:cxnLst>
              <a:rect l="0" t="0" r="r" b="b"/>
              <a:pathLst>
                <a:path w="152" h="221">
                  <a:moveTo>
                    <a:pt x="76" y="31"/>
                  </a:moveTo>
                  <a:cubicBezTo>
                    <a:pt x="78" y="31"/>
                    <a:pt x="80" y="30"/>
                    <a:pt x="80" y="27"/>
                  </a:cubicBezTo>
                  <a:cubicBezTo>
                    <a:pt x="80" y="25"/>
                    <a:pt x="78" y="23"/>
                    <a:pt x="76" y="23"/>
                  </a:cubicBezTo>
                  <a:cubicBezTo>
                    <a:pt x="47" y="23"/>
                    <a:pt x="23" y="47"/>
                    <a:pt x="23" y="76"/>
                  </a:cubicBezTo>
                  <a:cubicBezTo>
                    <a:pt x="23" y="78"/>
                    <a:pt x="25" y="80"/>
                    <a:pt x="27" y="80"/>
                  </a:cubicBezTo>
                  <a:cubicBezTo>
                    <a:pt x="29" y="80"/>
                    <a:pt x="31" y="78"/>
                    <a:pt x="31" y="76"/>
                  </a:cubicBezTo>
                  <a:cubicBezTo>
                    <a:pt x="31" y="52"/>
                    <a:pt x="51" y="31"/>
                    <a:pt x="76" y="31"/>
                  </a:cubicBezTo>
                  <a:close/>
                  <a:moveTo>
                    <a:pt x="44" y="192"/>
                  </a:moveTo>
                  <a:cubicBezTo>
                    <a:pt x="45" y="203"/>
                    <a:pt x="45" y="203"/>
                    <a:pt x="45" y="203"/>
                  </a:cubicBezTo>
                  <a:cubicBezTo>
                    <a:pt x="45" y="203"/>
                    <a:pt x="48" y="207"/>
                    <a:pt x="56" y="209"/>
                  </a:cubicBezTo>
                  <a:cubicBezTo>
                    <a:pt x="57" y="216"/>
                    <a:pt x="57" y="216"/>
                    <a:pt x="57" y="216"/>
                  </a:cubicBezTo>
                  <a:cubicBezTo>
                    <a:pt x="57" y="216"/>
                    <a:pt x="61" y="221"/>
                    <a:pt x="76" y="221"/>
                  </a:cubicBezTo>
                  <a:cubicBezTo>
                    <a:pt x="91" y="221"/>
                    <a:pt x="95" y="216"/>
                    <a:pt x="95" y="216"/>
                  </a:cubicBezTo>
                  <a:cubicBezTo>
                    <a:pt x="96" y="209"/>
                    <a:pt x="96" y="209"/>
                    <a:pt x="96" y="209"/>
                  </a:cubicBezTo>
                  <a:cubicBezTo>
                    <a:pt x="104" y="207"/>
                    <a:pt x="106" y="203"/>
                    <a:pt x="106" y="203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98" y="195"/>
                    <a:pt x="87" y="197"/>
                    <a:pt x="76" y="197"/>
                  </a:cubicBezTo>
                  <a:cubicBezTo>
                    <a:pt x="64" y="197"/>
                    <a:pt x="54" y="195"/>
                    <a:pt x="44" y="192"/>
                  </a:cubicBezTo>
                  <a:close/>
                  <a:moveTo>
                    <a:pt x="41" y="170"/>
                  </a:moveTo>
                  <a:cubicBezTo>
                    <a:pt x="42" y="182"/>
                    <a:pt x="42" y="182"/>
                    <a:pt x="42" y="182"/>
                  </a:cubicBezTo>
                  <a:cubicBezTo>
                    <a:pt x="52" y="186"/>
                    <a:pt x="64" y="188"/>
                    <a:pt x="76" y="188"/>
                  </a:cubicBezTo>
                  <a:cubicBezTo>
                    <a:pt x="88" y="188"/>
                    <a:pt x="99" y="186"/>
                    <a:pt x="109" y="182"/>
                  </a:cubicBezTo>
                  <a:cubicBezTo>
                    <a:pt x="111" y="170"/>
                    <a:pt x="111" y="170"/>
                    <a:pt x="111" y="170"/>
                  </a:cubicBezTo>
                  <a:cubicBezTo>
                    <a:pt x="100" y="174"/>
                    <a:pt x="89" y="177"/>
                    <a:pt x="76" y="177"/>
                  </a:cubicBezTo>
                  <a:cubicBezTo>
                    <a:pt x="63" y="177"/>
                    <a:pt x="51" y="174"/>
                    <a:pt x="41" y="170"/>
                  </a:cubicBezTo>
                  <a:close/>
                  <a:moveTo>
                    <a:pt x="76" y="0"/>
                  </a:moveTo>
                  <a:cubicBezTo>
                    <a:pt x="34" y="0"/>
                    <a:pt x="0" y="34"/>
                    <a:pt x="0" y="76"/>
                  </a:cubicBezTo>
                  <a:cubicBezTo>
                    <a:pt x="0" y="104"/>
                    <a:pt x="15" y="128"/>
                    <a:pt x="36" y="141"/>
                  </a:cubicBezTo>
                  <a:cubicBezTo>
                    <a:pt x="39" y="160"/>
                    <a:pt x="39" y="160"/>
                    <a:pt x="39" y="160"/>
                  </a:cubicBezTo>
                  <a:cubicBezTo>
                    <a:pt x="50" y="165"/>
                    <a:pt x="63" y="168"/>
                    <a:pt x="76" y="168"/>
                  </a:cubicBezTo>
                  <a:cubicBezTo>
                    <a:pt x="89" y="168"/>
                    <a:pt x="102" y="165"/>
                    <a:pt x="113" y="160"/>
                  </a:cubicBezTo>
                  <a:cubicBezTo>
                    <a:pt x="115" y="141"/>
                    <a:pt x="115" y="141"/>
                    <a:pt x="115" y="141"/>
                  </a:cubicBezTo>
                  <a:cubicBezTo>
                    <a:pt x="137" y="128"/>
                    <a:pt x="152" y="104"/>
                    <a:pt x="152" y="76"/>
                  </a:cubicBezTo>
                  <a:cubicBezTo>
                    <a:pt x="152" y="34"/>
                    <a:pt x="118" y="0"/>
                    <a:pt x="76" y="0"/>
                  </a:cubicBezTo>
                  <a:close/>
                  <a:moveTo>
                    <a:pt x="104" y="132"/>
                  </a:moveTo>
                  <a:cubicBezTo>
                    <a:pt x="102" y="150"/>
                    <a:pt x="102" y="150"/>
                    <a:pt x="102" y="150"/>
                  </a:cubicBezTo>
                  <a:cubicBezTo>
                    <a:pt x="102" y="150"/>
                    <a:pt x="95" y="154"/>
                    <a:pt x="76" y="154"/>
                  </a:cubicBezTo>
                  <a:cubicBezTo>
                    <a:pt x="57" y="154"/>
                    <a:pt x="50" y="150"/>
                    <a:pt x="50" y="150"/>
                  </a:cubicBezTo>
                  <a:cubicBezTo>
                    <a:pt x="48" y="132"/>
                    <a:pt x="48" y="132"/>
                    <a:pt x="48" y="132"/>
                  </a:cubicBezTo>
                  <a:cubicBezTo>
                    <a:pt x="27" y="122"/>
                    <a:pt x="13" y="101"/>
                    <a:pt x="13" y="76"/>
                  </a:cubicBezTo>
                  <a:cubicBezTo>
                    <a:pt x="13" y="42"/>
                    <a:pt x="41" y="14"/>
                    <a:pt x="76" y="14"/>
                  </a:cubicBezTo>
                  <a:cubicBezTo>
                    <a:pt x="110" y="14"/>
                    <a:pt x="139" y="42"/>
                    <a:pt x="139" y="76"/>
                  </a:cubicBezTo>
                  <a:cubicBezTo>
                    <a:pt x="139" y="101"/>
                    <a:pt x="124" y="122"/>
                    <a:pt x="104" y="132"/>
                  </a:cubicBezTo>
                  <a:close/>
                  <a:moveTo>
                    <a:pt x="93" y="104"/>
                  </a:moveTo>
                  <a:cubicBezTo>
                    <a:pt x="76" y="74"/>
                    <a:pt x="76" y="74"/>
                    <a:pt x="76" y="74"/>
                  </a:cubicBezTo>
                  <a:cubicBezTo>
                    <a:pt x="59" y="104"/>
                    <a:pt x="59" y="104"/>
                    <a:pt x="59" y="104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1" y="94"/>
                    <a:pt x="41" y="94"/>
                    <a:pt x="41" y="94"/>
                  </a:cubicBezTo>
                  <a:cubicBezTo>
                    <a:pt x="58" y="131"/>
                    <a:pt x="58" y="131"/>
                    <a:pt x="58" y="131"/>
                  </a:cubicBezTo>
                  <a:cubicBezTo>
                    <a:pt x="76" y="98"/>
                    <a:pt x="76" y="98"/>
                    <a:pt x="76" y="98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111" y="94"/>
                    <a:pt x="111" y="94"/>
                    <a:pt x="111" y="94"/>
                  </a:cubicBezTo>
                  <a:cubicBezTo>
                    <a:pt x="100" y="89"/>
                    <a:pt x="100" y="89"/>
                    <a:pt x="100" y="89"/>
                  </a:cubicBezTo>
                  <a:lnTo>
                    <a:pt x="93" y="104"/>
                  </a:lnTo>
                  <a:close/>
                </a:path>
              </a:pathLst>
            </a:custGeom>
            <a:solidFill>
              <a:srgbClr val="2A303C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sp>
        <p:nvSpPr>
          <p:cNvPr id="31" name="Oval 40"/>
          <p:cNvSpPr/>
          <p:nvPr/>
        </p:nvSpPr>
        <p:spPr>
          <a:xfrm>
            <a:off x="7214441" y="384770"/>
            <a:ext cx="1245453" cy="1245453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10"/>
          <p:cNvSpPr txBox="1"/>
          <p:nvPr/>
        </p:nvSpPr>
        <p:spPr>
          <a:xfrm>
            <a:off x="74685" y="2095052"/>
            <a:ext cx="1156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绪论</a:t>
            </a:r>
            <a:endParaRPr lang="ko-KR" altLang="en-US" sz="1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sp>
        <p:nvSpPr>
          <p:cNvPr id="34" name="TextBox 10"/>
          <p:cNvSpPr txBox="1"/>
          <p:nvPr/>
        </p:nvSpPr>
        <p:spPr>
          <a:xfrm>
            <a:off x="1100676" y="690380"/>
            <a:ext cx="1631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研究方法与思路</a:t>
            </a:r>
            <a:endParaRPr lang="ko-KR" altLang="en-US" sz="1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sp>
        <p:nvSpPr>
          <p:cNvPr id="35" name="TextBox 10"/>
          <p:cNvSpPr txBox="1"/>
          <p:nvPr/>
        </p:nvSpPr>
        <p:spPr>
          <a:xfrm>
            <a:off x="1074358" y="2604242"/>
            <a:ext cx="2374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关键技术与实践难点</a:t>
            </a:r>
            <a:endParaRPr lang="ko-KR" altLang="en-US" sz="1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sp>
        <p:nvSpPr>
          <p:cNvPr id="36" name="TextBox 10"/>
          <p:cNvSpPr txBox="1"/>
          <p:nvPr/>
        </p:nvSpPr>
        <p:spPr>
          <a:xfrm>
            <a:off x="3492325" y="2458849"/>
            <a:ext cx="1916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研究成果与应用</a:t>
            </a:r>
            <a:endParaRPr lang="ko-KR" altLang="en-US" sz="1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3841813" y="2844862"/>
            <a:ext cx="608740" cy="608740"/>
            <a:chOff x="3841813" y="2844862"/>
            <a:chExt cx="608740" cy="608740"/>
          </a:xfrm>
        </p:grpSpPr>
        <p:sp>
          <p:nvSpPr>
            <p:cNvPr id="59" name="Rounded Rectangle 34"/>
            <p:cNvSpPr/>
            <p:nvPr/>
          </p:nvSpPr>
          <p:spPr>
            <a:xfrm>
              <a:off x="3841813" y="2844862"/>
              <a:ext cx="608740" cy="60874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3" name="Group 56"/>
            <p:cNvGrpSpPr/>
            <p:nvPr/>
          </p:nvGrpSpPr>
          <p:grpSpPr>
            <a:xfrm>
              <a:off x="3963299" y="2999019"/>
              <a:ext cx="365767" cy="307523"/>
              <a:chOff x="10280549" y="2492063"/>
              <a:chExt cx="506412" cy="474662"/>
            </a:xfrm>
            <a:solidFill>
              <a:srgbClr val="2A303C"/>
            </a:solidFill>
          </p:grpSpPr>
          <p:sp>
            <p:nvSpPr>
              <p:cNvPr id="44" name="Oval 5"/>
              <p:cNvSpPr>
                <a:spLocks noChangeArrowheads="1"/>
              </p:cNvSpPr>
              <p:nvPr/>
            </p:nvSpPr>
            <p:spPr bwMode="auto">
              <a:xfrm>
                <a:off x="10526611" y="2752413"/>
                <a:ext cx="60325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45" name="Freeform 6"/>
              <p:cNvSpPr>
                <a:spLocks noEditPoints="1"/>
              </p:cNvSpPr>
              <p:nvPr/>
            </p:nvSpPr>
            <p:spPr bwMode="auto">
              <a:xfrm>
                <a:off x="10280549" y="2492063"/>
                <a:ext cx="506412" cy="474662"/>
              </a:xfrm>
              <a:custGeom>
                <a:avLst/>
                <a:gdLst>
                  <a:gd name="T0" fmla="*/ 116 w 132"/>
                  <a:gd name="T1" fmla="*/ 48 h 124"/>
                  <a:gd name="T2" fmla="*/ 116 w 132"/>
                  <a:gd name="T3" fmla="*/ 22 h 124"/>
                  <a:gd name="T4" fmla="*/ 104 w 132"/>
                  <a:gd name="T5" fmla="*/ 0 h 124"/>
                  <a:gd name="T6" fmla="*/ 22 w 132"/>
                  <a:gd name="T7" fmla="*/ 0 h 124"/>
                  <a:gd name="T8" fmla="*/ 0 w 132"/>
                  <a:gd name="T9" fmla="*/ 102 h 124"/>
                  <a:gd name="T10" fmla="*/ 94 w 132"/>
                  <a:gd name="T11" fmla="*/ 124 h 124"/>
                  <a:gd name="T12" fmla="*/ 116 w 132"/>
                  <a:gd name="T13" fmla="*/ 96 h 124"/>
                  <a:gd name="T14" fmla="*/ 116 w 132"/>
                  <a:gd name="T15" fmla="*/ 48 h 124"/>
                  <a:gd name="T16" fmla="*/ 88 w 132"/>
                  <a:gd name="T17" fmla="*/ 8 h 124"/>
                  <a:gd name="T18" fmla="*/ 108 w 132"/>
                  <a:gd name="T19" fmla="*/ 12 h 124"/>
                  <a:gd name="T20" fmla="*/ 108 w 132"/>
                  <a:gd name="T21" fmla="*/ 24 h 124"/>
                  <a:gd name="T22" fmla="*/ 104 w 132"/>
                  <a:gd name="T23" fmla="*/ 36 h 124"/>
                  <a:gd name="T24" fmla="*/ 104 w 132"/>
                  <a:gd name="T25" fmla="*/ 32 h 124"/>
                  <a:gd name="T26" fmla="*/ 104 w 132"/>
                  <a:gd name="T27" fmla="*/ 16 h 124"/>
                  <a:gd name="T28" fmla="*/ 16 w 132"/>
                  <a:gd name="T29" fmla="*/ 12 h 124"/>
                  <a:gd name="T30" fmla="*/ 12 w 132"/>
                  <a:gd name="T31" fmla="*/ 24 h 124"/>
                  <a:gd name="T32" fmla="*/ 8 w 132"/>
                  <a:gd name="T33" fmla="*/ 22 h 124"/>
                  <a:gd name="T34" fmla="*/ 100 w 132"/>
                  <a:gd name="T35" fmla="*/ 20 h 124"/>
                  <a:gd name="T36" fmla="*/ 16 w 132"/>
                  <a:gd name="T37" fmla="*/ 16 h 124"/>
                  <a:gd name="T38" fmla="*/ 100 w 132"/>
                  <a:gd name="T39" fmla="*/ 20 h 124"/>
                  <a:gd name="T40" fmla="*/ 100 w 132"/>
                  <a:gd name="T41" fmla="*/ 28 h 124"/>
                  <a:gd name="T42" fmla="*/ 16 w 132"/>
                  <a:gd name="T43" fmla="*/ 24 h 124"/>
                  <a:gd name="T44" fmla="*/ 100 w 132"/>
                  <a:gd name="T45" fmla="*/ 32 h 124"/>
                  <a:gd name="T46" fmla="*/ 88 w 132"/>
                  <a:gd name="T47" fmla="*/ 36 h 124"/>
                  <a:gd name="T48" fmla="*/ 16 w 132"/>
                  <a:gd name="T49" fmla="*/ 35 h 124"/>
                  <a:gd name="T50" fmla="*/ 100 w 132"/>
                  <a:gd name="T51" fmla="*/ 32 h 124"/>
                  <a:gd name="T52" fmla="*/ 94 w 132"/>
                  <a:gd name="T53" fmla="*/ 116 h 124"/>
                  <a:gd name="T54" fmla="*/ 8 w 132"/>
                  <a:gd name="T55" fmla="*/ 102 h 124"/>
                  <a:gd name="T56" fmla="*/ 22 w 132"/>
                  <a:gd name="T57" fmla="*/ 44 h 124"/>
                  <a:gd name="T58" fmla="*/ 104 w 132"/>
                  <a:gd name="T59" fmla="*/ 44 h 124"/>
                  <a:gd name="T60" fmla="*/ 108 w 132"/>
                  <a:gd name="T61" fmla="*/ 56 h 124"/>
                  <a:gd name="T62" fmla="*/ 52 w 132"/>
                  <a:gd name="T63" fmla="*/ 76 h 124"/>
                  <a:gd name="T64" fmla="*/ 108 w 132"/>
                  <a:gd name="T65" fmla="*/ 96 h 124"/>
                  <a:gd name="T66" fmla="*/ 113 w 132"/>
                  <a:gd name="T67" fmla="*/ 88 h 124"/>
                  <a:gd name="T68" fmla="*/ 60 w 132"/>
                  <a:gd name="T69" fmla="*/ 76 h 124"/>
                  <a:gd name="T70" fmla="*/ 108 w 132"/>
                  <a:gd name="T71" fmla="*/ 64 h 124"/>
                  <a:gd name="T72" fmla="*/ 115 w 132"/>
                  <a:gd name="T73" fmla="*/ 59 h 124"/>
                  <a:gd name="T74" fmla="*/ 120 w 132"/>
                  <a:gd name="T75" fmla="*/ 7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2" h="124">
                    <a:moveTo>
                      <a:pt x="116" y="48"/>
                    </a:moveTo>
                    <a:cubicBezTo>
                      <a:pt x="116" y="48"/>
                      <a:pt x="116" y="48"/>
                      <a:pt x="116" y="48"/>
                    </a:cubicBezTo>
                    <a:cubicBezTo>
                      <a:pt x="116" y="24"/>
                      <a:pt x="116" y="24"/>
                      <a:pt x="116" y="24"/>
                    </a:cubicBezTo>
                    <a:cubicBezTo>
                      <a:pt x="116" y="22"/>
                      <a:pt x="116" y="22"/>
                      <a:pt x="116" y="22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6" y="5"/>
                      <a:pt x="111" y="0"/>
                      <a:pt x="104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14"/>
                      <a:pt x="10" y="124"/>
                      <a:pt x="22" y="124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106" y="124"/>
                      <a:pt x="116" y="114"/>
                      <a:pt x="116" y="102"/>
                    </a:cubicBezTo>
                    <a:cubicBezTo>
                      <a:pt x="116" y="96"/>
                      <a:pt x="116" y="96"/>
                      <a:pt x="116" y="96"/>
                    </a:cubicBezTo>
                    <a:cubicBezTo>
                      <a:pt x="116" y="96"/>
                      <a:pt x="116" y="96"/>
                      <a:pt x="116" y="96"/>
                    </a:cubicBezTo>
                    <a:cubicBezTo>
                      <a:pt x="132" y="84"/>
                      <a:pt x="132" y="60"/>
                      <a:pt x="116" y="48"/>
                    </a:cubicBezTo>
                    <a:close/>
                    <a:moveTo>
                      <a:pt x="22" y="8"/>
                    </a:moveTo>
                    <a:cubicBezTo>
                      <a:pt x="88" y="8"/>
                      <a:pt x="88" y="8"/>
                      <a:pt x="88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06" y="8"/>
                      <a:pt x="108" y="10"/>
                      <a:pt x="108" y="1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08" y="37"/>
                      <a:pt x="108" y="37"/>
                      <a:pt x="108" y="37"/>
                    </a:cubicBezTo>
                    <a:cubicBezTo>
                      <a:pt x="107" y="36"/>
                      <a:pt x="105" y="36"/>
                      <a:pt x="104" y="36"/>
                    </a:cubicBezTo>
                    <a:cubicBezTo>
                      <a:pt x="104" y="36"/>
                      <a:pt x="104" y="36"/>
                      <a:pt x="104" y="36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4"/>
                      <a:pt x="104" y="24"/>
                      <a:pt x="104" y="24"/>
                    </a:cubicBezTo>
                    <a:cubicBezTo>
                      <a:pt x="104" y="16"/>
                      <a:pt x="104" y="16"/>
                      <a:pt x="104" y="16"/>
                    </a:cubicBezTo>
                    <a:cubicBezTo>
                      <a:pt x="104" y="14"/>
                      <a:pt x="102" y="12"/>
                      <a:pt x="100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4" y="12"/>
                      <a:pt x="12" y="14"/>
                      <a:pt x="12" y="1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0" y="29"/>
                      <a:pt x="8" y="26"/>
                      <a:pt x="8" y="22"/>
                    </a:cubicBezTo>
                    <a:cubicBezTo>
                      <a:pt x="8" y="14"/>
                      <a:pt x="14" y="8"/>
                      <a:pt x="22" y="8"/>
                    </a:cubicBezTo>
                    <a:close/>
                    <a:moveTo>
                      <a:pt x="100" y="20"/>
                    </a:move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00" y="16"/>
                      <a:pt x="100" y="16"/>
                      <a:pt x="100" y="16"/>
                    </a:cubicBezTo>
                    <a:lnTo>
                      <a:pt x="100" y="20"/>
                    </a:lnTo>
                    <a:close/>
                    <a:moveTo>
                      <a:pt x="100" y="24"/>
                    </a:moveTo>
                    <a:cubicBezTo>
                      <a:pt x="100" y="28"/>
                      <a:pt x="100" y="28"/>
                      <a:pt x="100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4"/>
                      <a:pt x="16" y="24"/>
                      <a:pt x="16" y="24"/>
                    </a:cubicBezTo>
                    <a:lnTo>
                      <a:pt x="100" y="24"/>
                    </a:lnTo>
                    <a:close/>
                    <a:moveTo>
                      <a:pt x="100" y="32"/>
                    </a:moveTo>
                    <a:cubicBezTo>
                      <a:pt x="100" y="36"/>
                      <a:pt x="100" y="36"/>
                      <a:pt x="100" y="36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0" y="36"/>
                      <a:pt x="18" y="35"/>
                      <a:pt x="16" y="35"/>
                    </a:cubicBezTo>
                    <a:cubicBezTo>
                      <a:pt x="16" y="32"/>
                      <a:pt x="16" y="32"/>
                      <a:pt x="16" y="32"/>
                    </a:cubicBezTo>
                    <a:lnTo>
                      <a:pt x="100" y="32"/>
                    </a:lnTo>
                    <a:close/>
                    <a:moveTo>
                      <a:pt x="108" y="102"/>
                    </a:moveTo>
                    <a:cubicBezTo>
                      <a:pt x="108" y="110"/>
                      <a:pt x="102" y="116"/>
                      <a:pt x="94" y="116"/>
                    </a:cubicBezTo>
                    <a:cubicBezTo>
                      <a:pt x="22" y="116"/>
                      <a:pt x="22" y="116"/>
                      <a:pt x="22" y="116"/>
                    </a:cubicBezTo>
                    <a:cubicBezTo>
                      <a:pt x="14" y="116"/>
                      <a:pt x="8" y="110"/>
                      <a:pt x="8" y="102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12" y="42"/>
                      <a:pt x="17" y="44"/>
                      <a:pt x="22" y="44"/>
                    </a:cubicBezTo>
                    <a:cubicBezTo>
                      <a:pt x="88" y="44"/>
                      <a:pt x="88" y="44"/>
                      <a:pt x="88" y="44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106" y="44"/>
                      <a:pt x="108" y="46"/>
                      <a:pt x="108" y="48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61" y="56"/>
                      <a:pt x="52" y="65"/>
                      <a:pt x="52" y="76"/>
                    </a:cubicBezTo>
                    <a:cubicBezTo>
                      <a:pt x="52" y="87"/>
                      <a:pt x="61" y="96"/>
                      <a:pt x="72" y="96"/>
                    </a:cubicBezTo>
                    <a:cubicBezTo>
                      <a:pt x="108" y="96"/>
                      <a:pt x="108" y="96"/>
                      <a:pt x="108" y="96"/>
                    </a:cubicBezTo>
                    <a:lnTo>
                      <a:pt x="108" y="102"/>
                    </a:lnTo>
                    <a:close/>
                    <a:moveTo>
                      <a:pt x="113" y="88"/>
                    </a:moveTo>
                    <a:cubicBezTo>
                      <a:pt x="72" y="88"/>
                      <a:pt x="72" y="88"/>
                      <a:pt x="72" y="88"/>
                    </a:cubicBezTo>
                    <a:cubicBezTo>
                      <a:pt x="65" y="88"/>
                      <a:pt x="60" y="83"/>
                      <a:pt x="60" y="76"/>
                    </a:cubicBezTo>
                    <a:cubicBezTo>
                      <a:pt x="60" y="69"/>
                      <a:pt x="65" y="64"/>
                      <a:pt x="72" y="64"/>
                    </a:cubicBezTo>
                    <a:cubicBezTo>
                      <a:pt x="108" y="64"/>
                      <a:pt x="108" y="64"/>
                      <a:pt x="108" y="64"/>
                    </a:cubicBezTo>
                    <a:cubicBezTo>
                      <a:pt x="110" y="64"/>
                      <a:pt x="113" y="63"/>
                      <a:pt x="114" y="61"/>
                    </a:cubicBezTo>
                    <a:cubicBezTo>
                      <a:pt x="115" y="60"/>
                      <a:pt x="115" y="60"/>
                      <a:pt x="115" y="59"/>
                    </a:cubicBezTo>
                    <a:cubicBezTo>
                      <a:pt x="115" y="59"/>
                      <a:pt x="116" y="59"/>
                      <a:pt x="116" y="59"/>
                    </a:cubicBezTo>
                    <a:cubicBezTo>
                      <a:pt x="118" y="62"/>
                      <a:pt x="120" y="67"/>
                      <a:pt x="120" y="72"/>
                    </a:cubicBezTo>
                    <a:cubicBezTo>
                      <a:pt x="120" y="78"/>
                      <a:pt x="118" y="84"/>
                      <a:pt x="113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</a:endParaRPr>
              </a:p>
            </p:txBody>
          </p:sp>
        </p:grpSp>
      </p:grpSp>
      <p:grpSp>
        <p:nvGrpSpPr>
          <p:cNvPr id="86" name="组合 85"/>
          <p:cNvGrpSpPr/>
          <p:nvPr/>
        </p:nvGrpSpPr>
        <p:grpSpPr>
          <a:xfrm>
            <a:off x="5112916" y="3441337"/>
            <a:ext cx="608740" cy="608740"/>
            <a:chOff x="5112916" y="3441337"/>
            <a:chExt cx="608740" cy="608740"/>
          </a:xfrm>
        </p:grpSpPr>
        <p:sp>
          <p:nvSpPr>
            <p:cNvPr id="60" name="Rounded Rectangle 34"/>
            <p:cNvSpPr/>
            <p:nvPr/>
          </p:nvSpPr>
          <p:spPr>
            <a:xfrm>
              <a:off x="5112916" y="3441337"/>
              <a:ext cx="608740" cy="60874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64"/>
            <p:cNvSpPr>
              <a:spLocks noEditPoints="1"/>
            </p:cNvSpPr>
            <p:nvPr/>
          </p:nvSpPr>
          <p:spPr bwMode="auto">
            <a:xfrm>
              <a:off x="5289628" y="3639932"/>
              <a:ext cx="275298" cy="266825"/>
            </a:xfrm>
            <a:custGeom>
              <a:avLst/>
              <a:gdLst>
                <a:gd name="T0" fmla="*/ 232773 w 133"/>
                <a:gd name="T1" fmla="*/ 0 h 127"/>
                <a:gd name="T2" fmla="*/ 16760 w 133"/>
                <a:gd name="T3" fmla="*/ 0 h 127"/>
                <a:gd name="T4" fmla="*/ 0 w 133"/>
                <a:gd name="T5" fmla="*/ 16758 h 127"/>
                <a:gd name="T6" fmla="*/ 0 w 133"/>
                <a:gd name="T7" fmla="*/ 169444 h 127"/>
                <a:gd name="T8" fmla="*/ 16760 w 133"/>
                <a:gd name="T9" fmla="*/ 186202 h 127"/>
                <a:gd name="T10" fmla="*/ 98696 w 133"/>
                <a:gd name="T11" fmla="*/ 186202 h 127"/>
                <a:gd name="T12" fmla="*/ 74488 w 133"/>
                <a:gd name="T13" fmla="*/ 219719 h 127"/>
                <a:gd name="T14" fmla="*/ 74488 w 133"/>
                <a:gd name="T15" fmla="*/ 236477 h 127"/>
                <a:gd name="T16" fmla="*/ 98696 w 133"/>
                <a:gd name="T17" fmla="*/ 236477 h 127"/>
                <a:gd name="T18" fmla="*/ 148975 w 133"/>
                <a:gd name="T19" fmla="*/ 236477 h 127"/>
                <a:gd name="T20" fmla="*/ 175046 w 133"/>
                <a:gd name="T21" fmla="*/ 236477 h 127"/>
                <a:gd name="T22" fmla="*/ 175046 w 133"/>
                <a:gd name="T23" fmla="*/ 219719 h 127"/>
                <a:gd name="T24" fmla="*/ 148975 w 133"/>
                <a:gd name="T25" fmla="*/ 186202 h 127"/>
                <a:gd name="T26" fmla="*/ 232773 w 133"/>
                <a:gd name="T27" fmla="*/ 186202 h 127"/>
                <a:gd name="T28" fmla="*/ 247671 w 133"/>
                <a:gd name="T29" fmla="*/ 169444 h 127"/>
                <a:gd name="T30" fmla="*/ 247671 w 133"/>
                <a:gd name="T31" fmla="*/ 16758 h 127"/>
                <a:gd name="T32" fmla="*/ 232773 w 133"/>
                <a:gd name="T33" fmla="*/ 0 h 127"/>
                <a:gd name="T34" fmla="*/ 111731 w 133"/>
                <a:gd name="T35" fmla="*/ 165720 h 127"/>
                <a:gd name="T36" fmla="*/ 124767 w 133"/>
                <a:gd name="T37" fmla="*/ 152686 h 127"/>
                <a:gd name="T38" fmla="*/ 139664 w 133"/>
                <a:gd name="T39" fmla="*/ 165720 h 127"/>
                <a:gd name="T40" fmla="*/ 124767 w 133"/>
                <a:gd name="T41" fmla="*/ 180616 h 127"/>
                <a:gd name="T42" fmla="*/ 111731 w 133"/>
                <a:gd name="T43" fmla="*/ 165720 h 127"/>
                <a:gd name="T44" fmla="*/ 230911 w 133"/>
                <a:gd name="T45" fmla="*/ 147100 h 127"/>
                <a:gd name="T46" fmla="*/ 18622 w 133"/>
                <a:gd name="T47" fmla="*/ 147100 h 127"/>
                <a:gd name="T48" fmla="*/ 18622 w 133"/>
                <a:gd name="T49" fmla="*/ 18620 h 127"/>
                <a:gd name="T50" fmla="*/ 230911 w 133"/>
                <a:gd name="T51" fmla="*/ 18620 h 127"/>
                <a:gd name="T52" fmla="*/ 230911 w 133"/>
                <a:gd name="T53" fmla="*/ 147100 h 12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33" h="127">
                  <a:moveTo>
                    <a:pt x="125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6"/>
                    <a:pt x="4" y="100"/>
                    <a:pt x="9" y="100"/>
                  </a:cubicBezTo>
                  <a:cubicBezTo>
                    <a:pt x="53" y="100"/>
                    <a:pt x="53" y="100"/>
                    <a:pt x="53" y="100"/>
                  </a:cubicBezTo>
                  <a:cubicBezTo>
                    <a:pt x="53" y="100"/>
                    <a:pt x="55" y="118"/>
                    <a:pt x="40" y="118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80" y="127"/>
                    <a:pt x="80" y="127"/>
                    <a:pt x="80" y="127"/>
                  </a:cubicBezTo>
                  <a:cubicBezTo>
                    <a:pt x="94" y="127"/>
                    <a:pt x="94" y="127"/>
                    <a:pt x="94" y="127"/>
                  </a:cubicBezTo>
                  <a:cubicBezTo>
                    <a:pt x="94" y="118"/>
                    <a:pt x="94" y="118"/>
                    <a:pt x="94" y="118"/>
                  </a:cubicBezTo>
                  <a:cubicBezTo>
                    <a:pt x="78" y="118"/>
                    <a:pt x="80" y="100"/>
                    <a:pt x="80" y="100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9" y="100"/>
                    <a:pt x="133" y="96"/>
                    <a:pt x="133" y="91"/>
                  </a:cubicBezTo>
                  <a:cubicBezTo>
                    <a:pt x="133" y="9"/>
                    <a:pt x="133" y="9"/>
                    <a:pt x="133" y="9"/>
                  </a:cubicBezTo>
                  <a:cubicBezTo>
                    <a:pt x="133" y="4"/>
                    <a:pt x="129" y="0"/>
                    <a:pt x="125" y="0"/>
                  </a:cubicBezTo>
                  <a:close/>
                  <a:moveTo>
                    <a:pt x="60" y="89"/>
                  </a:moveTo>
                  <a:cubicBezTo>
                    <a:pt x="60" y="85"/>
                    <a:pt x="63" y="82"/>
                    <a:pt x="67" y="82"/>
                  </a:cubicBezTo>
                  <a:cubicBezTo>
                    <a:pt x="72" y="82"/>
                    <a:pt x="75" y="85"/>
                    <a:pt x="75" y="89"/>
                  </a:cubicBezTo>
                  <a:cubicBezTo>
                    <a:pt x="75" y="94"/>
                    <a:pt x="72" y="97"/>
                    <a:pt x="67" y="97"/>
                  </a:cubicBezTo>
                  <a:cubicBezTo>
                    <a:pt x="63" y="97"/>
                    <a:pt x="60" y="94"/>
                    <a:pt x="60" y="89"/>
                  </a:cubicBezTo>
                  <a:close/>
                  <a:moveTo>
                    <a:pt x="124" y="79"/>
                  </a:moveTo>
                  <a:cubicBezTo>
                    <a:pt x="10" y="79"/>
                    <a:pt x="10" y="79"/>
                    <a:pt x="10" y="7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24" y="10"/>
                    <a:pt x="124" y="10"/>
                    <a:pt x="124" y="10"/>
                  </a:cubicBezTo>
                  <a:lnTo>
                    <a:pt x="124" y="79"/>
                  </a:lnTo>
                  <a:close/>
                </a:path>
              </a:pathLst>
            </a:custGeom>
            <a:solidFill>
              <a:srgbClr val="2A303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" name="TextBox 10"/>
          <p:cNvSpPr txBox="1"/>
          <p:nvPr/>
        </p:nvSpPr>
        <p:spPr>
          <a:xfrm>
            <a:off x="4541753" y="4056884"/>
            <a:ext cx="1771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相关建议</a:t>
            </a:r>
            <a:endParaRPr lang="ko-KR" altLang="en-US" sz="1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sp>
        <p:nvSpPr>
          <p:cNvPr id="55" name="TextBox 10"/>
          <p:cNvSpPr txBox="1"/>
          <p:nvPr/>
        </p:nvSpPr>
        <p:spPr>
          <a:xfrm>
            <a:off x="5963789" y="2518363"/>
            <a:ext cx="175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论文总结</a:t>
            </a:r>
            <a:endParaRPr lang="ko-KR" altLang="en-US" sz="1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sp>
        <p:nvSpPr>
          <p:cNvPr id="56" name="TextBox 10"/>
          <p:cNvSpPr txBox="1"/>
          <p:nvPr/>
        </p:nvSpPr>
        <p:spPr>
          <a:xfrm>
            <a:off x="7251079" y="561220"/>
            <a:ext cx="11561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b="1" dirty="0" smtClean="0">
                <a:solidFill>
                  <a:srgbClr val="2A303C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目录</a:t>
            </a:r>
            <a:endParaRPr lang="en-US" altLang="zh-CN" sz="3600" b="1" dirty="0" smtClean="0">
              <a:solidFill>
                <a:srgbClr val="2A303C"/>
              </a:solidFill>
              <a:latin typeface="方正兰亭黑简体" pitchFamily="2" charset="-122"/>
              <a:ea typeface="方正兰亭黑简体" pitchFamily="2" charset="-122"/>
              <a:cs typeface="Roboto condensed"/>
            </a:endParaRPr>
          </a:p>
          <a:p>
            <a:pPr lvl="0" algn="ctr"/>
            <a:r>
              <a:rPr lang="en-US" altLang="ko-KR" sz="1600" b="1" dirty="0" smtClean="0">
                <a:solidFill>
                  <a:srgbClr val="2A303C"/>
                </a:solidFill>
                <a:latin typeface="方正兰亭黑简体" pitchFamily="2" charset="-122"/>
                <a:cs typeface="Roboto condensed"/>
              </a:rPr>
              <a:t>Contents</a:t>
            </a:r>
            <a:endParaRPr lang="ko-KR" altLang="en-US" sz="1600" b="1" dirty="0">
              <a:solidFill>
                <a:srgbClr val="2A303C"/>
              </a:solidFill>
              <a:latin typeface="方正兰亭黑简体" pitchFamily="2" charset="-122"/>
              <a:cs typeface="Roboto condensed"/>
            </a:endParaRPr>
          </a:p>
        </p:txBody>
      </p:sp>
      <p:grpSp>
        <p:nvGrpSpPr>
          <p:cNvPr id="69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70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1" name="Rectangle 10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72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73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4" name="Rectangle 13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75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76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7" name="Rectangle 16">
              <a:hlinkClick r:id="rId4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6650885" y="3008270"/>
            <a:ext cx="608740" cy="608740"/>
            <a:chOff x="6650885" y="3008270"/>
            <a:chExt cx="608740" cy="608740"/>
          </a:xfrm>
        </p:grpSpPr>
        <p:sp>
          <p:nvSpPr>
            <p:cNvPr id="61" name="Rounded Rectangle 34"/>
            <p:cNvSpPr/>
            <p:nvPr/>
          </p:nvSpPr>
          <p:spPr>
            <a:xfrm>
              <a:off x="6650885" y="3008270"/>
              <a:ext cx="608740" cy="60874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9" name="Group 54"/>
            <p:cNvGrpSpPr/>
            <p:nvPr/>
          </p:nvGrpSpPr>
          <p:grpSpPr>
            <a:xfrm>
              <a:off x="6805508" y="3127036"/>
              <a:ext cx="299494" cy="389342"/>
              <a:chOff x="6421904" y="4798576"/>
              <a:chExt cx="299494" cy="389342"/>
            </a:xfrm>
            <a:solidFill>
              <a:srgbClr val="2A303C"/>
            </a:solidFill>
          </p:grpSpPr>
          <p:sp>
            <p:nvSpPr>
              <p:cNvPr id="80" name="Freeform 170"/>
              <p:cNvSpPr/>
              <p:nvPr/>
            </p:nvSpPr>
            <p:spPr bwMode="auto">
              <a:xfrm>
                <a:off x="6421904" y="4910886"/>
                <a:ext cx="299494" cy="277032"/>
              </a:xfrm>
              <a:custGeom>
                <a:avLst/>
                <a:gdLst>
                  <a:gd name="T0" fmla="*/ 45 w 90"/>
                  <a:gd name="T1" fmla="*/ 83 h 83"/>
                  <a:gd name="T2" fmla="*/ 90 w 90"/>
                  <a:gd name="T3" fmla="*/ 0 h 83"/>
                  <a:gd name="T4" fmla="*/ 0 w 90"/>
                  <a:gd name="T5" fmla="*/ 0 h 83"/>
                  <a:gd name="T6" fmla="*/ 45 w 90"/>
                  <a:gd name="T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83">
                    <a:moveTo>
                      <a:pt x="45" y="83"/>
                    </a:moveTo>
                    <a:cubicBezTo>
                      <a:pt x="90" y="59"/>
                      <a:pt x="90" y="0"/>
                      <a:pt x="9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59"/>
                      <a:pt x="45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81" name="Freeform 171"/>
              <p:cNvSpPr/>
              <p:nvPr/>
            </p:nvSpPr>
            <p:spPr bwMode="auto">
              <a:xfrm>
                <a:off x="6421904" y="4798576"/>
                <a:ext cx="299494" cy="94840"/>
              </a:xfrm>
              <a:custGeom>
                <a:avLst/>
                <a:gdLst>
                  <a:gd name="T0" fmla="*/ 84 w 90"/>
                  <a:gd name="T1" fmla="*/ 0 h 29"/>
                  <a:gd name="T2" fmla="*/ 68 w 90"/>
                  <a:gd name="T3" fmla="*/ 16 h 29"/>
                  <a:gd name="T4" fmla="*/ 52 w 90"/>
                  <a:gd name="T5" fmla="*/ 0 h 29"/>
                  <a:gd name="T6" fmla="*/ 39 w 90"/>
                  <a:gd name="T7" fmla="*/ 0 h 29"/>
                  <a:gd name="T8" fmla="*/ 23 w 90"/>
                  <a:gd name="T9" fmla="*/ 16 h 29"/>
                  <a:gd name="T10" fmla="*/ 7 w 90"/>
                  <a:gd name="T11" fmla="*/ 0 h 29"/>
                  <a:gd name="T12" fmla="*/ 0 w 90"/>
                  <a:gd name="T13" fmla="*/ 0 h 29"/>
                  <a:gd name="T14" fmla="*/ 0 w 90"/>
                  <a:gd name="T15" fmla="*/ 29 h 29"/>
                  <a:gd name="T16" fmla="*/ 90 w 90"/>
                  <a:gd name="T17" fmla="*/ 29 h 29"/>
                  <a:gd name="T18" fmla="*/ 90 w 90"/>
                  <a:gd name="T19" fmla="*/ 0 h 29"/>
                  <a:gd name="T20" fmla="*/ 84 w 90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29">
                    <a:moveTo>
                      <a:pt x="84" y="0"/>
                    </a:moveTo>
                    <a:cubicBezTo>
                      <a:pt x="84" y="9"/>
                      <a:pt x="77" y="16"/>
                      <a:pt x="68" y="16"/>
                    </a:cubicBezTo>
                    <a:cubicBezTo>
                      <a:pt x="59" y="16"/>
                      <a:pt x="52" y="9"/>
                      <a:pt x="52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9"/>
                      <a:pt x="32" y="16"/>
                      <a:pt x="23" y="16"/>
                    </a:cubicBezTo>
                    <a:cubicBezTo>
                      <a:pt x="14" y="16"/>
                      <a:pt x="7" y="9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0"/>
                      <a:pt x="90" y="0"/>
                      <a:pt x="90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5000">
        <p15:prstTrans prst="peelOff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31" grpId="0" animBg="1"/>
      <p:bldP spid="33" grpId="0"/>
      <p:bldP spid="34" grpId="0"/>
      <p:bldP spid="35" grpId="0"/>
      <p:bldP spid="36" grpId="0"/>
      <p:bldP spid="51" grpId="0"/>
      <p:bldP spid="55" grpId="0"/>
      <p:bldP spid="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60"/>
            <a:ext cx="9175273" cy="5143500"/>
          </a:xfrm>
          <a:prstGeom prst="rect">
            <a:avLst/>
          </a:prstGeom>
        </p:spPr>
      </p:pic>
      <p:sp>
        <p:nvSpPr>
          <p:cNvPr id="4" name="TextBox 10"/>
          <p:cNvSpPr txBox="1"/>
          <p:nvPr/>
        </p:nvSpPr>
        <p:spPr>
          <a:xfrm>
            <a:off x="2029981" y="3183868"/>
            <a:ext cx="115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绪 论</a:t>
            </a:r>
            <a:endParaRPr lang="ko-KR" altLang="en-US" sz="2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995963" y="1828100"/>
            <a:ext cx="1224136" cy="1220781"/>
            <a:chOff x="1995963" y="1828100"/>
            <a:chExt cx="1224136" cy="1220781"/>
          </a:xfrm>
        </p:grpSpPr>
        <p:sp>
          <p:nvSpPr>
            <p:cNvPr id="5" name="Oval 67"/>
            <p:cNvSpPr/>
            <p:nvPr/>
          </p:nvSpPr>
          <p:spPr bwMode="auto">
            <a:xfrm>
              <a:off x="1995963" y="1828100"/>
              <a:ext cx="1224136" cy="1220781"/>
            </a:xfrm>
            <a:prstGeom prst="ellipse">
              <a:avLst/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Freeform 50"/>
            <p:cNvSpPr>
              <a:spLocks noEditPoints="1"/>
            </p:cNvSpPr>
            <p:nvPr/>
          </p:nvSpPr>
          <p:spPr bwMode="auto">
            <a:xfrm>
              <a:off x="2330145" y="2120565"/>
              <a:ext cx="555771" cy="700011"/>
            </a:xfrm>
            <a:custGeom>
              <a:avLst/>
              <a:gdLst/>
              <a:ahLst/>
              <a:cxnLst>
                <a:cxn ang="0">
                  <a:pos x="187" y="135"/>
                </a:cxn>
                <a:cxn ang="0">
                  <a:pos x="44" y="135"/>
                </a:cxn>
                <a:cxn ang="0">
                  <a:pos x="44" y="156"/>
                </a:cxn>
                <a:cxn ang="0">
                  <a:pos x="187" y="156"/>
                </a:cxn>
                <a:cxn ang="0">
                  <a:pos x="187" y="135"/>
                </a:cxn>
                <a:cxn ang="0">
                  <a:pos x="187" y="95"/>
                </a:cxn>
                <a:cxn ang="0">
                  <a:pos x="44" y="95"/>
                </a:cxn>
                <a:cxn ang="0">
                  <a:pos x="44" y="115"/>
                </a:cxn>
                <a:cxn ang="0">
                  <a:pos x="187" y="115"/>
                </a:cxn>
                <a:cxn ang="0">
                  <a:pos x="187" y="95"/>
                </a:cxn>
                <a:cxn ang="0">
                  <a:pos x="187" y="54"/>
                </a:cxn>
                <a:cxn ang="0">
                  <a:pos x="44" y="54"/>
                </a:cxn>
                <a:cxn ang="0">
                  <a:pos x="44" y="75"/>
                </a:cxn>
                <a:cxn ang="0">
                  <a:pos x="187" y="75"/>
                </a:cxn>
                <a:cxn ang="0">
                  <a:pos x="187" y="54"/>
                </a:cxn>
                <a:cxn ang="0">
                  <a:pos x="44" y="196"/>
                </a:cxn>
                <a:cxn ang="0">
                  <a:pos x="116" y="196"/>
                </a:cxn>
                <a:cxn ang="0">
                  <a:pos x="116" y="176"/>
                </a:cxn>
                <a:cxn ang="0">
                  <a:pos x="44" y="176"/>
                </a:cxn>
                <a:cxn ang="0">
                  <a:pos x="44" y="196"/>
                </a:cxn>
                <a:cxn ang="0">
                  <a:pos x="233" y="29"/>
                </a:cxn>
                <a:cxn ang="0">
                  <a:pos x="233" y="0"/>
                </a:cxn>
                <a:cxn ang="0">
                  <a:pos x="0" y="0"/>
                </a:cxn>
                <a:cxn ang="0">
                  <a:pos x="0" y="301"/>
                </a:cxn>
                <a:cxn ang="0">
                  <a:pos x="29" y="301"/>
                </a:cxn>
                <a:cxn ang="0">
                  <a:pos x="29" y="330"/>
                </a:cxn>
                <a:cxn ang="0">
                  <a:pos x="262" y="330"/>
                </a:cxn>
                <a:cxn ang="0">
                  <a:pos x="262" y="29"/>
                </a:cxn>
                <a:cxn ang="0">
                  <a:pos x="233" y="29"/>
                </a:cxn>
                <a:cxn ang="0">
                  <a:pos x="15" y="286"/>
                </a:cxn>
                <a:cxn ang="0">
                  <a:pos x="15" y="16"/>
                </a:cxn>
                <a:cxn ang="0">
                  <a:pos x="216" y="16"/>
                </a:cxn>
                <a:cxn ang="0">
                  <a:pos x="216" y="216"/>
                </a:cxn>
                <a:cxn ang="0">
                  <a:pos x="148" y="216"/>
                </a:cxn>
                <a:cxn ang="0">
                  <a:pos x="148" y="286"/>
                </a:cxn>
                <a:cxn ang="0">
                  <a:pos x="15" y="286"/>
                </a:cxn>
                <a:cxn ang="0">
                  <a:pos x="245" y="315"/>
                </a:cxn>
                <a:cxn ang="0">
                  <a:pos x="44" y="315"/>
                </a:cxn>
                <a:cxn ang="0">
                  <a:pos x="44" y="301"/>
                </a:cxn>
                <a:cxn ang="0">
                  <a:pos x="155" y="301"/>
                </a:cxn>
                <a:cxn ang="0">
                  <a:pos x="233" y="225"/>
                </a:cxn>
                <a:cxn ang="0">
                  <a:pos x="233" y="45"/>
                </a:cxn>
                <a:cxn ang="0">
                  <a:pos x="245" y="45"/>
                </a:cxn>
                <a:cxn ang="0">
                  <a:pos x="245" y="315"/>
                </a:cxn>
              </a:cxnLst>
              <a:rect l="0" t="0" r="r" b="b"/>
              <a:pathLst>
                <a:path w="262" h="330">
                  <a:moveTo>
                    <a:pt x="187" y="135"/>
                  </a:moveTo>
                  <a:lnTo>
                    <a:pt x="44" y="135"/>
                  </a:lnTo>
                  <a:lnTo>
                    <a:pt x="44" y="156"/>
                  </a:lnTo>
                  <a:lnTo>
                    <a:pt x="187" y="156"/>
                  </a:lnTo>
                  <a:lnTo>
                    <a:pt x="187" y="135"/>
                  </a:lnTo>
                  <a:close/>
                  <a:moveTo>
                    <a:pt x="187" y="95"/>
                  </a:moveTo>
                  <a:lnTo>
                    <a:pt x="44" y="95"/>
                  </a:lnTo>
                  <a:lnTo>
                    <a:pt x="44" y="115"/>
                  </a:lnTo>
                  <a:lnTo>
                    <a:pt x="187" y="115"/>
                  </a:lnTo>
                  <a:lnTo>
                    <a:pt x="187" y="95"/>
                  </a:lnTo>
                  <a:close/>
                  <a:moveTo>
                    <a:pt x="187" y="54"/>
                  </a:moveTo>
                  <a:lnTo>
                    <a:pt x="44" y="54"/>
                  </a:lnTo>
                  <a:lnTo>
                    <a:pt x="44" y="75"/>
                  </a:lnTo>
                  <a:lnTo>
                    <a:pt x="187" y="75"/>
                  </a:lnTo>
                  <a:lnTo>
                    <a:pt x="187" y="54"/>
                  </a:lnTo>
                  <a:close/>
                  <a:moveTo>
                    <a:pt x="44" y="196"/>
                  </a:moveTo>
                  <a:lnTo>
                    <a:pt x="116" y="196"/>
                  </a:lnTo>
                  <a:lnTo>
                    <a:pt x="116" y="176"/>
                  </a:lnTo>
                  <a:lnTo>
                    <a:pt x="44" y="176"/>
                  </a:lnTo>
                  <a:lnTo>
                    <a:pt x="44" y="196"/>
                  </a:lnTo>
                  <a:close/>
                  <a:moveTo>
                    <a:pt x="233" y="29"/>
                  </a:moveTo>
                  <a:lnTo>
                    <a:pt x="233" y="0"/>
                  </a:lnTo>
                  <a:lnTo>
                    <a:pt x="0" y="0"/>
                  </a:lnTo>
                  <a:lnTo>
                    <a:pt x="0" y="301"/>
                  </a:lnTo>
                  <a:lnTo>
                    <a:pt x="29" y="301"/>
                  </a:lnTo>
                  <a:lnTo>
                    <a:pt x="29" y="330"/>
                  </a:lnTo>
                  <a:lnTo>
                    <a:pt x="262" y="330"/>
                  </a:lnTo>
                  <a:lnTo>
                    <a:pt x="262" y="29"/>
                  </a:lnTo>
                  <a:lnTo>
                    <a:pt x="233" y="29"/>
                  </a:lnTo>
                  <a:close/>
                  <a:moveTo>
                    <a:pt x="15" y="286"/>
                  </a:moveTo>
                  <a:lnTo>
                    <a:pt x="15" y="16"/>
                  </a:lnTo>
                  <a:lnTo>
                    <a:pt x="216" y="16"/>
                  </a:lnTo>
                  <a:lnTo>
                    <a:pt x="216" y="216"/>
                  </a:lnTo>
                  <a:lnTo>
                    <a:pt x="148" y="216"/>
                  </a:lnTo>
                  <a:lnTo>
                    <a:pt x="148" y="286"/>
                  </a:lnTo>
                  <a:lnTo>
                    <a:pt x="15" y="286"/>
                  </a:lnTo>
                  <a:close/>
                  <a:moveTo>
                    <a:pt x="245" y="315"/>
                  </a:moveTo>
                  <a:lnTo>
                    <a:pt x="44" y="315"/>
                  </a:lnTo>
                  <a:lnTo>
                    <a:pt x="44" y="301"/>
                  </a:lnTo>
                  <a:lnTo>
                    <a:pt x="155" y="301"/>
                  </a:lnTo>
                  <a:lnTo>
                    <a:pt x="233" y="225"/>
                  </a:lnTo>
                  <a:lnTo>
                    <a:pt x="233" y="45"/>
                  </a:lnTo>
                  <a:lnTo>
                    <a:pt x="245" y="45"/>
                  </a:lnTo>
                  <a:lnTo>
                    <a:pt x="245" y="31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772923" y="1347614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选题背景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72923" y="1830609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研究意义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72923" y="2313604"/>
            <a:ext cx="2031325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国内外相关研究综述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72923" y="2796599"/>
            <a:ext cx="2031325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理论基础与文献综述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72923" y="3279596"/>
            <a:ext cx="1620957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主要贡献与创新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832228" y="1993995"/>
            <a:ext cx="923724" cy="508908"/>
            <a:chOff x="3832228" y="1993995"/>
            <a:chExt cx="923724" cy="508908"/>
          </a:xfrm>
        </p:grpSpPr>
        <p:cxnSp>
          <p:nvCxnSpPr>
            <p:cNvPr id="9" name="Straight Connector 108"/>
            <p:cNvCxnSpPr/>
            <p:nvPr/>
          </p:nvCxnSpPr>
          <p:spPr>
            <a:xfrm flipV="1">
              <a:off x="3832228" y="2034850"/>
              <a:ext cx="854436" cy="468053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45"/>
            <p:cNvSpPr/>
            <p:nvPr/>
          </p:nvSpPr>
          <p:spPr bwMode="auto">
            <a:xfrm>
              <a:off x="4674243" y="1993995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832228" y="2466330"/>
            <a:ext cx="923724" cy="81709"/>
            <a:chOff x="3832228" y="2466330"/>
            <a:chExt cx="923724" cy="81709"/>
          </a:xfrm>
        </p:grpSpPr>
        <p:cxnSp>
          <p:nvCxnSpPr>
            <p:cNvPr id="10" name="Straight Connector 109"/>
            <p:cNvCxnSpPr/>
            <p:nvPr/>
          </p:nvCxnSpPr>
          <p:spPr>
            <a:xfrm>
              <a:off x="3832228" y="2507185"/>
              <a:ext cx="854436" cy="647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45"/>
            <p:cNvSpPr/>
            <p:nvPr/>
          </p:nvSpPr>
          <p:spPr bwMode="auto">
            <a:xfrm>
              <a:off x="4674243" y="2466330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832228" y="2510422"/>
            <a:ext cx="923724" cy="525949"/>
            <a:chOff x="3832228" y="2510422"/>
            <a:chExt cx="923724" cy="525949"/>
          </a:xfrm>
        </p:grpSpPr>
        <p:cxnSp>
          <p:nvCxnSpPr>
            <p:cNvPr id="8" name="Straight Connector 107"/>
            <p:cNvCxnSpPr/>
            <p:nvPr/>
          </p:nvCxnSpPr>
          <p:spPr>
            <a:xfrm>
              <a:off x="3832228" y="2510422"/>
              <a:ext cx="858888" cy="488921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45"/>
            <p:cNvSpPr/>
            <p:nvPr/>
          </p:nvSpPr>
          <p:spPr bwMode="auto">
            <a:xfrm>
              <a:off x="4674243" y="2954662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807119" y="2502902"/>
            <a:ext cx="948833" cy="1024285"/>
            <a:chOff x="3807119" y="2502902"/>
            <a:chExt cx="948833" cy="1024285"/>
          </a:xfrm>
        </p:grpSpPr>
        <p:cxnSp>
          <p:nvCxnSpPr>
            <p:cNvPr id="17" name="Straight Connector 107"/>
            <p:cNvCxnSpPr/>
            <p:nvPr/>
          </p:nvCxnSpPr>
          <p:spPr>
            <a:xfrm>
              <a:off x="3807119" y="2502902"/>
              <a:ext cx="879545" cy="100081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45"/>
            <p:cNvSpPr/>
            <p:nvPr/>
          </p:nvSpPr>
          <p:spPr bwMode="auto">
            <a:xfrm>
              <a:off x="4674243" y="3445478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731240" y="1515088"/>
            <a:ext cx="1024712" cy="1061154"/>
            <a:chOff x="3731240" y="1515088"/>
            <a:chExt cx="1024712" cy="1061154"/>
          </a:xfrm>
        </p:grpSpPr>
        <p:sp>
          <p:nvSpPr>
            <p:cNvPr id="6" name="Oval 45"/>
            <p:cNvSpPr/>
            <p:nvPr/>
          </p:nvSpPr>
          <p:spPr bwMode="auto">
            <a:xfrm>
              <a:off x="4674243" y="1515088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7" name="Straight Connector 7"/>
            <p:cNvCxnSpPr/>
            <p:nvPr/>
          </p:nvCxnSpPr>
          <p:spPr>
            <a:xfrm flipH="1">
              <a:off x="3811567" y="1566798"/>
              <a:ext cx="875097" cy="93610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45"/>
            <p:cNvSpPr/>
            <p:nvPr/>
          </p:nvSpPr>
          <p:spPr bwMode="auto">
            <a:xfrm>
              <a:off x="3731240" y="2459288"/>
              <a:ext cx="116954" cy="116954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:blinds dir="vert"/>
      </p:transition>
    </mc:Choice>
    <mc:Fallback>
      <p:transition spd="slow" advTm="5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49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149"/>
                            </p:stCondLst>
                            <p:childTnLst>
                              <p:par>
                                <p:cTn id="3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99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99"/>
                            </p:stCondLst>
                            <p:childTnLst>
                              <p:par>
                                <p:cTn id="4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199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699"/>
                            </p:stCondLst>
                            <p:childTnLst>
                              <p:par>
                                <p:cTn id="5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99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99"/>
                            </p:stCondLst>
                            <p:childTnLst>
                              <p:par>
                                <p:cTn id="6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900"/>
                            </p:stCondLst>
                            <p:childTnLst>
                              <p:par>
                                <p:cTn id="75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国内外相关研究综述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cxnSp>
        <p:nvCxnSpPr>
          <p:cNvPr id="30" name="Straight Connector 64"/>
          <p:cNvCxnSpPr/>
          <p:nvPr/>
        </p:nvCxnSpPr>
        <p:spPr>
          <a:xfrm>
            <a:off x="4569619" y="413024"/>
            <a:ext cx="10716" cy="46803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65"/>
          <p:cNvSpPr/>
          <p:nvPr/>
        </p:nvSpPr>
        <p:spPr>
          <a:xfrm>
            <a:off x="4452937" y="1619127"/>
            <a:ext cx="233363" cy="233363"/>
          </a:xfrm>
          <a:prstGeom prst="ellipse">
            <a:avLst/>
          </a:prstGeom>
          <a:solidFill>
            <a:srgbClr val="E9344C"/>
          </a:solidFill>
          <a:ln w="101600" cmpd="dbl">
            <a:solidFill>
              <a:srgbClr val="E9344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2" name="Oval 66"/>
          <p:cNvSpPr/>
          <p:nvPr/>
        </p:nvSpPr>
        <p:spPr>
          <a:xfrm>
            <a:off x="4452937" y="2325167"/>
            <a:ext cx="233363" cy="233363"/>
          </a:xfrm>
          <a:prstGeom prst="ellipse">
            <a:avLst/>
          </a:prstGeom>
          <a:solidFill>
            <a:schemeClr val="bg1">
              <a:lumMod val="65000"/>
            </a:schemeClr>
          </a:solidFill>
          <a:ln w="101600" cmpd="dbl">
            <a:solidFill>
              <a:schemeClr val="bg1">
                <a:lumMod val="6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Oval 67"/>
          <p:cNvSpPr/>
          <p:nvPr/>
        </p:nvSpPr>
        <p:spPr>
          <a:xfrm>
            <a:off x="4452937" y="3038352"/>
            <a:ext cx="233363" cy="233363"/>
          </a:xfrm>
          <a:prstGeom prst="ellipse">
            <a:avLst/>
          </a:prstGeom>
          <a:solidFill>
            <a:srgbClr val="E9344C"/>
          </a:solidFill>
          <a:ln w="101600" cmpd="dbl">
            <a:solidFill>
              <a:srgbClr val="E9344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4" name="Oval 68"/>
          <p:cNvSpPr/>
          <p:nvPr/>
        </p:nvSpPr>
        <p:spPr>
          <a:xfrm>
            <a:off x="4452937" y="3828927"/>
            <a:ext cx="233363" cy="233363"/>
          </a:xfrm>
          <a:prstGeom prst="ellipse">
            <a:avLst/>
          </a:prstGeom>
          <a:solidFill>
            <a:srgbClr val="E9344C"/>
          </a:solidFill>
          <a:ln w="101600" cmpd="dbl">
            <a:solidFill>
              <a:srgbClr val="E9344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35" name="Group 69"/>
          <p:cNvGrpSpPr/>
          <p:nvPr/>
        </p:nvGrpSpPr>
        <p:grpSpPr>
          <a:xfrm>
            <a:off x="1576347" y="2084692"/>
            <a:ext cx="2651550" cy="714080"/>
            <a:chOff x="2101796" y="2563627"/>
            <a:chExt cx="3535400" cy="952107"/>
          </a:xfrm>
          <a:solidFill>
            <a:schemeClr val="bg1">
              <a:lumMod val="65000"/>
            </a:schemeClr>
          </a:solidFill>
        </p:grpSpPr>
        <p:sp>
          <p:nvSpPr>
            <p:cNvPr id="36" name="Isosceles Triangle 70"/>
            <p:cNvSpPr/>
            <p:nvPr/>
          </p:nvSpPr>
          <p:spPr>
            <a:xfrm rot="5400000">
              <a:off x="5328846" y="2904482"/>
              <a:ext cx="346303" cy="27039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37" name="Rectangle 71"/>
            <p:cNvSpPr/>
            <p:nvPr/>
          </p:nvSpPr>
          <p:spPr>
            <a:xfrm>
              <a:off x="2101796" y="2563627"/>
              <a:ext cx="3337089" cy="952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</p:grpSp>
      <p:grpSp>
        <p:nvGrpSpPr>
          <p:cNvPr id="38" name="Group 72"/>
          <p:cNvGrpSpPr/>
          <p:nvPr/>
        </p:nvGrpSpPr>
        <p:grpSpPr>
          <a:xfrm>
            <a:off x="1576347" y="3591394"/>
            <a:ext cx="2651550" cy="714080"/>
            <a:chOff x="2101796" y="4572562"/>
            <a:chExt cx="3535400" cy="952107"/>
          </a:xfrm>
          <a:solidFill>
            <a:srgbClr val="E9344C"/>
          </a:solidFill>
        </p:grpSpPr>
        <p:sp>
          <p:nvSpPr>
            <p:cNvPr id="39" name="Isosceles Triangle 73"/>
            <p:cNvSpPr/>
            <p:nvPr/>
          </p:nvSpPr>
          <p:spPr>
            <a:xfrm rot="5400000">
              <a:off x="5328846" y="4913417"/>
              <a:ext cx="346303" cy="27039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40" name="Rectangle 74"/>
            <p:cNvSpPr/>
            <p:nvPr/>
          </p:nvSpPr>
          <p:spPr>
            <a:xfrm>
              <a:off x="2101796" y="4572562"/>
              <a:ext cx="3337089" cy="952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</p:grpSp>
      <p:grpSp>
        <p:nvGrpSpPr>
          <p:cNvPr id="41" name="Group 75"/>
          <p:cNvGrpSpPr/>
          <p:nvPr/>
        </p:nvGrpSpPr>
        <p:grpSpPr>
          <a:xfrm>
            <a:off x="4911176" y="1386066"/>
            <a:ext cx="2651550" cy="714080"/>
            <a:chOff x="6548234" y="1632125"/>
            <a:chExt cx="3535400" cy="952107"/>
          </a:xfrm>
          <a:solidFill>
            <a:srgbClr val="E9344C"/>
          </a:solidFill>
        </p:grpSpPr>
        <p:sp>
          <p:nvSpPr>
            <p:cNvPr id="42" name="Isosceles Triangle 76"/>
            <p:cNvSpPr/>
            <p:nvPr/>
          </p:nvSpPr>
          <p:spPr>
            <a:xfrm rot="16200000">
              <a:off x="6510281" y="1972980"/>
              <a:ext cx="346303" cy="27039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43" name="Rectangle 77"/>
            <p:cNvSpPr/>
            <p:nvPr/>
          </p:nvSpPr>
          <p:spPr>
            <a:xfrm rot="10800000">
              <a:off x="6746545" y="1632125"/>
              <a:ext cx="3337089" cy="952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</p:grpSp>
      <p:grpSp>
        <p:nvGrpSpPr>
          <p:cNvPr id="44" name="Group 78"/>
          <p:cNvGrpSpPr/>
          <p:nvPr/>
        </p:nvGrpSpPr>
        <p:grpSpPr>
          <a:xfrm>
            <a:off x="4911176" y="2816343"/>
            <a:ext cx="2651550" cy="714080"/>
            <a:chOff x="6548234" y="3539161"/>
            <a:chExt cx="3535400" cy="952107"/>
          </a:xfrm>
          <a:solidFill>
            <a:schemeClr val="bg1">
              <a:lumMod val="65000"/>
            </a:schemeClr>
          </a:solidFill>
        </p:grpSpPr>
        <p:sp>
          <p:nvSpPr>
            <p:cNvPr id="45" name="Isosceles Triangle 79"/>
            <p:cNvSpPr/>
            <p:nvPr/>
          </p:nvSpPr>
          <p:spPr>
            <a:xfrm rot="16200000">
              <a:off x="6510281" y="3880016"/>
              <a:ext cx="346303" cy="27039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  <p:sp>
          <p:nvSpPr>
            <p:cNvPr id="46" name="Rectangle 80"/>
            <p:cNvSpPr/>
            <p:nvPr/>
          </p:nvSpPr>
          <p:spPr>
            <a:xfrm rot="10800000">
              <a:off x="6746545" y="3539161"/>
              <a:ext cx="3337089" cy="952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/>
            </a:p>
          </p:txBody>
        </p:sp>
      </p:grpSp>
      <p:pic>
        <p:nvPicPr>
          <p:cNvPr id="47" name="Picture 8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870" y="1932858"/>
            <a:ext cx="1022762" cy="1017748"/>
          </a:xfrm>
          <a:prstGeom prst="ellipse">
            <a:avLst/>
          </a:prstGeom>
          <a:solidFill>
            <a:schemeClr val="bg1"/>
          </a:solidFill>
          <a:ln w="41275" cap="rnd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48" name="Picture 8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44870" y="3436800"/>
            <a:ext cx="1022761" cy="1017748"/>
          </a:xfrm>
          <a:prstGeom prst="ellipse">
            <a:avLst/>
          </a:prstGeom>
          <a:solidFill>
            <a:schemeClr val="bg1"/>
          </a:solidFill>
          <a:ln w="41275" cap="rnd">
            <a:solidFill>
              <a:srgbClr val="E9344C"/>
            </a:solidFill>
          </a:ln>
          <a:effectLst/>
        </p:spPr>
      </p:pic>
      <p:pic>
        <p:nvPicPr>
          <p:cNvPr id="49" name="Picture 8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939" y="1226615"/>
            <a:ext cx="1022761" cy="1017748"/>
          </a:xfrm>
          <a:prstGeom prst="ellipse">
            <a:avLst/>
          </a:prstGeom>
          <a:solidFill>
            <a:schemeClr val="bg1"/>
          </a:solidFill>
          <a:ln w="41275" cap="rnd">
            <a:solidFill>
              <a:srgbClr val="E9344C"/>
            </a:solidFill>
          </a:ln>
          <a:effectLst/>
        </p:spPr>
      </p:pic>
      <p:pic>
        <p:nvPicPr>
          <p:cNvPr id="50" name="Picture 8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939" y="2664508"/>
            <a:ext cx="1022762" cy="1017748"/>
          </a:xfrm>
          <a:prstGeom prst="ellipse">
            <a:avLst/>
          </a:prstGeom>
          <a:solidFill>
            <a:schemeClr val="bg1"/>
          </a:solidFill>
          <a:ln w="41275" cap="rnd">
            <a:solidFill>
              <a:schemeClr val="bg1">
                <a:lumMod val="65000"/>
              </a:schemeClr>
            </a:solidFill>
          </a:ln>
          <a:effectLst/>
        </p:spPr>
      </p:pic>
      <p:sp>
        <p:nvSpPr>
          <p:cNvPr id="51" name="Rectangle 85"/>
          <p:cNvSpPr>
            <a:spLocks noChangeArrowheads="1"/>
          </p:cNvSpPr>
          <p:nvPr/>
        </p:nvSpPr>
        <p:spPr bwMode="auto">
          <a:xfrm>
            <a:off x="2400301" y="2351329"/>
            <a:ext cx="16894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defTabSz="684530"/>
            <a:r>
              <a:rPr lang="zh-CN" altLang="en-US" sz="900" dirty="0" smtClean="0">
                <a:solidFill>
                  <a:srgbClr val="2A303C"/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b="1" dirty="0">
              <a:solidFill>
                <a:srgbClr val="2A303C"/>
              </a:solidFill>
              <a:latin typeface="Signika Negative"/>
            </a:endParaRPr>
          </a:p>
        </p:txBody>
      </p:sp>
      <p:cxnSp>
        <p:nvCxnSpPr>
          <p:cNvPr id="52" name="Straight Connector 86"/>
          <p:cNvCxnSpPr/>
          <p:nvPr/>
        </p:nvCxnSpPr>
        <p:spPr>
          <a:xfrm>
            <a:off x="2480072" y="2321596"/>
            <a:ext cx="1447800" cy="0"/>
          </a:xfrm>
          <a:prstGeom prst="line">
            <a:avLst/>
          </a:prstGeom>
          <a:ln>
            <a:solidFill>
              <a:srgbClr val="2A303C"/>
            </a:solidFill>
            <a:prstDash val="lgDash"/>
            <a:headEnd type="oval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87"/>
          <p:cNvSpPr/>
          <p:nvPr/>
        </p:nvSpPr>
        <p:spPr>
          <a:xfrm>
            <a:off x="2461023" y="2087043"/>
            <a:ext cx="784026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200" b="1" dirty="0">
                <a:solidFill>
                  <a:srgbClr val="2A303C"/>
                </a:solidFill>
                <a:latin typeface="Raleway" pitchFamily="34" charset="0"/>
              </a:rPr>
              <a:t>小标题</a:t>
            </a:r>
            <a:endParaRPr lang="id-ID" altLang="zh-CN" sz="1200" b="1" dirty="0">
              <a:solidFill>
                <a:srgbClr val="2A303C"/>
              </a:solidFill>
              <a:latin typeface="Raleway" pitchFamily="34" charset="0"/>
            </a:endParaRPr>
          </a:p>
        </p:txBody>
      </p:sp>
      <p:sp>
        <p:nvSpPr>
          <p:cNvPr id="54" name="Rectangle 88"/>
          <p:cNvSpPr>
            <a:spLocks noChangeArrowheads="1"/>
          </p:cNvSpPr>
          <p:nvPr/>
        </p:nvSpPr>
        <p:spPr bwMode="auto">
          <a:xfrm>
            <a:off x="5103019" y="1679365"/>
            <a:ext cx="1678781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defTabSz="684530"/>
            <a:r>
              <a:rPr lang="zh-CN" altLang="en-US" sz="9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b="1" dirty="0">
              <a:solidFill>
                <a:schemeClr val="bg1"/>
              </a:solidFill>
              <a:latin typeface="Signika Negative"/>
            </a:endParaRPr>
          </a:p>
        </p:txBody>
      </p:sp>
      <p:cxnSp>
        <p:nvCxnSpPr>
          <p:cNvPr id="55" name="Straight Connector 89"/>
          <p:cNvCxnSpPr/>
          <p:nvPr/>
        </p:nvCxnSpPr>
        <p:spPr>
          <a:xfrm>
            <a:off x="5182791" y="1613174"/>
            <a:ext cx="144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  <a:headEnd type="oval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90"/>
          <p:cNvSpPr/>
          <p:nvPr/>
        </p:nvSpPr>
        <p:spPr>
          <a:xfrm>
            <a:off x="5163742" y="1379811"/>
            <a:ext cx="778667" cy="25391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Raleway" pitchFamily="34" charset="0"/>
              </a:rPr>
              <a:t>小标题</a:t>
            </a:r>
            <a:endParaRPr lang="id-ID" altLang="zh-CN" sz="1200" b="1" dirty="0">
              <a:solidFill>
                <a:schemeClr val="bg1"/>
              </a:solidFill>
              <a:latin typeface="Raleway" pitchFamily="34" charset="0"/>
            </a:endParaRPr>
          </a:p>
        </p:txBody>
      </p:sp>
      <p:sp>
        <p:nvSpPr>
          <p:cNvPr id="57" name="Rectangle 91"/>
          <p:cNvSpPr>
            <a:spLocks noChangeArrowheads="1"/>
          </p:cNvSpPr>
          <p:nvPr/>
        </p:nvSpPr>
        <p:spPr bwMode="auto">
          <a:xfrm>
            <a:off x="5103019" y="3130122"/>
            <a:ext cx="1733550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defTabSz="684530"/>
            <a:r>
              <a:rPr lang="zh-CN" altLang="en-US" sz="900" dirty="0" smtClean="0">
                <a:solidFill>
                  <a:srgbClr val="2A303C"/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b="1" dirty="0">
              <a:solidFill>
                <a:srgbClr val="2A303C"/>
              </a:solidFill>
              <a:latin typeface="Signika Negative"/>
            </a:endParaRPr>
          </a:p>
        </p:txBody>
      </p:sp>
      <p:cxnSp>
        <p:nvCxnSpPr>
          <p:cNvPr id="58" name="Straight Connector 92"/>
          <p:cNvCxnSpPr/>
          <p:nvPr/>
        </p:nvCxnSpPr>
        <p:spPr>
          <a:xfrm>
            <a:off x="5182791" y="3069308"/>
            <a:ext cx="1447800" cy="0"/>
          </a:xfrm>
          <a:prstGeom prst="line">
            <a:avLst/>
          </a:prstGeom>
          <a:ln>
            <a:solidFill>
              <a:srgbClr val="2A303C"/>
            </a:solidFill>
            <a:prstDash val="lgDash"/>
            <a:headEnd type="oval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93"/>
          <p:cNvSpPr/>
          <p:nvPr/>
        </p:nvSpPr>
        <p:spPr>
          <a:xfrm>
            <a:off x="5163741" y="2834755"/>
            <a:ext cx="719138" cy="253916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200" b="1" dirty="0">
                <a:solidFill>
                  <a:srgbClr val="2A303C"/>
                </a:solidFill>
                <a:latin typeface="Raleway" pitchFamily="34" charset="0"/>
              </a:rPr>
              <a:t>小标题</a:t>
            </a:r>
            <a:endParaRPr lang="id-ID" altLang="zh-CN" sz="1200" b="1" dirty="0">
              <a:solidFill>
                <a:srgbClr val="2A303C"/>
              </a:solidFill>
              <a:latin typeface="Raleway" pitchFamily="34" charset="0"/>
            </a:endParaRPr>
          </a:p>
        </p:txBody>
      </p:sp>
      <p:sp>
        <p:nvSpPr>
          <p:cNvPr id="60" name="Rectangle 94"/>
          <p:cNvSpPr>
            <a:spLocks noChangeArrowheads="1"/>
          </p:cNvSpPr>
          <p:nvPr/>
        </p:nvSpPr>
        <p:spPr bwMode="auto">
          <a:xfrm>
            <a:off x="2400301" y="3889165"/>
            <a:ext cx="1678781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defTabSz="684530"/>
            <a:r>
              <a:rPr lang="zh-CN" altLang="en-US" sz="9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b="1" dirty="0">
              <a:solidFill>
                <a:schemeClr val="bg1"/>
              </a:solidFill>
              <a:latin typeface="Signika Negative"/>
            </a:endParaRPr>
          </a:p>
        </p:txBody>
      </p:sp>
      <p:cxnSp>
        <p:nvCxnSpPr>
          <p:cNvPr id="61" name="Straight Connector 95"/>
          <p:cNvCxnSpPr/>
          <p:nvPr/>
        </p:nvCxnSpPr>
        <p:spPr>
          <a:xfrm>
            <a:off x="2480072" y="3831308"/>
            <a:ext cx="144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  <a:headEnd type="oval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96"/>
          <p:cNvSpPr/>
          <p:nvPr/>
        </p:nvSpPr>
        <p:spPr>
          <a:xfrm>
            <a:off x="2461023" y="3597946"/>
            <a:ext cx="706040" cy="253916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Raleway" pitchFamily="34" charset="0"/>
              </a:rPr>
              <a:t>小标题</a:t>
            </a:r>
            <a:endParaRPr lang="id-ID" altLang="zh-CN" sz="1200" b="1" dirty="0">
              <a:solidFill>
                <a:schemeClr val="bg1"/>
              </a:solidFill>
              <a:latin typeface="Raleway" pitchFamily="34" charset="0"/>
            </a:endParaRPr>
          </a:p>
        </p:txBody>
      </p:sp>
      <p:grpSp>
        <p:nvGrpSpPr>
          <p:cNvPr id="67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68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9" name="Rectangle 10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70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71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2" name="Rectangle 13">
              <a:hlinkClick r:id="rId4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73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74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5" name="Rectangle 16">
              <a:hlinkClick r:id="rId5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79" name="矩形 78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剪去同侧角的矩形 79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TextBox 80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:blinds dir="vert"/>
      </p:transition>
    </mc:Choice>
    <mc:Fallback>
      <p:transition spd="slow" advTm="5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000"/>
                            </p:stCondLst>
                            <p:childTnLst>
                              <p:par>
                                <p:cTn id="9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allAtOnce"/>
      <p:bldP spid="31" grpId="0" animBg="1"/>
      <p:bldP spid="32" grpId="0" animBg="1"/>
      <p:bldP spid="33" grpId="0" animBg="1"/>
      <p:bldP spid="34" grpId="0" animBg="1"/>
      <p:bldP spid="51" grpId="0"/>
      <p:bldP spid="53" grpId="0"/>
      <p:bldP spid="54" grpId="0"/>
      <p:bldP spid="56" grpId="0"/>
      <p:bldP spid="57" grpId="0"/>
      <p:bldP spid="59" grpId="0"/>
      <p:bldP spid="60" grpId="0"/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7"/>
          <p:cNvSpPr/>
          <p:nvPr/>
        </p:nvSpPr>
        <p:spPr>
          <a:xfrm>
            <a:off x="3995936" y="2067694"/>
            <a:ext cx="1368152" cy="1368152"/>
          </a:xfrm>
          <a:prstGeom prst="ellipse">
            <a:avLst/>
          </a:prstGeom>
          <a:solidFill>
            <a:srgbClr val="2A303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2A303C"/>
              </a:solidFill>
            </a:endParaRPr>
          </a:p>
        </p:txBody>
      </p:sp>
      <p:sp>
        <p:nvSpPr>
          <p:cNvPr id="5" name="Oval 1"/>
          <p:cNvSpPr/>
          <p:nvPr/>
        </p:nvSpPr>
        <p:spPr>
          <a:xfrm>
            <a:off x="683568" y="2067694"/>
            <a:ext cx="1368152" cy="1368152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EC5368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787691" y="2067694"/>
            <a:ext cx="1368152" cy="1368152"/>
          </a:xfrm>
          <a:prstGeom prst="ellipse">
            <a:avLst/>
          </a:prstGeom>
          <a:solidFill>
            <a:srgbClr val="2A303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2A303C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891814" y="2067694"/>
            <a:ext cx="1368152" cy="1368152"/>
          </a:xfrm>
          <a:prstGeom prst="ellipse">
            <a:avLst/>
          </a:prstGeom>
          <a:solidFill>
            <a:srgbClr val="2A303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2A303C"/>
              </a:solidFill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946777" y="2742145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2">
                    <a:lumMod val="9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小标题</a:t>
            </a:r>
            <a:endParaRPr lang="id-ID" altLang="zh-CN" dirty="0">
              <a:solidFill>
                <a:schemeClr val="bg2">
                  <a:lumMod val="90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9" name="Rectangle 11"/>
          <p:cNvSpPr/>
          <p:nvPr/>
        </p:nvSpPr>
        <p:spPr>
          <a:xfrm>
            <a:off x="2090092" y="277513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 smtClean="0">
                <a:solidFill>
                  <a:schemeClr val="bg2">
                    <a:lumMod val="9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小标题</a:t>
            </a:r>
            <a:endParaRPr lang="id-ID" altLang="zh-CN" dirty="0">
              <a:solidFill>
                <a:schemeClr val="bg2">
                  <a:lumMod val="90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" name="Rectangle 14"/>
          <p:cNvSpPr/>
          <p:nvPr/>
        </p:nvSpPr>
        <p:spPr>
          <a:xfrm>
            <a:off x="3200653" y="277513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2">
                    <a:lumMod val="9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小标题</a:t>
            </a:r>
            <a:endParaRPr lang="id-ID" altLang="zh-CN" dirty="0">
              <a:solidFill>
                <a:schemeClr val="bg2">
                  <a:lumMod val="90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1" name="Rectangle 16"/>
          <p:cNvSpPr/>
          <p:nvPr/>
        </p:nvSpPr>
        <p:spPr>
          <a:xfrm>
            <a:off x="4318374" y="277513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2">
                    <a:lumMod val="9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小标题</a:t>
            </a:r>
            <a:endParaRPr lang="id-ID" altLang="zh-CN" dirty="0">
              <a:solidFill>
                <a:schemeClr val="bg2">
                  <a:lumMod val="90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2" name="Rectangle 19"/>
          <p:cNvSpPr/>
          <p:nvPr/>
        </p:nvSpPr>
        <p:spPr>
          <a:xfrm>
            <a:off x="5595428" y="1995686"/>
            <a:ext cx="289081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600"/>
              </a:lnSpc>
            </a:pPr>
            <a:r>
              <a:rPr lang="zh-CN" altLang="en-US" sz="1100" dirty="0" smtClean="0">
                <a:solidFill>
                  <a:srgbClr val="2A303C"/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100" dirty="0" smtClean="0">
              <a:solidFill>
                <a:srgbClr val="2A303C"/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600"/>
              </a:lnSpc>
            </a:pPr>
            <a:endParaRPr lang="zh-CN" altLang="en-US" sz="1100" dirty="0" smtClean="0">
              <a:solidFill>
                <a:srgbClr val="2A303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3" name="Isosceles Triangle 2"/>
          <p:cNvSpPr/>
          <p:nvPr/>
        </p:nvSpPr>
        <p:spPr>
          <a:xfrm flipV="1">
            <a:off x="1250038" y="2013900"/>
            <a:ext cx="235213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1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1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2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2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2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2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2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理论基础与文献综述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剪去同侧角的矩形 2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14:gallery dir="l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  <p:bldP spid="27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7" name="Group 3"/>
          <p:cNvGrpSpPr/>
          <p:nvPr/>
        </p:nvGrpSpPr>
        <p:grpSpPr>
          <a:xfrm>
            <a:off x="3433260" y="2998025"/>
            <a:ext cx="2237290" cy="1181491"/>
            <a:chOff x="3433260" y="3280864"/>
            <a:chExt cx="2237290" cy="1181491"/>
          </a:xfrm>
        </p:grpSpPr>
        <p:sp>
          <p:nvSpPr>
            <p:cNvPr id="18" name="Freeform 11"/>
            <p:cNvSpPr/>
            <p:nvPr/>
          </p:nvSpPr>
          <p:spPr bwMode="auto">
            <a:xfrm>
              <a:off x="3433260" y="3280864"/>
              <a:ext cx="2237290" cy="743372"/>
            </a:xfrm>
            <a:custGeom>
              <a:avLst/>
              <a:gdLst>
                <a:gd name="T0" fmla="*/ 985 w 985"/>
                <a:gd name="T1" fmla="*/ 265 h 449"/>
                <a:gd name="T2" fmla="*/ 492 w 985"/>
                <a:gd name="T3" fmla="*/ 0 h 449"/>
                <a:gd name="T4" fmla="*/ 0 w 985"/>
                <a:gd name="T5" fmla="*/ 265 h 449"/>
                <a:gd name="T6" fmla="*/ 0 w 985"/>
                <a:gd name="T7" fmla="*/ 449 h 449"/>
                <a:gd name="T8" fmla="*/ 492 w 985"/>
                <a:gd name="T9" fmla="*/ 183 h 449"/>
                <a:gd name="T10" fmla="*/ 985 w 985"/>
                <a:gd name="T11" fmla="*/ 449 h 449"/>
                <a:gd name="T12" fmla="*/ 985 w 985"/>
                <a:gd name="T13" fmla="*/ 265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5" h="449">
                  <a:moveTo>
                    <a:pt x="985" y="265"/>
                  </a:moveTo>
                  <a:cubicBezTo>
                    <a:pt x="985" y="119"/>
                    <a:pt x="764" y="0"/>
                    <a:pt x="492" y="0"/>
                  </a:cubicBezTo>
                  <a:cubicBezTo>
                    <a:pt x="220" y="0"/>
                    <a:pt x="0" y="119"/>
                    <a:pt x="0" y="265"/>
                  </a:cubicBezTo>
                  <a:cubicBezTo>
                    <a:pt x="0" y="449"/>
                    <a:pt x="0" y="449"/>
                    <a:pt x="0" y="449"/>
                  </a:cubicBezTo>
                  <a:cubicBezTo>
                    <a:pt x="0" y="302"/>
                    <a:pt x="220" y="183"/>
                    <a:pt x="492" y="183"/>
                  </a:cubicBezTo>
                  <a:cubicBezTo>
                    <a:pt x="764" y="183"/>
                    <a:pt x="985" y="302"/>
                    <a:pt x="985" y="449"/>
                  </a:cubicBezTo>
                  <a:lnTo>
                    <a:pt x="985" y="265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dirty="0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3433260" y="3280864"/>
              <a:ext cx="2237290" cy="878760"/>
            </a:xfrm>
            <a:custGeom>
              <a:avLst/>
              <a:gdLst>
                <a:gd name="T0" fmla="*/ 492 w 985"/>
                <a:gd name="T1" fmla="*/ 60 h 531"/>
                <a:gd name="T2" fmla="*/ 925 w 985"/>
                <a:gd name="T3" fmla="*/ 265 h 531"/>
                <a:gd name="T4" fmla="*/ 492 w 985"/>
                <a:gd name="T5" fmla="*/ 471 h 531"/>
                <a:gd name="T6" fmla="*/ 60 w 985"/>
                <a:gd name="T7" fmla="*/ 265 h 531"/>
                <a:gd name="T8" fmla="*/ 492 w 985"/>
                <a:gd name="T9" fmla="*/ 60 h 531"/>
                <a:gd name="T10" fmla="*/ 492 w 985"/>
                <a:gd name="T11" fmla="*/ 0 h 531"/>
                <a:gd name="T12" fmla="*/ 0 w 985"/>
                <a:gd name="T13" fmla="*/ 265 h 531"/>
                <a:gd name="T14" fmla="*/ 492 w 985"/>
                <a:gd name="T15" fmla="*/ 531 h 531"/>
                <a:gd name="T16" fmla="*/ 985 w 985"/>
                <a:gd name="T17" fmla="*/ 265 h 531"/>
                <a:gd name="T18" fmla="*/ 492 w 985"/>
                <a:gd name="T1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5" h="531">
                  <a:moveTo>
                    <a:pt x="492" y="60"/>
                  </a:moveTo>
                  <a:cubicBezTo>
                    <a:pt x="747" y="60"/>
                    <a:pt x="925" y="168"/>
                    <a:pt x="925" y="265"/>
                  </a:cubicBezTo>
                  <a:cubicBezTo>
                    <a:pt x="925" y="362"/>
                    <a:pt x="747" y="471"/>
                    <a:pt x="492" y="471"/>
                  </a:cubicBezTo>
                  <a:cubicBezTo>
                    <a:pt x="237" y="471"/>
                    <a:pt x="60" y="362"/>
                    <a:pt x="60" y="265"/>
                  </a:cubicBezTo>
                  <a:cubicBezTo>
                    <a:pt x="60" y="168"/>
                    <a:pt x="237" y="60"/>
                    <a:pt x="492" y="60"/>
                  </a:cubicBezTo>
                  <a:moveTo>
                    <a:pt x="492" y="0"/>
                  </a:moveTo>
                  <a:cubicBezTo>
                    <a:pt x="220" y="0"/>
                    <a:pt x="0" y="119"/>
                    <a:pt x="0" y="265"/>
                  </a:cubicBezTo>
                  <a:cubicBezTo>
                    <a:pt x="0" y="412"/>
                    <a:pt x="220" y="531"/>
                    <a:pt x="492" y="531"/>
                  </a:cubicBezTo>
                  <a:cubicBezTo>
                    <a:pt x="764" y="531"/>
                    <a:pt x="985" y="412"/>
                    <a:pt x="985" y="265"/>
                  </a:cubicBezTo>
                  <a:cubicBezTo>
                    <a:pt x="985" y="119"/>
                    <a:pt x="764" y="0"/>
                    <a:pt x="492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dirty="0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3433260" y="3719824"/>
              <a:ext cx="2237290" cy="742531"/>
            </a:xfrm>
            <a:custGeom>
              <a:avLst/>
              <a:gdLst>
                <a:gd name="T0" fmla="*/ 985 w 985"/>
                <a:gd name="T1" fmla="*/ 184 h 449"/>
                <a:gd name="T2" fmla="*/ 492 w 985"/>
                <a:gd name="T3" fmla="*/ 449 h 449"/>
                <a:gd name="T4" fmla="*/ 0 w 985"/>
                <a:gd name="T5" fmla="*/ 184 h 449"/>
                <a:gd name="T6" fmla="*/ 0 w 985"/>
                <a:gd name="T7" fmla="*/ 0 h 449"/>
                <a:gd name="T8" fmla="*/ 492 w 985"/>
                <a:gd name="T9" fmla="*/ 266 h 449"/>
                <a:gd name="T10" fmla="*/ 985 w 985"/>
                <a:gd name="T11" fmla="*/ 0 h 449"/>
                <a:gd name="T12" fmla="*/ 985 w 985"/>
                <a:gd name="T13" fmla="*/ 184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5" h="449">
                  <a:moveTo>
                    <a:pt x="985" y="184"/>
                  </a:moveTo>
                  <a:cubicBezTo>
                    <a:pt x="985" y="330"/>
                    <a:pt x="764" y="449"/>
                    <a:pt x="492" y="449"/>
                  </a:cubicBezTo>
                  <a:cubicBezTo>
                    <a:pt x="220" y="449"/>
                    <a:pt x="0" y="330"/>
                    <a:pt x="0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7"/>
                    <a:pt x="220" y="266"/>
                    <a:pt x="492" y="266"/>
                  </a:cubicBezTo>
                  <a:cubicBezTo>
                    <a:pt x="764" y="266"/>
                    <a:pt x="985" y="147"/>
                    <a:pt x="985" y="0"/>
                  </a:cubicBezTo>
                  <a:lnTo>
                    <a:pt x="985" y="18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noFill/>
            </a:ln>
          </p:spPr>
          <p:txBody>
            <a:bodyPr vert="horz" wrap="square" lIns="0" tIns="0" rIns="0" bIns="0" numCol="1" anchor="ctr" anchorCtr="0" compatLnSpc="1"/>
            <a:lstStyle/>
            <a:p>
              <a:pPr algn="ctr">
                <a:spcAft>
                  <a:spcPts val="300"/>
                </a:spcAft>
              </a:pPr>
              <a:endParaRPr lang="en-US" altLang="ko-KR" sz="1200" b="1" dirty="0">
                <a:gradFill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50000"/>
                      </a:schemeClr>
                    </a:gs>
                  </a:gsLst>
                  <a:lin ang="5400000" scaled="0"/>
                </a:gradFill>
                <a:latin typeface="Bebas Neue" pitchFamily="34" charset="0"/>
                <a:ea typeface="Roboto Condensed Regular"/>
              </a:endParaRPr>
            </a:p>
          </p:txBody>
        </p:sp>
      </p:grpSp>
      <p:grpSp>
        <p:nvGrpSpPr>
          <p:cNvPr id="21" name="Group 7"/>
          <p:cNvGrpSpPr/>
          <p:nvPr/>
        </p:nvGrpSpPr>
        <p:grpSpPr>
          <a:xfrm>
            <a:off x="3433260" y="2407280"/>
            <a:ext cx="2237290" cy="1181491"/>
            <a:chOff x="3433260" y="3280864"/>
            <a:chExt cx="2237290" cy="1181491"/>
          </a:xfrm>
        </p:grpSpPr>
        <p:sp>
          <p:nvSpPr>
            <p:cNvPr id="22" name="Freeform 11"/>
            <p:cNvSpPr/>
            <p:nvPr/>
          </p:nvSpPr>
          <p:spPr bwMode="auto">
            <a:xfrm>
              <a:off x="3433260" y="3280864"/>
              <a:ext cx="2237290" cy="743372"/>
            </a:xfrm>
            <a:custGeom>
              <a:avLst/>
              <a:gdLst>
                <a:gd name="T0" fmla="*/ 985 w 985"/>
                <a:gd name="T1" fmla="*/ 265 h 449"/>
                <a:gd name="T2" fmla="*/ 492 w 985"/>
                <a:gd name="T3" fmla="*/ 0 h 449"/>
                <a:gd name="T4" fmla="*/ 0 w 985"/>
                <a:gd name="T5" fmla="*/ 265 h 449"/>
                <a:gd name="T6" fmla="*/ 0 w 985"/>
                <a:gd name="T7" fmla="*/ 449 h 449"/>
                <a:gd name="T8" fmla="*/ 492 w 985"/>
                <a:gd name="T9" fmla="*/ 183 h 449"/>
                <a:gd name="T10" fmla="*/ 985 w 985"/>
                <a:gd name="T11" fmla="*/ 449 h 449"/>
                <a:gd name="T12" fmla="*/ 985 w 985"/>
                <a:gd name="T13" fmla="*/ 265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5" h="449">
                  <a:moveTo>
                    <a:pt x="985" y="265"/>
                  </a:moveTo>
                  <a:cubicBezTo>
                    <a:pt x="985" y="119"/>
                    <a:pt x="764" y="0"/>
                    <a:pt x="492" y="0"/>
                  </a:cubicBezTo>
                  <a:cubicBezTo>
                    <a:pt x="220" y="0"/>
                    <a:pt x="0" y="119"/>
                    <a:pt x="0" y="265"/>
                  </a:cubicBezTo>
                  <a:cubicBezTo>
                    <a:pt x="0" y="449"/>
                    <a:pt x="0" y="449"/>
                    <a:pt x="0" y="449"/>
                  </a:cubicBezTo>
                  <a:cubicBezTo>
                    <a:pt x="0" y="302"/>
                    <a:pt x="220" y="183"/>
                    <a:pt x="492" y="183"/>
                  </a:cubicBezTo>
                  <a:cubicBezTo>
                    <a:pt x="764" y="183"/>
                    <a:pt x="985" y="302"/>
                    <a:pt x="985" y="449"/>
                  </a:cubicBezTo>
                  <a:lnTo>
                    <a:pt x="985" y="265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dirty="0"/>
            </a:p>
          </p:txBody>
        </p:sp>
        <p:sp>
          <p:nvSpPr>
            <p:cNvPr id="23" name="Freeform 12"/>
            <p:cNvSpPr>
              <a:spLocks noEditPoints="1"/>
            </p:cNvSpPr>
            <p:nvPr/>
          </p:nvSpPr>
          <p:spPr bwMode="auto">
            <a:xfrm>
              <a:off x="3433260" y="3280864"/>
              <a:ext cx="2237290" cy="878760"/>
            </a:xfrm>
            <a:custGeom>
              <a:avLst/>
              <a:gdLst>
                <a:gd name="T0" fmla="*/ 492 w 985"/>
                <a:gd name="T1" fmla="*/ 60 h 531"/>
                <a:gd name="T2" fmla="*/ 925 w 985"/>
                <a:gd name="T3" fmla="*/ 265 h 531"/>
                <a:gd name="T4" fmla="*/ 492 w 985"/>
                <a:gd name="T5" fmla="*/ 471 h 531"/>
                <a:gd name="T6" fmla="*/ 60 w 985"/>
                <a:gd name="T7" fmla="*/ 265 h 531"/>
                <a:gd name="T8" fmla="*/ 492 w 985"/>
                <a:gd name="T9" fmla="*/ 60 h 531"/>
                <a:gd name="T10" fmla="*/ 492 w 985"/>
                <a:gd name="T11" fmla="*/ 0 h 531"/>
                <a:gd name="T12" fmla="*/ 0 w 985"/>
                <a:gd name="T13" fmla="*/ 265 h 531"/>
                <a:gd name="T14" fmla="*/ 492 w 985"/>
                <a:gd name="T15" fmla="*/ 531 h 531"/>
                <a:gd name="T16" fmla="*/ 985 w 985"/>
                <a:gd name="T17" fmla="*/ 265 h 531"/>
                <a:gd name="T18" fmla="*/ 492 w 985"/>
                <a:gd name="T1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5" h="531">
                  <a:moveTo>
                    <a:pt x="492" y="60"/>
                  </a:moveTo>
                  <a:cubicBezTo>
                    <a:pt x="747" y="60"/>
                    <a:pt x="925" y="168"/>
                    <a:pt x="925" y="265"/>
                  </a:cubicBezTo>
                  <a:cubicBezTo>
                    <a:pt x="925" y="362"/>
                    <a:pt x="747" y="471"/>
                    <a:pt x="492" y="471"/>
                  </a:cubicBezTo>
                  <a:cubicBezTo>
                    <a:pt x="237" y="471"/>
                    <a:pt x="60" y="362"/>
                    <a:pt x="60" y="265"/>
                  </a:cubicBezTo>
                  <a:cubicBezTo>
                    <a:pt x="60" y="168"/>
                    <a:pt x="237" y="60"/>
                    <a:pt x="492" y="60"/>
                  </a:cubicBezTo>
                  <a:moveTo>
                    <a:pt x="492" y="0"/>
                  </a:moveTo>
                  <a:cubicBezTo>
                    <a:pt x="220" y="0"/>
                    <a:pt x="0" y="119"/>
                    <a:pt x="0" y="265"/>
                  </a:cubicBezTo>
                  <a:cubicBezTo>
                    <a:pt x="0" y="412"/>
                    <a:pt x="220" y="531"/>
                    <a:pt x="492" y="531"/>
                  </a:cubicBezTo>
                  <a:cubicBezTo>
                    <a:pt x="764" y="531"/>
                    <a:pt x="985" y="412"/>
                    <a:pt x="985" y="265"/>
                  </a:cubicBezTo>
                  <a:cubicBezTo>
                    <a:pt x="985" y="119"/>
                    <a:pt x="764" y="0"/>
                    <a:pt x="492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dirty="0"/>
            </a:p>
          </p:txBody>
        </p:sp>
        <p:sp>
          <p:nvSpPr>
            <p:cNvPr id="24" name="Freeform 13"/>
            <p:cNvSpPr/>
            <p:nvPr/>
          </p:nvSpPr>
          <p:spPr bwMode="auto">
            <a:xfrm>
              <a:off x="3433260" y="3719824"/>
              <a:ext cx="2237290" cy="742531"/>
            </a:xfrm>
            <a:custGeom>
              <a:avLst/>
              <a:gdLst>
                <a:gd name="T0" fmla="*/ 985 w 985"/>
                <a:gd name="T1" fmla="*/ 184 h 449"/>
                <a:gd name="T2" fmla="*/ 492 w 985"/>
                <a:gd name="T3" fmla="*/ 449 h 449"/>
                <a:gd name="T4" fmla="*/ 0 w 985"/>
                <a:gd name="T5" fmla="*/ 184 h 449"/>
                <a:gd name="T6" fmla="*/ 0 w 985"/>
                <a:gd name="T7" fmla="*/ 0 h 449"/>
                <a:gd name="T8" fmla="*/ 492 w 985"/>
                <a:gd name="T9" fmla="*/ 266 h 449"/>
                <a:gd name="T10" fmla="*/ 985 w 985"/>
                <a:gd name="T11" fmla="*/ 0 h 449"/>
                <a:gd name="T12" fmla="*/ 985 w 985"/>
                <a:gd name="T13" fmla="*/ 184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5" h="449">
                  <a:moveTo>
                    <a:pt x="985" y="184"/>
                  </a:moveTo>
                  <a:cubicBezTo>
                    <a:pt x="985" y="330"/>
                    <a:pt x="764" y="449"/>
                    <a:pt x="492" y="449"/>
                  </a:cubicBezTo>
                  <a:cubicBezTo>
                    <a:pt x="220" y="449"/>
                    <a:pt x="0" y="330"/>
                    <a:pt x="0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7"/>
                    <a:pt x="220" y="266"/>
                    <a:pt x="492" y="266"/>
                  </a:cubicBezTo>
                  <a:cubicBezTo>
                    <a:pt x="764" y="266"/>
                    <a:pt x="985" y="147"/>
                    <a:pt x="985" y="0"/>
                  </a:cubicBezTo>
                  <a:lnTo>
                    <a:pt x="985" y="18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noFill/>
            </a:ln>
          </p:spPr>
          <p:txBody>
            <a:bodyPr vert="horz" wrap="square" lIns="0" tIns="0" rIns="0" bIns="0" numCol="1" anchor="ctr" anchorCtr="0" compatLnSpc="1"/>
            <a:lstStyle/>
            <a:p>
              <a:pPr algn="ctr">
                <a:spcAft>
                  <a:spcPts val="300"/>
                </a:spcAft>
              </a:pPr>
              <a:endParaRPr lang="en-US" altLang="ko-KR" sz="1200" b="1" dirty="0">
                <a:gradFill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50000"/>
                      </a:schemeClr>
                    </a:gs>
                  </a:gsLst>
                  <a:lin ang="5400000" scaled="0"/>
                </a:gradFill>
                <a:latin typeface="Bebas Neue" pitchFamily="34" charset="0"/>
                <a:ea typeface="Roboto Condensed Regular"/>
              </a:endParaRPr>
            </a:p>
          </p:txBody>
        </p:sp>
      </p:grpSp>
      <p:grpSp>
        <p:nvGrpSpPr>
          <p:cNvPr id="25" name="Group 11"/>
          <p:cNvGrpSpPr/>
          <p:nvPr/>
        </p:nvGrpSpPr>
        <p:grpSpPr>
          <a:xfrm>
            <a:off x="3433260" y="1816534"/>
            <a:ext cx="2237290" cy="1181491"/>
            <a:chOff x="3433260" y="3280864"/>
            <a:chExt cx="2237290" cy="1181491"/>
          </a:xfrm>
        </p:grpSpPr>
        <p:sp>
          <p:nvSpPr>
            <p:cNvPr id="26" name="Freeform 11"/>
            <p:cNvSpPr/>
            <p:nvPr/>
          </p:nvSpPr>
          <p:spPr bwMode="auto">
            <a:xfrm>
              <a:off x="3433260" y="3280864"/>
              <a:ext cx="2237290" cy="743372"/>
            </a:xfrm>
            <a:custGeom>
              <a:avLst/>
              <a:gdLst>
                <a:gd name="T0" fmla="*/ 985 w 985"/>
                <a:gd name="T1" fmla="*/ 265 h 449"/>
                <a:gd name="T2" fmla="*/ 492 w 985"/>
                <a:gd name="T3" fmla="*/ 0 h 449"/>
                <a:gd name="T4" fmla="*/ 0 w 985"/>
                <a:gd name="T5" fmla="*/ 265 h 449"/>
                <a:gd name="T6" fmla="*/ 0 w 985"/>
                <a:gd name="T7" fmla="*/ 449 h 449"/>
                <a:gd name="T8" fmla="*/ 492 w 985"/>
                <a:gd name="T9" fmla="*/ 183 h 449"/>
                <a:gd name="T10" fmla="*/ 985 w 985"/>
                <a:gd name="T11" fmla="*/ 449 h 449"/>
                <a:gd name="T12" fmla="*/ 985 w 985"/>
                <a:gd name="T13" fmla="*/ 265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5" h="449">
                  <a:moveTo>
                    <a:pt x="985" y="265"/>
                  </a:moveTo>
                  <a:cubicBezTo>
                    <a:pt x="985" y="119"/>
                    <a:pt x="764" y="0"/>
                    <a:pt x="492" y="0"/>
                  </a:cubicBezTo>
                  <a:cubicBezTo>
                    <a:pt x="220" y="0"/>
                    <a:pt x="0" y="119"/>
                    <a:pt x="0" y="265"/>
                  </a:cubicBezTo>
                  <a:cubicBezTo>
                    <a:pt x="0" y="449"/>
                    <a:pt x="0" y="449"/>
                    <a:pt x="0" y="449"/>
                  </a:cubicBezTo>
                  <a:cubicBezTo>
                    <a:pt x="0" y="302"/>
                    <a:pt x="220" y="183"/>
                    <a:pt x="492" y="183"/>
                  </a:cubicBezTo>
                  <a:cubicBezTo>
                    <a:pt x="764" y="183"/>
                    <a:pt x="985" y="302"/>
                    <a:pt x="985" y="449"/>
                  </a:cubicBezTo>
                  <a:lnTo>
                    <a:pt x="985" y="265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dirty="0"/>
            </a:p>
          </p:txBody>
        </p:sp>
        <p:sp>
          <p:nvSpPr>
            <p:cNvPr id="27" name="Freeform 12"/>
            <p:cNvSpPr>
              <a:spLocks noEditPoints="1"/>
            </p:cNvSpPr>
            <p:nvPr/>
          </p:nvSpPr>
          <p:spPr bwMode="auto">
            <a:xfrm>
              <a:off x="3433260" y="3280864"/>
              <a:ext cx="2237290" cy="878760"/>
            </a:xfrm>
            <a:custGeom>
              <a:avLst/>
              <a:gdLst>
                <a:gd name="T0" fmla="*/ 492 w 985"/>
                <a:gd name="T1" fmla="*/ 60 h 531"/>
                <a:gd name="T2" fmla="*/ 925 w 985"/>
                <a:gd name="T3" fmla="*/ 265 h 531"/>
                <a:gd name="T4" fmla="*/ 492 w 985"/>
                <a:gd name="T5" fmla="*/ 471 h 531"/>
                <a:gd name="T6" fmla="*/ 60 w 985"/>
                <a:gd name="T7" fmla="*/ 265 h 531"/>
                <a:gd name="T8" fmla="*/ 492 w 985"/>
                <a:gd name="T9" fmla="*/ 60 h 531"/>
                <a:gd name="T10" fmla="*/ 492 w 985"/>
                <a:gd name="T11" fmla="*/ 0 h 531"/>
                <a:gd name="T12" fmla="*/ 0 w 985"/>
                <a:gd name="T13" fmla="*/ 265 h 531"/>
                <a:gd name="T14" fmla="*/ 492 w 985"/>
                <a:gd name="T15" fmla="*/ 531 h 531"/>
                <a:gd name="T16" fmla="*/ 985 w 985"/>
                <a:gd name="T17" fmla="*/ 265 h 531"/>
                <a:gd name="T18" fmla="*/ 492 w 985"/>
                <a:gd name="T1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5" h="531">
                  <a:moveTo>
                    <a:pt x="492" y="60"/>
                  </a:moveTo>
                  <a:cubicBezTo>
                    <a:pt x="747" y="60"/>
                    <a:pt x="925" y="168"/>
                    <a:pt x="925" y="265"/>
                  </a:cubicBezTo>
                  <a:cubicBezTo>
                    <a:pt x="925" y="362"/>
                    <a:pt x="747" y="471"/>
                    <a:pt x="492" y="471"/>
                  </a:cubicBezTo>
                  <a:cubicBezTo>
                    <a:pt x="237" y="471"/>
                    <a:pt x="60" y="362"/>
                    <a:pt x="60" y="265"/>
                  </a:cubicBezTo>
                  <a:cubicBezTo>
                    <a:pt x="60" y="168"/>
                    <a:pt x="237" y="60"/>
                    <a:pt x="492" y="60"/>
                  </a:cubicBezTo>
                  <a:moveTo>
                    <a:pt x="492" y="0"/>
                  </a:moveTo>
                  <a:cubicBezTo>
                    <a:pt x="220" y="0"/>
                    <a:pt x="0" y="119"/>
                    <a:pt x="0" y="265"/>
                  </a:cubicBezTo>
                  <a:cubicBezTo>
                    <a:pt x="0" y="412"/>
                    <a:pt x="220" y="531"/>
                    <a:pt x="492" y="531"/>
                  </a:cubicBezTo>
                  <a:cubicBezTo>
                    <a:pt x="764" y="531"/>
                    <a:pt x="985" y="412"/>
                    <a:pt x="985" y="265"/>
                  </a:cubicBezTo>
                  <a:cubicBezTo>
                    <a:pt x="985" y="119"/>
                    <a:pt x="764" y="0"/>
                    <a:pt x="492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dirty="0"/>
            </a:p>
          </p:txBody>
        </p:sp>
        <p:sp>
          <p:nvSpPr>
            <p:cNvPr id="28" name="Freeform 13"/>
            <p:cNvSpPr/>
            <p:nvPr/>
          </p:nvSpPr>
          <p:spPr bwMode="auto">
            <a:xfrm>
              <a:off x="3433260" y="3719824"/>
              <a:ext cx="2237290" cy="742531"/>
            </a:xfrm>
            <a:custGeom>
              <a:avLst/>
              <a:gdLst>
                <a:gd name="T0" fmla="*/ 985 w 985"/>
                <a:gd name="T1" fmla="*/ 184 h 449"/>
                <a:gd name="T2" fmla="*/ 492 w 985"/>
                <a:gd name="T3" fmla="*/ 449 h 449"/>
                <a:gd name="T4" fmla="*/ 0 w 985"/>
                <a:gd name="T5" fmla="*/ 184 h 449"/>
                <a:gd name="T6" fmla="*/ 0 w 985"/>
                <a:gd name="T7" fmla="*/ 0 h 449"/>
                <a:gd name="T8" fmla="*/ 492 w 985"/>
                <a:gd name="T9" fmla="*/ 266 h 449"/>
                <a:gd name="T10" fmla="*/ 985 w 985"/>
                <a:gd name="T11" fmla="*/ 0 h 449"/>
                <a:gd name="T12" fmla="*/ 985 w 985"/>
                <a:gd name="T13" fmla="*/ 184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5" h="449">
                  <a:moveTo>
                    <a:pt x="985" y="184"/>
                  </a:moveTo>
                  <a:cubicBezTo>
                    <a:pt x="985" y="330"/>
                    <a:pt x="764" y="449"/>
                    <a:pt x="492" y="449"/>
                  </a:cubicBezTo>
                  <a:cubicBezTo>
                    <a:pt x="220" y="449"/>
                    <a:pt x="0" y="330"/>
                    <a:pt x="0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7"/>
                    <a:pt x="220" y="266"/>
                    <a:pt x="492" y="266"/>
                  </a:cubicBezTo>
                  <a:cubicBezTo>
                    <a:pt x="764" y="266"/>
                    <a:pt x="985" y="147"/>
                    <a:pt x="985" y="0"/>
                  </a:cubicBezTo>
                  <a:lnTo>
                    <a:pt x="985" y="18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noFill/>
            </a:ln>
          </p:spPr>
          <p:txBody>
            <a:bodyPr vert="horz" wrap="square" lIns="0" tIns="0" rIns="0" bIns="0" numCol="1" anchor="ctr" anchorCtr="0" compatLnSpc="1"/>
            <a:lstStyle/>
            <a:p>
              <a:pPr algn="ctr">
                <a:spcAft>
                  <a:spcPts val="300"/>
                </a:spcAft>
              </a:pPr>
              <a:endParaRPr lang="en-US" altLang="ko-KR" sz="1200" b="1" dirty="0">
                <a:gradFill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50000"/>
                      </a:schemeClr>
                    </a:gs>
                  </a:gsLst>
                  <a:lin ang="5400000" scaled="0"/>
                </a:gradFill>
                <a:latin typeface="Bebas Neue" pitchFamily="34" charset="0"/>
                <a:ea typeface="Roboto Condensed Regular"/>
              </a:endParaRPr>
            </a:p>
          </p:txBody>
        </p:sp>
      </p:grpSp>
      <p:sp>
        <p:nvSpPr>
          <p:cNvPr id="29" name="Freeform 11"/>
          <p:cNvSpPr/>
          <p:nvPr/>
        </p:nvSpPr>
        <p:spPr bwMode="auto">
          <a:xfrm>
            <a:off x="3434788" y="1225788"/>
            <a:ext cx="2237290" cy="743372"/>
          </a:xfrm>
          <a:custGeom>
            <a:avLst/>
            <a:gdLst>
              <a:gd name="T0" fmla="*/ 985 w 985"/>
              <a:gd name="T1" fmla="*/ 265 h 449"/>
              <a:gd name="T2" fmla="*/ 492 w 985"/>
              <a:gd name="T3" fmla="*/ 0 h 449"/>
              <a:gd name="T4" fmla="*/ 0 w 985"/>
              <a:gd name="T5" fmla="*/ 265 h 449"/>
              <a:gd name="T6" fmla="*/ 0 w 985"/>
              <a:gd name="T7" fmla="*/ 449 h 449"/>
              <a:gd name="T8" fmla="*/ 492 w 985"/>
              <a:gd name="T9" fmla="*/ 183 h 449"/>
              <a:gd name="T10" fmla="*/ 985 w 985"/>
              <a:gd name="T11" fmla="*/ 449 h 449"/>
              <a:gd name="T12" fmla="*/ 985 w 985"/>
              <a:gd name="T13" fmla="*/ 265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5" h="449">
                <a:moveTo>
                  <a:pt x="985" y="265"/>
                </a:moveTo>
                <a:cubicBezTo>
                  <a:pt x="985" y="119"/>
                  <a:pt x="764" y="0"/>
                  <a:pt x="492" y="0"/>
                </a:cubicBezTo>
                <a:cubicBezTo>
                  <a:pt x="220" y="0"/>
                  <a:pt x="0" y="119"/>
                  <a:pt x="0" y="265"/>
                </a:cubicBezTo>
                <a:cubicBezTo>
                  <a:pt x="0" y="449"/>
                  <a:pt x="0" y="449"/>
                  <a:pt x="0" y="449"/>
                </a:cubicBezTo>
                <a:cubicBezTo>
                  <a:pt x="0" y="302"/>
                  <a:pt x="220" y="183"/>
                  <a:pt x="492" y="183"/>
                </a:cubicBezTo>
                <a:cubicBezTo>
                  <a:pt x="764" y="183"/>
                  <a:pt x="985" y="302"/>
                  <a:pt x="985" y="449"/>
                </a:cubicBezTo>
                <a:lnTo>
                  <a:pt x="985" y="265"/>
                </a:lnTo>
                <a:close/>
              </a:path>
            </a:pathLst>
          </a:custGeom>
          <a:solidFill>
            <a:srgbClr val="8B0B20"/>
          </a:solidFill>
          <a:ln w="3175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 dirty="0"/>
          </a:p>
        </p:txBody>
      </p:sp>
      <p:sp>
        <p:nvSpPr>
          <p:cNvPr id="30" name="Freeform 12"/>
          <p:cNvSpPr>
            <a:spLocks noEditPoints="1"/>
          </p:cNvSpPr>
          <p:nvPr/>
        </p:nvSpPr>
        <p:spPr bwMode="auto">
          <a:xfrm>
            <a:off x="3433260" y="1225788"/>
            <a:ext cx="2237290" cy="878760"/>
          </a:xfrm>
          <a:custGeom>
            <a:avLst/>
            <a:gdLst>
              <a:gd name="T0" fmla="*/ 492 w 985"/>
              <a:gd name="T1" fmla="*/ 60 h 531"/>
              <a:gd name="T2" fmla="*/ 925 w 985"/>
              <a:gd name="T3" fmla="*/ 265 h 531"/>
              <a:gd name="T4" fmla="*/ 492 w 985"/>
              <a:gd name="T5" fmla="*/ 471 h 531"/>
              <a:gd name="T6" fmla="*/ 60 w 985"/>
              <a:gd name="T7" fmla="*/ 265 h 531"/>
              <a:gd name="T8" fmla="*/ 492 w 985"/>
              <a:gd name="T9" fmla="*/ 60 h 531"/>
              <a:gd name="T10" fmla="*/ 492 w 985"/>
              <a:gd name="T11" fmla="*/ 0 h 531"/>
              <a:gd name="T12" fmla="*/ 0 w 985"/>
              <a:gd name="T13" fmla="*/ 265 h 531"/>
              <a:gd name="T14" fmla="*/ 492 w 985"/>
              <a:gd name="T15" fmla="*/ 531 h 531"/>
              <a:gd name="T16" fmla="*/ 985 w 985"/>
              <a:gd name="T17" fmla="*/ 265 h 531"/>
              <a:gd name="T18" fmla="*/ 492 w 985"/>
              <a:gd name="T19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85" h="531">
                <a:moveTo>
                  <a:pt x="492" y="60"/>
                </a:moveTo>
                <a:cubicBezTo>
                  <a:pt x="747" y="60"/>
                  <a:pt x="925" y="168"/>
                  <a:pt x="925" y="265"/>
                </a:cubicBezTo>
                <a:cubicBezTo>
                  <a:pt x="925" y="362"/>
                  <a:pt x="747" y="471"/>
                  <a:pt x="492" y="471"/>
                </a:cubicBezTo>
                <a:cubicBezTo>
                  <a:pt x="237" y="471"/>
                  <a:pt x="60" y="362"/>
                  <a:pt x="60" y="265"/>
                </a:cubicBezTo>
                <a:cubicBezTo>
                  <a:pt x="60" y="168"/>
                  <a:pt x="237" y="60"/>
                  <a:pt x="492" y="60"/>
                </a:cubicBezTo>
                <a:moveTo>
                  <a:pt x="492" y="0"/>
                </a:moveTo>
                <a:cubicBezTo>
                  <a:pt x="220" y="0"/>
                  <a:pt x="0" y="119"/>
                  <a:pt x="0" y="265"/>
                </a:cubicBezTo>
                <a:cubicBezTo>
                  <a:pt x="0" y="412"/>
                  <a:pt x="220" y="531"/>
                  <a:pt x="492" y="531"/>
                </a:cubicBezTo>
                <a:cubicBezTo>
                  <a:pt x="764" y="531"/>
                  <a:pt x="985" y="412"/>
                  <a:pt x="985" y="265"/>
                </a:cubicBezTo>
                <a:cubicBezTo>
                  <a:pt x="985" y="119"/>
                  <a:pt x="764" y="0"/>
                  <a:pt x="492" y="0"/>
                </a:cubicBezTo>
                <a:close/>
              </a:path>
            </a:pathLst>
          </a:custGeom>
          <a:solidFill>
            <a:srgbClr val="ED6579"/>
          </a:solidFill>
          <a:ln w="3175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 dirty="0"/>
          </a:p>
        </p:txBody>
      </p:sp>
      <p:sp>
        <p:nvSpPr>
          <p:cNvPr id="31" name="Freeform 13"/>
          <p:cNvSpPr/>
          <p:nvPr/>
        </p:nvSpPr>
        <p:spPr bwMode="auto">
          <a:xfrm>
            <a:off x="3433260" y="1664748"/>
            <a:ext cx="2237290" cy="742531"/>
          </a:xfrm>
          <a:custGeom>
            <a:avLst/>
            <a:gdLst>
              <a:gd name="T0" fmla="*/ 985 w 985"/>
              <a:gd name="T1" fmla="*/ 184 h 449"/>
              <a:gd name="T2" fmla="*/ 492 w 985"/>
              <a:gd name="T3" fmla="*/ 449 h 449"/>
              <a:gd name="T4" fmla="*/ 0 w 985"/>
              <a:gd name="T5" fmla="*/ 184 h 449"/>
              <a:gd name="T6" fmla="*/ 0 w 985"/>
              <a:gd name="T7" fmla="*/ 0 h 449"/>
              <a:gd name="T8" fmla="*/ 492 w 985"/>
              <a:gd name="T9" fmla="*/ 266 h 449"/>
              <a:gd name="T10" fmla="*/ 985 w 985"/>
              <a:gd name="T11" fmla="*/ 0 h 449"/>
              <a:gd name="T12" fmla="*/ 985 w 985"/>
              <a:gd name="T13" fmla="*/ 184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5" h="449">
                <a:moveTo>
                  <a:pt x="985" y="184"/>
                </a:moveTo>
                <a:cubicBezTo>
                  <a:pt x="985" y="330"/>
                  <a:pt x="764" y="449"/>
                  <a:pt x="492" y="449"/>
                </a:cubicBezTo>
                <a:cubicBezTo>
                  <a:pt x="220" y="449"/>
                  <a:pt x="0" y="330"/>
                  <a:pt x="0" y="184"/>
                </a:cubicBezTo>
                <a:cubicBezTo>
                  <a:pt x="0" y="0"/>
                  <a:pt x="0" y="0"/>
                  <a:pt x="0" y="0"/>
                </a:cubicBezTo>
                <a:cubicBezTo>
                  <a:pt x="0" y="147"/>
                  <a:pt x="220" y="266"/>
                  <a:pt x="492" y="266"/>
                </a:cubicBezTo>
                <a:cubicBezTo>
                  <a:pt x="764" y="266"/>
                  <a:pt x="985" y="147"/>
                  <a:pt x="985" y="0"/>
                </a:cubicBezTo>
                <a:lnTo>
                  <a:pt x="985" y="184"/>
                </a:lnTo>
                <a:close/>
              </a:path>
            </a:pathLst>
          </a:custGeom>
          <a:solidFill>
            <a:srgbClr val="E9344C"/>
          </a:solidFill>
          <a:ln w="3175">
            <a:noFill/>
          </a:ln>
        </p:spPr>
        <p:txBody>
          <a:bodyPr vert="horz" wrap="square" lIns="0" tIns="0" rIns="0" bIns="0" numCol="1" anchor="ctr" anchorCtr="0" compatLnSpc="1"/>
          <a:lstStyle/>
          <a:p>
            <a:pPr algn="ctr">
              <a:spcAft>
                <a:spcPts val="300"/>
              </a:spcAft>
            </a:pPr>
            <a:endParaRPr lang="en-US" altLang="ko-KR" sz="1200" b="1" dirty="0">
              <a:gradFill>
                <a:gsLst>
                  <a:gs pos="0">
                    <a:schemeClr val="accent4">
                      <a:alpha val="50000"/>
                    </a:schemeClr>
                  </a:gs>
                  <a:gs pos="100000">
                    <a:schemeClr val="accent4">
                      <a:alpha val="50000"/>
                    </a:schemeClr>
                  </a:gs>
                </a:gsLst>
                <a:lin ang="5400000" scaled="0"/>
              </a:gradFill>
              <a:latin typeface="Bebas Neue" pitchFamily="34" charset="0"/>
              <a:ea typeface="Roboto Condensed Regular"/>
            </a:endParaRPr>
          </a:p>
        </p:txBody>
      </p:sp>
      <p:grpSp>
        <p:nvGrpSpPr>
          <p:cNvPr id="33" name="Group 21"/>
          <p:cNvGrpSpPr/>
          <p:nvPr/>
        </p:nvGrpSpPr>
        <p:grpSpPr>
          <a:xfrm>
            <a:off x="562394" y="3401358"/>
            <a:ext cx="2304278" cy="949624"/>
            <a:chOff x="955490" y="3500758"/>
            <a:chExt cx="2304278" cy="949624"/>
          </a:xfrm>
        </p:grpSpPr>
        <p:sp>
          <p:nvSpPr>
            <p:cNvPr id="34" name="TextBox 22"/>
            <p:cNvSpPr txBox="1"/>
            <p:nvPr/>
          </p:nvSpPr>
          <p:spPr>
            <a:xfrm>
              <a:off x="955490" y="3500758"/>
              <a:ext cx="1903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zh-CN" altLang="en-US" sz="1000" b="1" dirty="0" smtClean="0">
                  <a:solidFill>
                    <a:srgbClr val="E9344C"/>
                  </a:solidFill>
                  <a:latin typeface="方正兰亭黑简体" pitchFamily="2" charset="-122"/>
                  <a:ea typeface="方正兰亭黑简体" pitchFamily="2" charset="-122"/>
                </a:rPr>
                <a:t>小标题  </a:t>
              </a:r>
              <a:r>
                <a:rPr lang="en-US" altLang="zh-CN" sz="1000" b="1" dirty="0" smtClean="0">
                  <a:solidFill>
                    <a:srgbClr val="E9344C"/>
                  </a:solidFill>
                  <a:latin typeface="方正兰亭黑简体" pitchFamily="2" charset="-122"/>
                  <a:ea typeface="方正兰亭黑简体" pitchFamily="2" charset="-122"/>
                </a:rPr>
                <a:t>01</a:t>
              </a:r>
              <a:endParaRPr lang="id-ID" altLang="zh-CN" sz="1000" b="1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35" name="텍스트 개체 틀 2"/>
            <p:cNvSpPr txBox="1"/>
            <p:nvPr/>
          </p:nvSpPr>
          <p:spPr>
            <a:xfrm>
              <a:off x="955491" y="3667005"/>
              <a:ext cx="1903135" cy="78337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000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Rockwel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lang="zh-CN" altLang="en-US" sz="800" dirty="0">
                  <a:solidFill>
                    <a:srgbClr val="2A303C"/>
                  </a:solidFill>
                  <a:latin typeface="方正兰亭黑简体" pitchFamily="2" charset="-122"/>
                  <a:ea typeface="方正兰亭黑简体" pitchFamily="2" charset="-122"/>
                </a:rPr>
                <a:t>点击此处更换文本输入文字</a:t>
              </a:r>
              <a:endParaRPr lang="zh-CN" altLang="en-US" sz="800" dirty="0">
                <a:solidFill>
                  <a:srgbClr val="2A303C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36" name="Rounded Rectangle 24"/>
            <p:cNvSpPr/>
            <p:nvPr/>
          </p:nvSpPr>
          <p:spPr>
            <a:xfrm>
              <a:off x="2902908" y="3583307"/>
              <a:ext cx="356860" cy="356860"/>
            </a:xfrm>
            <a:prstGeom prst="roundRect">
              <a:avLst>
                <a:gd name="adj" fmla="val 50000"/>
              </a:avLst>
            </a:prstGeom>
            <a:solidFill>
              <a:srgbClr val="2A303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Roboto condensed"/>
                <a:cs typeface="Roboto condensed"/>
              </a:endParaRPr>
            </a:p>
          </p:txBody>
        </p:sp>
        <p:sp>
          <p:nvSpPr>
            <p:cNvPr id="37" name="Freeform 50"/>
            <p:cNvSpPr>
              <a:spLocks noEditPoints="1"/>
            </p:cNvSpPr>
            <p:nvPr/>
          </p:nvSpPr>
          <p:spPr bwMode="auto">
            <a:xfrm>
              <a:off x="3007765" y="3659873"/>
              <a:ext cx="161747" cy="203726"/>
            </a:xfrm>
            <a:custGeom>
              <a:avLst/>
              <a:gdLst/>
              <a:ahLst/>
              <a:cxnLst>
                <a:cxn ang="0">
                  <a:pos x="187" y="135"/>
                </a:cxn>
                <a:cxn ang="0">
                  <a:pos x="44" y="135"/>
                </a:cxn>
                <a:cxn ang="0">
                  <a:pos x="44" y="156"/>
                </a:cxn>
                <a:cxn ang="0">
                  <a:pos x="187" y="156"/>
                </a:cxn>
                <a:cxn ang="0">
                  <a:pos x="187" y="135"/>
                </a:cxn>
                <a:cxn ang="0">
                  <a:pos x="187" y="95"/>
                </a:cxn>
                <a:cxn ang="0">
                  <a:pos x="44" y="95"/>
                </a:cxn>
                <a:cxn ang="0">
                  <a:pos x="44" y="115"/>
                </a:cxn>
                <a:cxn ang="0">
                  <a:pos x="187" y="115"/>
                </a:cxn>
                <a:cxn ang="0">
                  <a:pos x="187" y="95"/>
                </a:cxn>
                <a:cxn ang="0">
                  <a:pos x="187" y="54"/>
                </a:cxn>
                <a:cxn ang="0">
                  <a:pos x="44" y="54"/>
                </a:cxn>
                <a:cxn ang="0">
                  <a:pos x="44" y="75"/>
                </a:cxn>
                <a:cxn ang="0">
                  <a:pos x="187" y="75"/>
                </a:cxn>
                <a:cxn ang="0">
                  <a:pos x="187" y="54"/>
                </a:cxn>
                <a:cxn ang="0">
                  <a:pos x="44" y="196"/>
                </a:cxn>
                <a:cxn ang="0">
                  <a:pos x="116" y="196"/>
                </a:cxn>
                <a:cxn ang="0">
                  <a:pos x="116" y="176"/>
                </a:cxn>
                <a:cxn ang="0">
                  <a:pos x="44" y="176"/>
                </a:cxn>
                <a:cxn ang="0">
                  <a:pos x="44" y="196"/>
                </a:cxn>
                <a:cxn ang="0">
                  <a:pos x="233" y="29"/>
                </a:cxn>
                <a:cxn ang="0">
                  <a:pos x="233" y="0"/>
                </a:cxn>
                <a:cxn ang="0">
                  <a:pos x="0" y="0"/>
                </a:cxn>
                <a:cxn ang="0">
                  <a:pos x="0" y="301"/>
                </a:cxn>
                <a:cxn ang="0">
                  <a:pos x="29" y="301"/>
                </a:cxn>
                <a:cxn ang="0">
                  <a:pos x="29" y="330"/>
                </a:cxn>
                <a:cxn ang="0">
                  <a:pos x="262" y="330"/>
                </a:cxn>
                <a:cxn ang="0">
                  <a:pos x="262" y="29"/>
                </a:cxn>
                <a:cxn ang="0">
                  <a:pos x="233" y="29"/>
                </a:cxn>
                <a:cxn ang="0">
                  <a:pos x="15" y="286"/>
                </a:cxn>
                <a:cxn ang="0">
                  <a:pos x="15" y="16"/>
                </a:cxn>
                <a:cxn ang="0">
                  <a:pos x="216" y="16"/>
                </a:cxn>
                <a:cxn ang="0">
                  <a:pos x="216" y="216"/>
                </a:cxn>
                <a:cxn ang="0">
                  <a:pos x="148" y="216"/>
                </a:cxn>
                <a:cxn ang="0">
                  <a:pos x="148" y="286"/>
                </a:cxn>
                <a:cxn ang="0">
                  <a:pos x="15" y="286"/>
                </a:cxn>
                <a:cxn ang="0">
                  <a:pos x="245" y="315"/>
                </a:cxn>
                <a:cxn ang="0">
                  <a:pos x="44" y="315"/>
                </a:cxn>
                <a:cxn ang="0">
                  <a:pos x="44" y="301"/>
                </a:cxn>
                <a:cxn ang="0">
                  <a:pos x="155" y="301"/>
                </a:cxn>
                <a:cxn ang="0">
                  <a:pos x="233" y="225"/>
                </a:cxn>
                <a:cxn ang="0">
                  <a:pos x="233" y="45"/>
                </a:cxn>
                <a:cxn ang="0">
                  <a:pos x="245" y="45"/>
                </a:cxn>
                <a:cxn ang="0">
                  <a:pos x="245" y="315"/>
                </a:cxn>
              </a:cxnLst>
              <a:rect l="0" t="0" r="r" b="b"/>
              <a:pathLst>
                <a:path w="262" h="330">
                  <a:moveTo>
                    <a:pt x="187" y="135"/>
                  </a:moveTo>
                  <a:lnTo>
                    <a:pt x="44" y="135"/>
                  </a:lnTo>
                  <a:lnTo>
                    <a:pt x="44" y="156"/>
                  </a:lnTo>
                  <a:lnTo>
                    <a:pt x="187" y="156"/>
                  </a:lnTo>
                  <a:lnTo>
                    <a:pt x="187" y="135"/>
                  </a:lnTo>
                  <a:close/>
                  <a:moveTo>
                    <a:pt x="187" y="95"/>
                  </a:moveTo>
                  <a:lnTo>
                    <a:pt x="44" y="95"/>
                  </a:lnTo>
                  <a:lnTo>
                    <a:pt x="44" y="115"/>
                  </a:lnTo>
                  <a:lnTo>
                    <a:pt x="187" y="115"/>
                  </a:lnTo>
                  <a:lnTo>
                    <a:pt x="187" y="95"/>
                  </a:lnTo>
                  <a:close/>
                  <a:moveTo>
                    <a:pt x="187" y="54"/>
                  </a:moveTo>
                  <a:lnTo>
                    <a:pt x="44" y="54"/>
                  </a:lnTo>
                  <a:lnTo>
                    <a:pt x="44" y="75"/>
                  </a:lnTo>
                  <a:lnTo>
                    <a:pt x="187" y="75"/>
                  </a:lnTo>
                  <a:lnTo>
                    <a:pt x="187" y="54"/>
                  </a:lnTo>
                  <a:close/>
                  <a:moveTo>
                    <a:pt x="44" y="196"/>
                  </a:moveTo>
                  <a:lnTo>
                    <a:pt x="116" y="196"/>
                  </a:lnTo>
                  <a:lnTo>
                    <a:pt x="116" y="176"/>
                  </a:lnTo>
                  <a:lnTo>
                    <a:pt x="44" y="176"/>
                  </a:lnTo>
                  <a:lnTo>
                    <a:pt x="44" y="196"/>
                  </a:lnTo>
                  <a:close/>
                  <a:moveTo>
                    <a:pt x="233" y="29"/>
                  </a:moveTo>
                  <a:lnTo>
                    <a:pt x="233" y="0"/>
                  </a:lnTo>
                  <a:lnTo>
                    <a:pt x="0" y="0"/>
                  </a:lnTo>
                  <a:lnTo>
                    <a:pt x="0" y="301"/>
                  </a:lnTo>
                  <a:lnTo>
                    <a:pt x="29" y="301"/>
                  </a:lnTo>
                  <a:lnTo>
                    <a:pt x="29" y="330"/>
                  </a:lnTo>
                  <a:lnTo>
                    <a:pt x="262" y="330"/>
                  </a:lnTo>
                  <a:lnTo>
                    <a:pt x="262" y="29"/>
                  </a:lnTo>
                  <a:lnTo>
                    <a:pt x="233" y="29"/>
                  </a:lnTo>
                  <a:close/>
                  <a:moveTo>
                    <a:pt x="15" y="286"/>
                  </a:moveTo>
                  <a:lnTo>
                    <a:pt x="15" y="16"/>
                  </a:lnTo>
                  <a:lnTo>
                    <a:pt x="216" y="16"/>
                  </a:lnTo>
                  <a:lnTo>
                    <a:pt x="216" y="216"/>
                  </a:lnTo>
                  <a:lnTo>
                    <a:pt x="148" y="216"/>
                  </a:lnTo>
                  <a:lnTo>
                    <a:pt x="148" y="286"/>
                  </a:lnTo>
                  <a:lnTo>
                    <a:pt x="15" y="286"/>
                  </a:lnTo>
                  <a:close/>
                  <a:moveTo>
                    <a:pt x="245" y="315"/>
                  </a:moveTo>
                  <a:lnTo>
                    <a:pt x="44" y="315"/>
                  </a:lnTo>
                  <a:lnTo>
                    <a:pt x="44" y="301"/>
                  </a:lnTo>
                  <a:lnTo>
                    <a:pt x="155" y="301"/>
                  </a:lnTo>
                  <a:lnTo>
                    <a:pt x="233" y="225"/>
                  </a:lnTo>
                  <a:lnTo>
                    <a:pt x="233" y="45"/>
                  </a:lnTo>
                  <a:lnTo>
                    <a:pt x="245" y="45"/>
                  </a:lnTo>
                  <a:lnTo>
                    <a:pt x="245" y="31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>
                <a:solidFill>
                  <a:schemeClr val="bg1"/>
                </a:solidFill>
                <a:latin typeface="Roboto condensed"/>
                <a:cs typeface="Roboto condensed"/>
              </a:endParaRPr>
            </a:p>
          </p:txBody>
        </p:sp>
      </p:grpSp>
      <p:grpSp>
        <p:nvGrpSpPr>
          <p:cNvPr id="38" name="Group 26"/>
          <p:cNvGrpSpPr/>
          <p:nvPr/>
        </p:nvGrpSpPr>
        <p:grpSpPr>
          <a:xfrm>
            <a:off x="574927" y="2157205"/>
            <a:ext cx="2291745" cy="957700"/>
            <a:chOff x="1886354" y="2092280"/>
            <a:chExt cx="2291745" cy="957700"/>
          </a:xfrm>
        </p:grpSpPr>
        <p:sp>
          <p:nvSpPr>
            <p:cNvPr id="39" name="Rounded Rectangle 27"/>
            <p:cNvSpPr/>
            <p:nvPr/>
          </p:nvSpPr>
          <p:spPr>
            <a:xfrm>
              <a:off x="3821239" y="2162130"/>
              <a:ext cx="356860" cy="356860"/>
            </a:xfrm>
            <a:prstGeom prst="roundRect">
              <a:avLst>
                <a:gd name="adj" fmla="val 50000"/>
              </a:avLst>
            </a:prstGeom>
            <a:solidFill>
              <a:srgbClr val="2A303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Roboto condensed"/>
                <a:cs typeface="Roboto condensed"/>
              </a:endParaRPr>
            </a:p>
          </p:txBody>
        </p:sp>
        <p:sp>
          <p:nvSpPr>
            <p:cNvPr id="40" name="Freeform 48"/>
            <p:cNvSpPr>
              <a:spLocks noEditPoints="1"/>
            </p:cNvSpPr>
            <p:nvPr/>
          </p:nvSpPr>
          <p:spPr bwMode="auto">
            <a:xfrm>
              <a:off x="3937308" y="2241077"/>
              <a:ext cx="135980" cy="198967"/>
            </a:xfrm>
            <a:custGeom>
              <a:avLst/>
              <a:gdLst/>
              <a:ahLst/>
              <a:cxnLst>
                <a:cxn ang="0">
                  <a:pos x="76" y="31"/>
                </a:cxn>
                <a:cxn ang="0">
                  <a:pos x="80" y="27"/>
                </a:cxn>
                <a:cxn ang="0">
                  <a:pos x="76" y="23"/>
                </a:cxn>
                <a:cxn ang="0">
                  <a:pos x="23" y="76"/>
                </a:cxn>
                <a:cxn ang="0">
                  <a:pos x="27" y="80"/>
                </a:cxn>
                <a:cxn ang="0">
                  <a:pos x="31" y="76"/>
                </a:cxn>
                <a:cxn ang="0">
                  <a:pos x="76" y="31"/>
                </a:cxn>
                <a:cxn ang="0">
                  <a:pos x="44" y="192"/>
                </a:cxn>
                <a:cxn ang="0">
                  <a:pos x="45" y="203"/>
                </a:cxn>
                <a:cxn ang="0">
                  <a:pos x="56" y="209"/>
                </a:cxn>
                <a:cxn ang="0">
                  <a:pos x="57" y="216"/>
                </a:cxn>
                <a:cxn ang="0">
                  <a:pos x="76" y="221"/>
                </a:cxn>
                <a:cxn ang="0">
                  <a:pos x="95" y="216"/>
                </a:cxn>
                <a:cxn ang="0">
                  <a:pos x="96" y="209"/>
                </a:cxn>
                <a:cxn ang="0">
                  <a:pos x="106" y="203"/>
                </a:cxn>
                <a:cxn ang="0">
                  <a:pos x="108" y="192"/>
                </a:cxn>
                <a:cxn ang="0">
                  <a:pos x="76" y="197"/>
                </a:cxn>
                <a:cxn ang="0">
                  <a:pos x="44" y="192"/>
                </a:cxn>
                <a:cxn ang="0">
                  <a:pos x="41" y="170"/>
                </a:cxn>
                <a:cxn ang="0">
                  <a:pos x="42" y="182"/>
                </a:cxn>
                <a:cxn ang="0">
                  <a:pos x="76" y="188"/>
                </a:cxn>
                <a:cxn ang="0">
                  <a:pos x="109" y="182"/>
                </a:cxn>
                <a:cxn ang="0">
                  <a:pos x="111" y="170"/>
                </a:cxn>
                <a:cxn ang="0">
                  <a:pos x="76" y="177"/>
                </a:cxn>
                <a:cxn ang="0">
                  <a:pos x="41" y="170"/>
                </a:cxn>
                <a:cxn ang="0">
                  <a:pos x="76" y="0"/>
                </a:cxn>
                <a:cxn ang="0">
                  <a:pos x="0" y="76"/>
                </a:cxn>
                <a:cxn ang="0">
                  <a:pos x="36" y="141"/>
                </a:cxn>
                <a:cxn ang="0">
                  <a:pos x="39" y="160"/>
                </a:cxn>
                <a:cxn ang="0">
                  <a:pos x="76" y="168"/>
                </a:cxn>
                <a:cxn ang="0">
                  <a:pos x="113" y="160"/>
                </a:cxn>
                <a:cxn ang="0">
                  <a:pos x="115" y="141"/>
                </a:cxn>
                <a:cxn ang="0">
                  <a:pos x="152" y="76"/>
                </a:cxn>
                <a:cxn ang="0">
                  <a:pos x="76" y="0"/>
                </a:cxn>
                <a:cxn ang="0">
                  <a:pos x="104" y="132"/>
                </a:cxn>
                <a:cxn ang="0">
                  <a:pos x="102" y="150"/>
                </a:cxn>
                <a:cxn ang="0">
                  <a:pos x="76" y="154"/>
                </a:cxn>
                <a:cxn ang="0">
                  <a:pos x="50" y="150"/>
                </a:cxn>
                <a:cxn ang="0">
                  <a:pos x="48" y="132"/>
                </a:cxn>
                <a:cxn ang="0">
                  <a:pos x="13" y="76"/>
                </a:cxn>
                <a:cxn ang="0">
                  <a:pos x="76" y="14"/>
                </a:cxn>
                <a:cxn ang="0">
                  <a:pos x="139" y="76"/>
                </a:cxn>
                <a:cxn ang="0">
                  <a:pos x="104" y="132"/>
                </a:cxn>
                <a:cxn ang="0">
                  <a:pos x="93" y="104"/>
                </a:cxn>
                <a:cxn ang="0">
                  <a:pos x="76" y="74"/>
                </a:cxn>
                <a:cxn ang="0">
                  <a:pos x="59" y="104"/>
                </a:cxn>
                <a:cxn ang="0">
                  <a:pos x="52" y="89"/>
                </a:cxn>
                <a:cxn ang="0">
                  <a:pos x="41" y="94"/>
                </a:cxn>
                <a:cxn ang="0">
                  <a:pos x="58" y="131"/>
                </a:cxn>
                <a:cxn ang="0">
                  <a:pos x="76" y="98"/>
                </a:cxn>
                <a:cxn ang="0">
                  <a:pos x="94" y="131"/>
                </a:cxn>
                <a:cxn ang="0">
                  <a:pos x="111" y="94"/>
                </a:cxn>
                <a:cxn ang="0">
                  <a:pos x="100" y="89"/>
                </a:cxn>
                <a:cxn ang="0">
                  <a:pos x="93" y="104"/>
                </a:cxn>
              </a:cxnLst>
              <a:rect l="0" t="0" r="r" b="b"/>
              <a:pathLst>
                <a:path w="152" h="221">
                  <a:moveTo>
                    <a:pt x="76" y="31"/>
                  </a:moveTo>
                  <a:cubicBezTo>
                    <a:pt x="78" y="31"/>
                    <a:pt x="80" y="30"/>
                    <a:pt x="80" y="27"/>
                  </a:cubicBezTo>
                  <a:cubicBezTo>
                    <a:pt x="80" y="25"/>
                    <a:pt x="78" y="23"/>
                    <a:pt x="76" y="23"/>
                  </a:cubicBezTo>
                  <a:cubicBezTo>
                    <a:pt x="47" y="23"/>
                    <a:pt x="23" y="47"/>
                    <a:pt x="23" y="76"/>
                  </a:cubicBezTo>
                  <a:cubicBezTo>
                    <a:pt x="23" y="78"/>
                    <a:pt x="25" y="80"/>
                    <a:pt x="27" y="80"/>
                  </a:cubicBezTo>
                  <a:cubicBezTo>
                    <a:pt x="29" y="80"/>
                    <a:pt x="31" y="78"/>
                    <a:pt x="31" y="76"/>
                  </a:cubicBezTo>
                  <a:cubicBezTo>
                    <a:pt x="31" y="52"/>
                    <a:pt x="51" y="31"/>
                    <a:pt x="76" y="31"/>
                  </a:cubicBezTo>
                  <a:close/>
                  <a:moveTo>
                    <a:pt x="44" y="192"/>
                  </a:moveTo>
                  <a:cubicBezTo>
                    <a:pt x="45" y="203"/>
                    <a:pt x="45" y="203"/>
                    <a:pt x="45" y="203"/>
                  </a:cubicBezTo>
                  <a:cubicBezTo>
                    <a:pt x="45" y="203"/>
                    <a:pt x="48" y="207"/>
                    <a:pt x="56" y="209"/>
                  </a:cubicBezTo>
                  <a:cubicBezTo>
                    <a:pt x="57" y="216"/>
                    <a:pt x="57" y="216"/>
                    <a:pt x="57" y="216"/>
                  </a:cubicBezTo>
                  <a:cubicBezTo>
                    <a:pt x="57" y="216"/>
                    <a:pt x="61" y="221"/>
                    <a:pt x="76" y="221"/>
                  </a:cubicBezTo>
                  <a:cubicBezTo>
                    <a:pt x="91" y="221"/>
                    <a:pt x="95" y="216"/>
                    <a:pt x="95" y="216"/>
                  </a:cubicBezTo>
                  <a:cubicBezTo>
                    <a:pt x="96" y="209"/>
                    <a:pt x="96" y="209"/>
                    <a:pt x="96" y="209"/>
                  </a:cubicBezTo>
                  <a:cubicBezTo>
                    <a:pt x="104" y="207"/>
                    <a:pt x="106" y="203"/>
                    <a:pt x="106" y="203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98" y="195"/>
                    <a:pt x="87" y="197"/>
                    <a:pt x="76" y="197"/>
                  </a:cubicBezTo>
                  <a:cubicBezTo>
                    <a:pt x="64" y="197"/>
                    <a:pt x="54" y="195"/>
                    <a:pt x="44" y="192"/>
                  </a:cubicBezTo>
                  <a:close/>
                  <a:moveTo>
                    <a:pt x="41" y="170"/>
                  </a:moveTo>
                  <a:cubicBezTo>
                    <a:pt x="42" y="182"/>
                    <a:pt x="42" y="182"/>
                    <a:pt x="42" y="182"/>
                  </a:cubicBezTo>
                  <a:cubicBezTo>
                    <a:pt x="52" y="186"/>
                    <a:pt x="64" y="188"/>
                    <a:pt x="76" y="188"/>
                  </a:cubicBezTo>
                  <a:cubicBezTo>
                    <a:pt x="88" y="188"/>
                    <a:pt x="99" y="186"/>
                    <a:pt x="109" y="182"/>
                  </a:cubicBezTo>
                  <a:cubicBezTo>
                    <a:pt x="111" y="170"/>
                    <a:pt x="111" y="170"/>
                    <a:pt x="111" y="170"/>
                  </a:cubicBezTo>
                  <a:cubicBezTo>
                    <a:pt x="100" y="174"/>
                    <a:pt x="89" y="177"/>
                    <a:pt x="76" y="177"/>
                  </a:cubicBezTo>
                  <a:cubicBezTo>
                    <a:pt x="63" y="177"/>
                    <a:pt x="51" y="174"/>
                    <a:pt x="41" y="170"/>
                  </a:cubicBezTo>
                  <a:close/>
                  <a:moveTo>
                    <a:pt x="76" y="0"/>
                  </a:moveTo>
                  <a:cubicBezTo>
                    <a:pt x="34" y="0"/>
                    <a:pt x="0" y="34"/>
                    <a:pt x="0" y="76"/>
                  </a:cubicBezTo>
                  <a:cubicBezTo>
                    <a:pt x="0" y="104"/>
                    <a:pt x="15" y="128"/>
                    <a:pt x="36" y="141"/>
                  </a:cubicBezTo>
                  <a:cubicBezTo>
                    <a:pt x="39" y="160"/>
                    <a:pt x="39" y="160"/>
                    <a:pt x="39" y="160"/>
                  </a:cubicBezTo>
                  <a:cubicBezTo>
                    <a:pt x="50" y="165"/>
                    <a:pt x="63" y="168"/>
                    <a:pt x="76" y="168"/>
                  </a:cubicBezTo>
                  <a:cubicBezTo>
                    <a:pt x="89" y="168"/>
                    <a:pt x="102" y="165"/>
                    <a:pt x="113" y="160"/>
                  </a:cubicBezTo>
                  <a:cubicBezTo>
                    <a:pt x="115" y="141"/>
                    <a:pt x="115" y="141"/>
                    <a:pt x="115" y="141"/>
                  </a:cubicBezTo>
                  <a:cubicBezTo>
                    <a:pt x="137" y="128"/>
                    <a:pt x="152" y="104"/>
                    <a:pt x="152" y="76"/>
                  </a:cubicBezTo>
                  <a:cubicBezTo>
                    <a:pt x="152" y="34"/>
                    <a:pt x="118" y="0"/>
                    <a:pt x="76" y="0"/>
                  </a:cubicBezTo>
                  <a:close/>
                  <a:moveTo>
                    <a:pt x="104" y="132"/>
                  </a:moveTo>
                  <a:cubicBezTo>
                    <a:pt x="102" y="150"/>
                    <a:pt x="102" y="150"/>
                    <a:pt x="102" y="150"/>
                  </a:cubicBezTo>
                  <a:cubicBezTo>
                    <a:pt x="102" y="150"/>
                    <a:pt x="95" y="154"/>
                    <a:pt x="76" y="154"/>
                  </a:cubicBezTo>
                  <a:cubicBezTo>
                    <a:pt x="57" y="154"/>
                    <a:pt x="50" y="150"/>
                    <a:pt x="50" y="150"/>
                  </a:cubicBezTo>
                  <a:cubicBezTo>
                    <a:pt x="48" y="132"/>
                    <a:pt x="48" y="132"/>
                    <a:pt x="48" y="132"/>
                  </a:cubicBezTo>
                  <a:cubicBezTo>
                    <a:pt x="27" y="122"/>
                    <a:pt x="13" y="101"/>
                    <a:pt x="13" y="76"/>
                  </a:cubicBezTo>
                  <a:cubicBezTo>
                    <a:pt x="13" y="42"/>
                    <a:pt x="41" y="14"/>
                    <a:pt x="76" y="14"/>
                  </a:cubicBezTo>
                  <a:cubicBezTo>
                    <a:pt x="110" y="14"/>
                    <a:pt x="139" y="42"/>
                    <a:pt x="139" y="76"/>
                  </a:cubicBezTo>
                  <a:cubicBezTo>
                    <a:pt x="139" y="101"/>
                    <a:pt x="124" y="122"/>
                    <a:pt x="104" y="132"/>
                  </a:cubicBezTo>
                  <a:close/>
                  <a:moveTo>
                    <a:pt x="93" y="104"/>
                  </a:moveTo>
                  <a:cubicBezTo>
                    <a:pt x="76" y="74"/>
                    <a:pt x="76" y="74"/>
                    <a:pt x="76" y="74"/>
                  </a:cubicBezTo>
                  <a:cubicBezTo>
                    <a:pt x="59" y="104"/>
                    <a:pt x="59" y="104"/>
                    <a:pt x="59" y="104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1" y="94"/>
                    <a:pt x="41" y="94"/>
                    <a:pt x="41" y="94"/>
                  </a:cubicBezTo>
                  <a:cubicBezTo>
                    <a:pt x="58" y="131"/>
                    <a:pt x="58" y="131"/>
                    <a:pt x="58" y="131"/>
                  </a:cubicBezTo>
                  <a:cubicBezTo>
                    <a:pt x="76" y="98"/>
                    <a:pt x="76" y="98"/>
                    <a:pt x="76" y="98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111" y="94"/>
                    <a:pt x="111" y="94"/>
                    <a:pt x="111" y="94"/>
                  </a:cubicBezTo>
                  <a:cubicBezTo>
                    <a:pt x="100" y="89"/>
                    <a:pt x="100" y="89"/>
                    <a:pt x="100" y="89"/>
                  </a:cubicBezTo>
                  <a:lnTo>
                    <a:pt x="93" y="10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>
                <a:solidFill>
                  <a:schemeClr val="bg1"/>
                </a:solidFill>
                <a:latin typeface="Roboto condensed"/>
                <a:cs typeface="Roboto condensed"/>
              </a:endParaRPr>
            </a:p>
          </p:txBody>
        </p:sp>
        <p:sp>
          <p:nvSpPr>
            <p:cNvPr id="41" name="TextBox 29"/>
            <p:cNvSpPr txBox="1"/>
            <p:nvPr/>
          </p:nvSpPr>
          <p:spPr>
            <a:xfrm>
              <a:off x="1886354" y="2092280"/>
              <a:ext cx="1903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zh-CN" altLang="en-US" sz="1000" b="1" dirty="0" smtClean="0">
                  <a:solidFill>
                    <a:srgbClr val="E9344C"/>
                  </a:solidFill>
                  <a:latin typeface="方正兰亭黑简体" pitchFamily="2" charset="-122"/>
                  <a:ea typeface="方正兰亭黑简体" pitchFamily="2" charset="-122"/>
                </a:rPr>
                <a:t>小标题  </a:t>
              </a:r>
              <a:r>
                <a:rPr lang="en-US" altLang="zh-CN" sz="1000" b="1" dirty="0" smtClean="0">
                  <a:solidFill>
                    <a:srgbClr val="E9344C"/>
                  </a:solidFill>
                  <a:latin typeface="方正兰亭黑简体" pitchFamily="2" charset="-122"/>
                  <a:ea typeface="方正兰亭黑简体" pitchFamily="2" charset="-122"/>
                </a:rPr>
                <a:t>02</a:t>
              </a:r>
              <a:endParaRPr lang="id-ID" altLang="zh-CN" sz="1000" b="1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42" name="텍스트 개체 틀 2"/>
            <p:cNvSpPr txBox="1"/>
            <p:nvPr/>
          </p:nvSpPr>
          <p:spPr>
            <a:xfrm>
              <a:off x="1886355" y="2258527"/>
              <a:ext cx="1903135" cy="791453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000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Rockwel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lang="zh-CN" altLang="en-US" sz="800" dirty="0">
                  <a:solidFill>
                    <a:srgbClr val="2A303C"/>
                  </a:solidFill>
                  <a:latin typeface="方正兰亭黑简体" pitchFamily="2" charset="-122"/>
                  <a:ea typeface="方正兰亭黑简体" pitchFamily="2" charset="-122"/>
                </a:rPr>
                <a:t>点击此处更换文本输入文字</a:t>
              </a:r>
              <a:endParaRPr lang="zh-CN" altLang="en-US" sz="800" dirty="0">
                <a:solidFill>
                  <a:srgbClr val="2A303C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</p:grpSp>
      <p:grpSp>
        <p:nvGrpSpPr>
          <p:cNvPr id="43" name="Group 31"/>
          <p:cNvGrpSpPr/>
          <p:nvPr/>
        </p:nvGrpSpPr>
        <p:grpSpPr>
          <a:xfrm>
            <a:off x="6239228" y="1512435"/>
            <a:ext cx="2296246" cy="992534"/>
            <a:chOff x="5667783" y="2092280"/>
            <a:chExt cx="2296246" cy="992534"/>
          </a:xfrm>
        </p:grpSpPr>
        <p:sp>
          <p:nvSpPr>
            <p:cNvPr id="44" name="Rounded Rectangle 32"/>
            <p:cNvSpPr/>
            <p:nvPr/>
          </p:nvSpPr>
          <p:spPr>
            <a:xfrm>
              <a:off x="5667783" y="2162130"/>
              <a:ext cx="356860" cy="35686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Roboto condensed"/>
                <a:cs typeface="Roboto condensed"/>
              </a:endParaRPr>
            </a:p>
          </p:txBody>
        </p:sp>
        <p:sp>
          <p:nvSpPr>
            <p:cNvPr id="45" name="TextBox 33"/>
            <p:cNvSpPr txBox="1"/>
            <p:nvPr/>
          </p:nvSpPr>
          <p:spPr>
            <a:xfrm>
              <a:off x="6060894" y="2092280"/>
              <a:ext cx="17421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1000" b="1" dirty="0" smtClean="0">
                  <a:solidFill>
                    <a:srgbClr val="E9344C"/>
                  </a:solidFill>
                  <a:latin typeface="方正兰亭黑简体" pitchFamily="2" charset="-122"/>
                  <a:ea typeface="方正兰亭黑简体" pitchFamily="2" charset="-122"/>
                </a:rPr>
                <a:t>小标题  </a:t>
              </a:r>
              <a:r>
                <a:rPr lang="en-US" altLang="zh-CN" sz="1000" b="1" dirty="0" smtClean="0">
                  <a:solidFill>
                    <a:srgbClr val="E9344C"/>
                  </a:solidFill>
                  <a:latin typeface="方正兰亭黑简体" pitchFamily="2" charset="-122"/>
                  <a:ea typeface="方正兰亭黑简体" pitchFamily="2" charset="-122"/>
                </a:rPr>
                <a:t>03</a:t>
              </a:r>
              <a:endParaRPr lang="id-ID" altLang="zh-CN" sz="1000" b="1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46" name="텍스트 개체 틀 2"/>
            <p:cNvSpPr txBox="1"/>
            <p:nvPr/>
          </p:nvSpPr>
          <p:spPr>
            <a:xfrm>
              <a:off x="6060894" y="2258528"/>
              <a:ext cx="1903135" cy="82628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000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Rockwel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50000"/>
                </a:lnSpc>
                <a:defRPr/>
              </a:pPr>
              <a:r>
                <a:rPr lang="zh-CN" altLang="en-US" sz="800" dirty="0">
                  <a:solidFill>
                    <a:srgbClr val="2A303C"/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您的内容打在这里，或者通过复制的文本后，在此选择粘贴，并选择只保留文字。</a:t>
              </a:r>
              <a:endParaRPr lang="id-ID" altLang="zh-CN" sz="800" dirty="0">
                <a:solidFill>
                  <a:srgbClr val="2A303C"/>
                </a:solidFill>
              </a:endParaRPr>
            </a:p>
          </p:txBody>
        </p:sp>
        <p:grpSp>
          <p:nvGrpSpPr>
            <p:cNvPr id="47" name="Group 35"/>
            <p:cNvGrpSpPr/>
            <p:nvPr/>
          </p:nvGrpSpPr>
          <p:grpSpPr>
            <a:xfrm>
              <a:off x="5740394" y="2256920"/>
              <a:ext cx="215698" cy="188561"/>
              <a:chOff x="3175" y="-1587"/>
              <a:chExt cx="492126" cy="430212"/>
            </a:xfrm>
            <a:solidFill>
              <a:schemeClr val="bg1"/>
            </a:solidFill>
          </p:grpSpPr>
          <p:sp>
            <p:nvSpPr>
              <p:cNvPr id="48" name="Freeform 150"/>
              <p:cNvSpPr>
                <a:spLocks noEditPoints="1"/>
              </p:cNvSpPr>
              <p:nvPr/>
            </p:nvSpPr>
            <p:spPr bwMode="auto">
              <a:xfrm>
                <a:off x="3175" y="-1587"/>
                <a:ext cx="492125" cy="354012"/>
              </a:xfrm>
              <a:custGeom>
                <a:avLst/>
                <a:gdLst>
                  <a:gd name="T0" fmla="*/ 128 w 128"/>
                  <a:gd name="T1" fmla="*/ 24 h 92"/>
                  <a:gd name="T2" fmla="*/ 119 w 128"/>
                  <a:gd name="T3" fmla="*/ 12 h 92"/>
                  <a:gd name="T4" fmla="*/ 67 w 128"/>
                  <a:gd name="T5" fmla="*/ 0 h 92"/>
                  <a:gd name="T6" fmla="*/ 64 w 128"/>
                  <a:gd name="T7" fmla="*/ 0 h 92"/>
                  <a:gd name="T8" fmla="*/ 61 w 128"/>
                  <a:gd name="T9" fmla="*/ 0 h 92"/>
                  <a:gd name="T10" fmla="*/ 9 w 128"/>
                  <a:gd name="T11" fmla="*/ 12 h 92"/>
                  <a:gd name="T12" fmla="*/ 0 w 128"/>
                  <a:gd name="T13" fmla="*/ 24 h 92"/>
                  <a:gd name="T14" fmla="*/ 9 w 128"/>
                  <a:gd name="T15" fmla="*/ 36 h 92"/>
                  <a:gd name="T16" fmla="*/ 20 w 128"/>
                  <a:gd name="T17" fmla="*/ 38 h 92"/>
                  <a:gd name="T18" fmla="*/ 20 w 128"/>
                  <a:gd name="T19" fmla="*/ 72 h 92"/>
                  <a:gd name="T20" fmla="*/ 64 w 128"/>
                  <a:gd name="T21" fmla="*/ 92 h 92"/>
                  <a:gd name="T22" fmla="*/ 108 w 128"/>
                  <a:gd name="T23" fmla="*/ 72 h 92"/>
                  <a:gd name="T24" fmla="*/ 108 w 128"/>
                  <a:gd name="T25" fmla="*/ 38 h 92"/>
                  <a:gd name="T26" fmla="*/ 119 w 128"/>
                  <a:gd name="T27" fmla="*/ 36 h 92"/>
                  <a:gd name="T28" fmla="*/ 128 w 128"/>
                  <a:gd name="T29" fmla="*/ 24 h 92"/>
                  <a:gd name="T30" fmla="*/ 100 w 128"/>
                  <a:gd name="T31" fmla="*/ 72 h 92"/>
                  <a:gd name="T32" fmla="*/ 64 w 128"/>
                  <a:gd name="T33" fmla="*/ 84 h 92"/>
                  <a:gd name="T34" fmla="*/ 28 w 128"/>
                  <a:gd name="T35" fmla="*/ 72 h 92"/>
                  <a:gd name="T36" fmla="*/ 28 w 128"/>
                  <a:gd name="T37" fmla="*/ 40 h 92"/>
                  <a:gd name="T38" fmla="*/ 61 w 128"/>
                  <a:gd name="T39" fmla="*/ 48 h 92"/>
                  <a:gd name="T40" fmla="*/ 64 w 128"/>
                  <a:gd name="T41" fmla="*/ 48 h 92"/>
                  <a:gd name="T42" fmla="*/ 67 w 128"/>
                  <a:gd name="T43" fmla="*/ 48 h 92"/>
                  <a:gd name="T44" fmla="*/ 100 w 128"/>
                  <a:gd name="T45" fmla="*/ 40 h 92"/>
                  <a:gd name="T46" fmla="*/ 100 w 128"/>
                  <a:gd name="T47" fmla="*/ 72 h 92"/>
                  <a:gd name="T48" fmla="*/ 65 w 128"/>
                  <a:gd name="T49" fmla="*/ 40 h 92"/>
                  <a:gd name="T50" fmla="*/ 64 w 128"/>
                  <a:gd name="T51" fmla="*/ 40 h 92"/>
                  <a:gd name="T52" fmla="*/ 63 w 128"/>
                  <a:gd name="T53" fmla="*/ 40 h 92"/>
                  <a:gd name="T54" fmla="*/ 11 w 128"/>
                  <a:gd name="T55" fmla="*/ 28 h 92"/>
                  <a:gd name="T56" fmla="*/ 8 w 128"/>
                  <a:gd name="T57" fmla="*/ 24 h 92"/>
                  <a:gd name="T58" fmla="*/ 11 w 128"/>
                  <a:gd name="T59" fmla="*/ 20 h 92"/>
                  <a:gd name="T60" fmla="*/ 63 w 128"/>
                  <a:gd name="T61" fmla="*/ 8 h 92"/>
                  <a:gd name="T62" fmla="*/ 64 w 128"/>
                  <a:gd name="T63" fmla="*/ 8 h 92"/>
                  <a:gd name="T64" fmla="*/ 65 w 128"/>
                  <a:gd name="T65" fmla="*/ 8 h 92"/>
                  <a:gd name="T66" fmla="*/ 117 w 128"/>
                  <a:gd name="T67" fmla="*/ 20 h 92"/>
                  <a:gd name="T68" fmla="*/ 120 w 128"/>
                  <a:gd name="T69" fmla="*/ 24 h 92"/>
                  <a:gd name="T70" fmla="*/ 117 w 128"/>
                  <a:gd name="T71" fmla="*/ 28 h 92"/>
                  <a:gd name="T72" fmla="*/ 65 w 128"/>
                  <a:gd name="T73" fmla="*/ 4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8" h="92">
                    <a:moveTo>
                      <a:pt x="128" y="24"/>
                    </a:moveTo>
                    <a:cubicBezTo>
                      <a:pt x="128" y="18"/>
                      <a:pt x="124" y="14"/>
                      <a:pt x="119" y="1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6" y="0"/>
                      <a:pt x="65" y="0"/>
                      <a:pt x="64" y="0"/>
                    </a:cubicBezTo>
                    <a:cubicBezTo>
                      <a:pt x="63" y="0"/>
                      <a:pt x="62" y="0"/>
                      <a:pt x="61" y="0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4"/>
                      <a:pt x="0" y="18"/>
                      <a:pt x="0" y="24"/>
                    </a:cubicBezTo>
                    <a:cubicBezTo>
                      <a:pt x="0" y="30"/>
                      <a:pt x="4" y="34"/>
                      <a:pt x="9" y="36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83"/>
                      <a:pt x="32" y="92"/>
                      <a:pt x="64" y="92"/>
                    </a:cubicBezTo>
                    <a:cubicBezTo>
                      <a:pt x="96" y="92"/>
                      <a:pt x="108" y="83"/>
                      <a:pt x="108" y="72"/>
                    </a:cubicBezTo>
                    <a:cubicBezTo>
                      <a:pt x="108" y="38"/>
                      <a:pt x="108" y="38"/>
                      <a:pt x="108" y="38"/>
                    </a:cubicBezTo>
                    <a:cubicBezTo>
                      <a:pt x="119" y="36"/>
                      <a:pt x="119" y="36"/>
                      <a:pt x="119" y="36"/>
                    </a:cubicBezTo>
                    <a:cubicBezTo>
                      <a:pt x="124" y="34"/>
                      <a:pt x="128" y="30"/>
                      <a:pt x="128" y="24"/>
                    </a:cubicBezTo>
                    <a:close/>
                    <a:moveTo>
                      <a:pt x="100" y="72"/>
                    </a:moveTo>
                    <a:cubicBezTo>
                      <a:pt x="100" y="76"/>
                      <a:pt x="88" y="84"/>
                      <a:pt x="64" y="84"/>
                    </a:cubicBezTo>
                    <a:cubicBezTo>
                      <a:pt x="40" y="84"/>
                      <a:pt x="28" y="76"/>
                      <a:pt x="28" y="72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2" y="48"/>
                      <a:pt x="63" y="48"/>
                      <a:pt x="64" y="48"/>
                    </a:cubicBezTo>
                    <a:cubicBezTo>
                      <a:pt x="65" y="48"/>
                      <a:pt x="66" y="48"/>
                      <a:pt x="67" y="48"/>
                    </a:cubicBezTo>
                    <a:cubicBezTo>
                      <a:pt x="100" y="40"/>
                      <a:pt x="100" y="40"/>
                      <a:pt x="100" y="40"/>
                    </a:cubicBezTo>
                    <a:lnTo>
                      <a:pt x="100" y="72"/>
                    </a:lnTo>
                    <a:close/>
                    <a:moveTo>
                      <a:pt x="65" y="40"/>
                    </a:moveTo>
                    <a:cubicBezTo>
                      <a:pt x="65" y="40"/>
                      <a:pt x="64" y="40"/>
                      <a:pt x="64" y="40"/>
                    </a:cubicBezTo>
                    <a:cubicBezTo>
                      <a:pt x="64" y="40"/>
                      <a:pt x="63" y="40"/>
                      <a:pt x="63" y="4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9" y="27"/>
                      <a:pt x="8" y="26"/>
                      <a:pt x="8" y="24"/>
                    </a:cubicBezTo>
                    <a:cubicBezTo>
                      <a:pt x="8" y="22"/>
                      <a:pt x="9" y="21"/>
                      <a:pt x="11" y="20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3" y="8"/>
                      <a:pt x="64" y="8"/>
                      <a:pt x="64" y="8"/>
                    </a:cubicBezTo>
                    <a:cubicBezTo>
                      <a:pt x="64" y="8"/>
                      <a:pt x="65" y="8"/>
                      <a:pt x="65" y="8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19" y="21"/>
                      <a:pt x="120" y="22"/>
                      <a:pt x="120" y="24"/>
                    </a:cubicBezTo>
                    <a:cubicBezTo>
                      <a:pt x="120" y="26"/>
                      <a:pt x="119" y="27"/>
                      <a:pt x="117" y="28"/>
                    </a:cubicBezTo>
                    <a:lnTo>
                      <a:pt x="65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/>
                  </a:solidFill>
                  <a:latin typeface="Roboto condensed"/>
                  <a:ea typeface="+mn-ea"/>
                  <a:cs typeface="Roboto condensed"/>
                </a:endParaRPr>
              </a:p>
            </p:txBody>
          </p:sp>
          <p:sp>
            <p:nvSpPr>
              <p:cNvPr id="49" name="Freeform 151"/>
              <p:cNvSpPr/>
              <p:nvPr/>
            </p:nvSpPr>
            <p:spPr bwMode="auto">
              <a:xfrm>
                <a:off x="449263" y="150813"/>
                <a:ext cx="30163" cy="169862"/>
              </a:xfrm>
              <a:custGeom>
                <a:avLst/>
                <a:gdLst>
                  <a:gd name="T0" fmla="*/ 0 w 8"/>
                  <a:gd name="T1" fmla="*/ 4 h 44"/>
                  <a:gd name="T2" fmla="*/ 0 w 8"/>
                  <a:gd name="T3" fmla="*/ 40 h 44"/>
                  <a:gd name="T4" fmla="*/ 4 w 8"/>
                  <a:gd name="T5" fmla="*/ 44 h 44"/>
                  <a:gd name="T6" fmla="*/ 8 w 8"/>
                  <a:gd name="T7" fmla="*/ 40 h 44"/>
                  <a:gd name="T8" fmla="*/ 8 w 8"/>
                  <a:gd name="T9" fmla="*/ 4 h 44"/>
                  <a:gd name="T10" fmla="*/ 4 w 8"/>
                  <a:gd name="T11" fmla="*/ 0 h 44"/>
                  <a:gd name="T12" fmla="*/ 0 w 8"/>
                  <a:gd name="T13" fmla="*/ 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44">
                    <a:moveTo>
                      <a:pt x="0" y="4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6" y="44"/>
                      <a:pt x="8" y="42"/>
                      <a:pt x="8" y="4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/>
                  </a:solidFill>
                  <a:latin typeface="Roboto condensed"/>
                  <a:ea typeface="+mn-ea"/>
                  <a:cs typeface="Roboto condensed"/>
                </a:endParaRPr>
              </a:p>
            </p:txBody>
          </p:sp>
          <p:sp>
            <p:nvSpPr>
              <p:cNvPr id="50" name="Oval 152"/>
              <p:cNvSpPr>
                <a:spLocks noChangeArrowheads="1"/>
              </p:cNvSpPr>
              <p:nvPr/>
            </p:nvSpPr>
            <p:spPr bwMode="auto">
              <a:xfrm>
                <a:off x="433388" y="336550"/>
                <a:ext cx="61913" cy="920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solidFill>
                    <a:schemeClr val="bg1"/>
                  </a:solidFill>
                  <a:latin typeface="Roboto condensed"/>
                  <a:ea typeface="+mn-ea"/>
                  <a:cs typeface="Roboto condensed"/>
                </a:endParaRPr>
              </a:p>
            </p:txBody>
          </p:sp>
        </p:grpSp>
      </p:grpSp>
      <p:grpSp>
        <p:nvGrpSpPr>
          <p:cNvPr id="51" name="Group 39"/>
          <p:cNvGrpSpPr/>
          <p:nvPr/>
        </p:nvGrpSpPr>
        <p:grpSpPr>
          <a:xfrm>
            <a:off x="6239228" y="2763288"/>
            <a:ext cx="2305228" cy="912748"/>
            <a:chOff x="6474178" y="3500758"/>
            <a:chExt cx="2305228" cy="912748"/>
          </a:xfrm>
        </p:grpSpPr>
        <p:sp>
          <p:nvSpPr>
            <p:cNvPr id="52" name="TextBox 40"/>
            <p:cNvSpPr txBox="1"/>
            <p:nvPr/>
          </p:nvSpPr>
          <p:spPr>
            <a:xfrm>
              <a:off x="6876271" y="3500758"/>
              <a:ext cx="17421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1000" b="1" dirty="0" smtClean="0">
                  <a:solidFill>
                    <a:srgbClr val="E9344C"/>
                  </a:solidFill>
                  <a:latin typeface="方正兰亭黑简体" pitchFamily="2" charset="-122"/>
                  <a:ea typeface="方正兰亭黑简体" pitchFamily="2" charset="-122"/>
                </a:rPr>
                <a:t>小标题  </a:t>
              </a:r>
              <a:r>
                <a:rPr lang="en-US" altLang="zh-CN" sz="1000" b="1" dirty="0" smtClean="0">
                  <a:solidFill>
                    <a:srgbClr val="E9344C"/>
                  </a:solidFill>
                  <a:latin typeface="方正兰亭黑简体" pitchFamily="2" charset="-122"/>
                  <a:ea typeface="方正兰亭黑简体" pitchFamily="2" charset="-122"/>
                </a:rPr>
                <a:t>04</a:t>
              </a:r>
              <a:endParaRPr lang="id-ID" altLang="zh-CN" sz="1000" b="1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53" name="텍스트 개체 틀 2"/>
            <p:cNvSpPr txBox="1"/>
            <p:nvPr/>
          </p:nvSpPr>
          <p:spPr>
            <a:xfrm>
              <a:off x="6876271" y="3667006"/>
              <a:ext cx="1903135" cy="74650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000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Rockwel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50000"/>
                </a:lnSpc>
                <a:defRPr/>
              </a:pPr>
              <a:r>
                <a:rPr lang="zh-CN" altLang="en-US" sz="800" dirty="0">
                  <a:solidFill>
                    <a:srgbClr val="2A303C"/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您的内容打在这里，或者通过复制的文本后，在此选择粘贴，并选择只保留文字。</a:t>
              </a:r>
              <a:endParaRPr lang="id-ID" altLang="zh-CN" sz="800" dirty="0">
                <a:solidFill>
                  <a:srgbClr val="2A303C"/>
                </a:solidFill>
              </a:endParaRPr>
            </a:p>
          </p:txBody>
        </p:sp>
        <p:sp>
          <p:nvSpPr>
            <p:cNvPr id="54" name="Rounded Rectangle 42"/>
            <p:cNvSpPr/>
            <p:nvPr/>
          </p:nvSpPr>
          <p:spPr>
            <a:xfrm>
              <a:off x="6474178" y="3583307"/>
              <a:ext cx="356860" cy="356860"/>
            </a:xfrm>
            <a:prstGeom prst="roundRect">
              <a:avLst>
                <a:gd name="adj" fmla="val 50000"/>
              </a:avLst>
            </a:prstGeom>
            <a:solidFill>
              <a:srgbClr val="2A303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Roboto condensed"/>
                <a:cs typeface="Roboto condensed"/>
              </a:endParaRPr>
            </a:p>
          </p:txBody>
        </p:sp>
        <p:sp>
          <p:nvSpPr>
            <p:cNvPr id="55" name="Freeform 39"/>
            <p:cNvSpPr>
              <a:spLocks noEditPoints="1"/>
            </p:cNvSpPr>
            <p:nvPr/>
          </p:nvSpPr>
          <p:spPr bwMode="auto">
            <a:xfrm>
              <a:off x="6558457" y="3654306"/>
              <a:ext cx="198652" cy="198070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69" y="48"/>
                </a:cxn>
                <a:cxn ang="0">
                  <a:pos x="169" y="54"/>
                </a:cxn>
                <a:cxn ang="0">
                  <a:pos x="169" y="120"/>
                </a:cxn>
                <a:cxn ang="0">
                  <a:pos x="169" y="127"/>
                </a:cxn>
                <a:cxn ang="0">
                  <a:pos x="176" y="127"/>
                </a:cxn>
                <a:cxn ang="0">
                  <a:pos x="176" y="48"/>
                </a:cxn>
                <a:cxn ang="0">
                  <a:pos x="193" y="31"/>
                </a:cxn>
                <a:cxn ang="0">
                  <a:pos x="80" y="31"/>
                </a:cxn>
                <a:cxn ang="0">
                  <a:pos x="68" y="129"/>
                </a:cxn>
                <a:cxn ang="0">
                  <a:pos x="10" y="188"/>
                </a:cxn>
                <a:cxn ang="0">
                  <a:pos x="15" y="208"/>
                </a:cxn>
                <a:cxn ang="0">
                  <a:pos x="35" y="214"/>
                </a:cxn>
                <a:cxn ang="0">
                  <a:pos x="94" y="155"/>
                </a:cxn>
                <a:cxn ang="0">
                  <a:pos x="193" y="144"/>
                </a:cxn>
                <a:cxn ang="0">
                  <a:pos x="193" y="31"/>
                </a:cxn>
                <a:cxn ang="0">
                  <a:pos x="183" y="134"/>
                </a:cxn>
                <a:cxn ang="0">
                  <a:pos x="90" y="134"/>
                </a:cxn>
                <a:cxn ang="0">
                  <a:pos x="90" y="41"/>
                </a:cxn>
                <a:cxn ang="0">
                  <a:pos x="183" y="41"/>
                </a:cxn>
                <a:cxn ang="0">
                  <a:pos x="183" y="134"/>
                </a:cxn>
              </a:cxnLst>
              <a:rect l="0" t="0" r="r" b="b"/>
              <a:pathLst>
                <a:path w="224" h="223">
                  <a:moveTo>
                    <a:pt x="176" y="48"/>
                  </a:moveTo>
                  <a:cubicBezTo>
                    <a:pt x="174" y="46"/>
                    <a:pt x="171" y="46"/>
                    <a:pt x="169" y="48"/>
                  </a:cubicBezTo>
                  <a:cubicBezTo>
                    <a:pt x="167" y="50"/>
                    <a:pt x="167" y="53"/>
                    <a:pt x="169" y="54"/>
                  </a:cubicBezTo>
                  <a:cubicBezTo>
                    <a:pt x="187" y="73"/>
                    <a:pt x="187" y="102"/>
                    <a:pt x="169" y="120"/>
                  </a:cubicBezTo>
                  <a:cubicBezTo>
                    <a:pt x="167" y="122"/>
                    <a:pt x="167" y="125"/>
                    <a:pt x="169" y="127"/>
                  </a:cubicBezTo>
                  <a:cubicBezTo>
                    <a:pt x="171" y="129"/>
                    <a:pt x="174" y="129"/>
                    <a:pt x="176" y="127"/>
                  </a:cubicBezTo>
                  <a:cubicBezTo>
                    <a:pt x="197" y="105"/>
                    <a:pt x="197" y="70"/>
                    <a:pt x="176" y="48"/>
                  </a:cubicBezTo>
                  <a:close/>
                  <a:moveTo>
                    <a:pt x="193" y="31"/>
                  </a:moveTo>
                  <a:cubicBezTo>
                    <a:pt x="161" y="0"/>
                    <a:pt x="111" y="0"/>
                    <a:pt x="80" y="31"/>
                  </a:cubicBezTo>
                  <a:cubicBezTo>
                    <a:pt x="53" y="58"/>
                    <a:pt x="49" y="98"/>
                    <a:pt x="68" y="129"/>
                  </a:cubicBezTo>
                  <a:cubicBezTo>
                    <a:pt x="10" y="188"/>
                    <a:pt x="10" y="188"/>
                    <a:pt x="10" y="188"/>
                  </a:cubicBezTo>
                  <a:cubicBezTo>
                    <a:pt x="10" y="188"/>
                    <a:pt x="0" y="194"/>
                    <a:pt x="15" y="208"/>
                  </a:cubicBezTo>
                  <a:cubicBezTo>
                    <a:pt x="30" y="223"/>
                    <a:pt x="35" y="214"/>
                    <a:pt x="35" y="214"/>
                  </a:cubicBezTo>
                  <a:cubicBezTo>
                    <a:pt x="94" y="155"/>
                    <a:pt x="94" y="155"/>
                    <a:pt x="94" y="155"/>
                  </a:cubicBezTo>
                  <a:cubicBezTo>
                    <a:pt x="125" y="174"/>
                    <a:pt x="166" y="170"/>
                    <a:pt x="193" y="144"/>
                  </a:cubicBezTo>
                  <a:cubicBezTo>
                    <a:pt x="224" y="113"/>
                    <a:pt x="224" y="62"/>
                    <a:pt x="193" y="31"/>
                  </a:cubicBezTo>
                  <a:close/>
                  <a:moveTo>
                    <a:pt x="183" y="134"/>
                  </a:moveTo>
                  <a:cubicBezTo>
                    <a:pt x="157" y="160"/>
                    <a:pt x="115" y="160"/>
                    <a:pt x="90" y="134"/>
                  </a:cubicBezTo>
                  <a:cubicBezTo>
                    <a:pt x="64" y="108"/>
                    <a:pt x="64" y="67"/>
                    <a:pt x="90" y="41"/>
                  </a:cubicBezTo>
                  <a:cubicBezTo>
                    <a:pt x="115" y="15"/>
                    <a:pt x="157" y="15"/>
                    <a:pt x="183" y="41"/>
                  </a:cubicBezTo>
                  <a:cubicBezTo>
                    <a:pt x="208" y="67"/>
                    <a:pt x="208" y="108"/>
                    <a:pt x="183" y="13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>
                <a:solidFill>
                  <a:schemeClr val="bg1"/>
                </a:solidFill>
                <a:latin typeface="Roboto condensed"/>
                <a:cs typeface="Roboto condensed"/>
              </a:endParaRPr>
            </a:p>
          </p:txBody>
        </p:sp>
      </p:grpSp>
      <p:cxnSp>
        <p:nvCxnSpPr>
          <p:cNvPr id="56" name="Straight Connector 44"/>
          <p:cNvCxnSpPr/>
          <p:nvPr/>
        </p:nvCxnSpPr>
        <p:spPr>
          <a:xfrm>
            <a:off x="5713343" y="3022209"/>
            <a:ext cx="494135" cy="2058"/>
          </a:xfrm>
          <a:prstGeom prst="line">
            <a:avLst/>
          </a:prstGeom>
          <a:ln>
            <a:solidFill>
              <a:srgbClr val="2A303C"/>
            </a:solidFill>
            <a:prstDash val="sysDash"/>
            <a:headEnd type="oval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45"/>
          <p:cNvCxnSpPr/>
          <p:nvPr/>
        </p:nvCxnSpPr>
        <p:spPr>
          <a:xfrm>
            <a:off x="5713343" y="1758656"/>
            <a:ext cx="494135" cy="2058"/>
          </a:xfrm>
          <a:prstGeom prst="line">
            <a:avLst/>
          </a:prstGeom>
          <a:ln>
            <a:solidFill>
              <a:schemeClr val="bg1"/>
            </a:solidFill>
            <a:prstDash val="sysDash"/>
            <a:headEnd type="oval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46"/>
          <p:cNvCxnSpPr/>
          <p:nvPr/>
        </p:nvCxnSpPr>
        <p:spPr>
          <a:xfrm flipH="1">
            <a:off x="2898422" y="3673978"/>
            <a:ext cx="494135" cy="2058"/>
          </a:xfrm>
          <a:prstGeom prst="line">
            <a:avLst/>
          </a:prstGeom>
          <a:ln>
            <a:solidFill>
              <a:srgbClr val="2A303C"/>
            </a:solidFill>
            <a:prstDash val="sysDash"/>
            <a:headEnd type="oval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47"/>
          <p:cNvCxnSpPr/>
          <p:nvPr/>
        </p:nvCxnSpPr>
        <p:spPr>
          <a:xfrm flipH="1">
            <a:off x="2898422" y="2410425"/>
            <a:ext cx="494135" cy="2058"/>
          </a:xfrm>
          <a:prstGeom prst="line">
            <a:avLst/>
          </a:prstGeom>
          <a:ln>
            <a:solidFill>
              <a:srgbClr val="2A303C"/>
            </a:solidFill>
            <a:prstDash val="sysDash"/>
            <a:headEnd type="oval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主要贡献与创新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剪去同侧角的矩形 61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14:gallery dir="l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3268663" y="1400448"/>
            <a:ext cx="2527300" cy="2265362"/>
            <a:chOff x="3268663" y="1400448"/>
            <a:chExt cx="2527300" cy="2265362"/>
          </a:xfrm>
        </p:grpSpPr>
        <p:sp>
          <p:nvSpPr>
            <p:cNvPr id="4" name="Isosceles Triangle 1"/>
            <p:cNvSpPr/>
            <p:nvPr/>
          </p:nvSpPr>
          <p:spPr>
            <a:xfrm>
              <a:off x="3995738" y="2121173"/>
              <a:ext cx="1152525" cy="992187"/>
            </a:xfrm>
            <a:prstGeom prst="triangle">
              <a:avLst/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" name="Oval 2"/>
            <p:cNvSpPr/>
            <p:nvPr/>
          </p:nvSpPr>
          <p:spPr>
            <a:xfrm>
              <a:off x="4067175" y="1400448"/>
              <a:ext cx="1009650" cy="1008062"/>
            </a:xfrm>
            <a:prstGeom prst="ellipse">
              <a:avLst/>
            </a:prstGeom>
            <a:solidFill>
              <a:srgbClr val="2A303C"/>
            </a:solidFill>
            <a:ln w="38100">
              <a:solidFill>
                <a:srgbClr val="E934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Oval 29"/>
            <p:cNvSpPr/>
            <p:nvPr/>
          </p:nvSpPr>
          <p:spPr>
            <a:xfrm>
              <a:off x="4787900" y="2657748"/>
              <a:ext cx="1008063" cy="1008062"/>
            </a:xfrm>
            <a:prstGeom prst="ellipse">
              <a:avLst/>
            </a:prstGeom>
            <a:solidFill>
              <a:srgbClr val="2A303C"/>
            </a:solidFill>
            <a:ln w="38100">
              <a:solidFill>
                <a:srgbClr val="E934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" name="Oval 31"/>
            <p:cNvSpPr/>
            <p:nvPr/>
          </p:nvSpPr>
          <p:spPr>
            <a:xfrm>
              <a:off x="3268663" y="2657748"/>
              <a:ext cx="1008062" cy="1008062"/>
            </a:xfrm>
            <a:prstGeom prst="ellipse">
              <a:avLst/>
            </a:prstGeom>
            <a:solidFill>
              <a:srgbClr val="2A303C"/>
            </a:solidFill>
            <a:ln w="38100">
              <a:solidFill>
                <a:srgbClr val="E934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9" name="Rectangle 52"/>
          <p:cNvSpPr>
            <a:spLocks noChangeArrowheads="1"/>
          </p:cNvSpPr>
          <p:nvPr/>
        </p:nvSpPr>
        <p:spPr bwMode="auto">
          <a:xfrm>
            <a:off x="6148388" y="1083860"/>
            <a:ext cx="1808162" cy="3303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64"/>
          <p:cNvSpPr>
            <a:spLocks noChangeArrowheads="1"/>
          </p:cNvSpPr>
          <p:nvPr/>
        </p:nvSpPr>
        <p:spPr bwMode="auto">
          <a:xfrm>
            <a:off x="1187450" y="1126722"/>
            <a:ext cx="1808163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选题背景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1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1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2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2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2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2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剪去同侧角的矩形 30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:blinds dir="vert"/>
      </p:transition>
    </mc:Choice>
    <mc:Fallback>
      <p:transition spd="slow" advTm="5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build="allAtOnce"/>
      <p:bldP spid="11" grpI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研究意义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1" name="Rectangle 3"/>
          <p:cNvSpPr/>
          <p:nvPr/>
        </p:nvSpPr>
        <p:spPr>
          <a:xfrm>
            <a:off x="778770" y="1216844"/>
            <a:ext cx="1788552" cy="2468165"/>
          </a:xfrm>
          <a:prstGeom prst="rect">
            <a:avLst/>
          </a:prstGeom>
          <a:solidFill>
            <a:srgbClr val="E9344C"/>
          </a:solidFill>
          <a:ln w="31750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4530"/>
            <a:endParaRPr lang="zh-CN" altLang="zh-CN" sz="1800">
              <a:solidFill>
                <a:srgbClr val="FFFFFF"/>
              </a:solidFill>
            </a:endParaRPr>
          </a:p>
        </p:txBody>
      </p:sp>
      <p:sp>
        <p:nvSpPr>
          <p:cNvPr id="22" name="Rectangle 4"/>
          <p:cNvSpPr/>
          <p:nvPr/>
        </p:nvSpPr>
        <p:spPr>
          <a:xfrm>
            <a:off x="2699499" y="1216844"/>
            <a:ext cx="1787360" cy="2468165"/>
          </a:xfrm>
          <a:prstGeom prst="rect">
            <a:avLst/>
          </a:prstGeom>
          <a:solidFill>
            <a:srgbClr val="2A303C"/>
          </a:solidFill>
          <a:ln w="31750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4530"/>
            <a:endParaRPr lang="zh-CN" altLang="zh-CN" sz="1800">
              <a:solidFill>
                <a:srgbClr val="FFFFFF"/>
              </a:solidFill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4629753" y="1216844"/>
            <a:ext cx="1787361" cy="2468165"/>
          </a:xfrm>
          <a:prstGeom prst="rect">
            <a:avLst/>
          </a:prstGeom>
          <a:solidFill>
            <a:srgbClr val="E9344C"/>
          </a:solidFill>
          <a:ln w="31750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4530"/>
            <a:endParaRPr lang="zh-CN" altLang="zh-CN" sz="1800">
              <a:solidFill>
                <a:srgbClr val="FFFFFF"/>
              </a:solidFill>
            </a:endParaRPr>
          </a:p>
        </p:txBody>
      </p:sp>
      <p:sp>
        <p:nvSpPr>
          <p:cNvPr id="24" name="Rectangle 6"/>
          <p:cNvSpPr/>
          <p:nvPr/>
        </p:nvSpPr>
        <p:spPr>
          <a:xfrm>
            <a:off x="6577869" y="1216844"/>
            <a:ext cx="1788552" cy="2468165"/>
          </a:xfrm>
          <a:prstGeom prst="rect">
            <a:avLst/>
          </a:prstGeom>
          <a:solidFill>
            <a:srgbClr val="2A303C"/>
          </a:solidFill>
          <a:ln w="31750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4530"/>
            <a:endParaRPr lang="zh-CN" altLang="zh-CN" sz="1800">
              <a:solidFill>
                <a:srgbClr val="FFFFFF"/>
              </a:solidFill>
            </a:endParaRPr>
          </a:p>
        </p:txBody>
      </p:sp>
      <p:pic>
        <p:nvPicPr>
          <p:cNvPr id="25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876" y="1235894"/>
            <a:ext cx="1740920" cy="1739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1"/>
          <p:cNvSpPr txBox="1">
            <a:spLocks noChangeArrowheads="1"/>
          </p:cNvSpPr>
          <p:nvPr/>
        </p:nvSpPr>
        <p:spPr bwMode="auto">
          <a:xfrm>
            <a:off x="975964" y="3096537"/>
            <a:ext cx="1369606" cy="31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600" dirty="0" smtClean="0">
                <a:solidFill>
                  <a:srgbClr val="2A303C"/>
                </a:solidFill>
                <a:latin typeface="方正兰亭中黑_GBK" pitchFamily="2" charset="-122"/>
                <a:ea typeface="方正兰亭中黑_GBK" pitchFamily="2" charset="-122"/>
              </a:rPr>
              <a:t>点击添加标题</a:t>
            </a:r>
            <a:endParaRPr lang="zh-CN" altLang="en-US" sz="1600" dirty="0">
              <a:solidFill>
                <a:srgbClr val="2A303C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27" name="TextBox 57"/>
          <p:cNvSpPr txBox="1"/>
          <p:nvPr/>
        </p:nvSpPr>
        <p:spPr>
          <a:xfrm>
            <a:off x="2896194" y="3096537"/>
            <a:ext cx="1369606" cy="31547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  <a:latin typeface="方正兰亭中黑_GBK" pitchFamily="2" charset="-122"/>
                <a:ea typeface="方正兰亭中黑_GBK" pitchFamily="2" charset="-122"/>
              </a:rPr>
              <a:t>点击添加标题</a:t>
            </a:r>
            <a:endParaRPr lang="zh-CN" altLang="en-US" sz="1600" dirty="0">
              <a:solidFill>
                <a:schemeClr val="bg1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28" name="TextBox 58"/>
          <p:cNvSpPr txBox="1">
            <a:spLocks noChangeArrowheads="1"/>
          </p:cNvSpPr>
          <p:nvPr/>
        </p:nvSpPr>
        <p:spPr bwMode="auto">
          <a:xfrm>
            <a:off x="4835058" y="3096537"/>
            <a:ext cx="1369606" cy="31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600" dirty="0" smtClean="0">
                <a:solidFill>
                  <a:srgbClr val="2A303C"/>
                </a:solidFill>
                <a:latin typeface="方正兰亭中黑_GBK" pitchFamily="2" charset="-122"/>
                <a:ea typeface="方正兰亭中黑_GBK" pitchFamily="2" charset="-122"/>
              </a:rPr>
              <a:t>点击添加标题</a:t>
            </a:r>
            <a:endParaRPr lang="zh-CN" altLang="en-US" sz="1600" dirty="0">
              <a:solidFill>
                <a:srgbClr val="2A303C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29" name="TextBox 59"/>
          <p:cNvSpPr txBox="1"/>
          <p:nvPr/>
        </p:nvSpPr>
        <p:spPr>
          <a:xfrm>
            <a:off x="6808883" y="3096537"/>
            <a:ext cx="1369606" cy="31547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  <a:latin typeface="方正兰亭中黑_GBK" pitchFamily="2" charset="-122"/>
                <a:ea typeface="方正兰亭中黑_GBK" pitchFamily="2" charset="-122"/>
              </a:rPr>
              <a:t>点击添加标题</a:t>
            </a:r>
            <a:endParaRPr lang="zh-CN" altLang="en-US" sz="1600" dirty="0">
              <a:solidFill>
                <a:schemeClr val="bg1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30" name="TextBox 63"/>
          <p:cNvSpPr txBox="1"/>
          <p:nvPr/>
        </p:nvSpPr>
        <p:spPr>
          <a:xfrm>
            <a:off x="1215550" y="3370283"/>
            <a:ext cx="856645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800" dirty="0" smtClean="0">
                <a:solidFill>
                  <a:srgbClr val="2A303C"/>
                </a:solidFill>
                <a:latin typeface="PT Sans" panose="020B0503020203020204" pitchFamily="34" charset="0"/>
              </a:rPr>
              <a:t>点击添加小标题</a:t>
            </a:r>
            <a:endParaRPr lang="id-ID" sz="800" dirty="0">
              <a:solidFill>
                <a:srgbClr val="2A303C"/>
              </a:solidFill>
              <a:latin typeface="PT Sans" panose="020B0503020203020204" pitchFamily="34" charset="0"/>
            </a:endParaRPr>
          </a:p>
        </p:txBody>
      </p:sp>
      <p:sp>
        <p:nvSpPr>
          <p:cNvPr id="31" name="TextBox 64"/>
          <p:cNvSpPr txBox="1"/>
          <p:nvPr/>
        </p:nvSpPr>
        <p:spPr>
          <a:xfrm>
            <a:off x="3160689" y="3370283"/>
            <a:ext cx="856645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800" dirty="0">
                <a:solidFill>
                  <a:schemeClr val="bg1"/>
                </a:solidFill>
                <a:latin typeface="PT Sans" panose="020B0503020203020204" pitchFamily="34" charset="0"/>
              </a:rPr>
              <a:t>点击添加小标题</a:t>
            </a:r>
            <a:endParaRPr lang="id-ID" altLang="zh-CN" sz="800" dirty="0">
              <a:solidFill>
                <a:schemeClr val="bg1"/>
              </a:solidFill>
              <a:latin typeface="PT Sans" panose="020B0503020203020204" pitchFamily="34" charset="0"/>
            </a:endParaRPr>
          </a:p>
        </p:txBody>
      </p:sp>
      <p:sp>
        <p:nvSpPr>
          <p:cNvPr id="32" name="TextBox 67"/>
          <p:cNvSpPr txBox="1"/>
          <p:nvPr/>
        </p:nvSpPr>
        <p:spPr>
          <a:xfrm>
            <a:off x="5095111" y="3370283"/>
            <a:ext cx="856645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800" dirty="0">
                <a:solidFill>
                  <a:srgbClr val="2A303C"/>
                </a:solidFill>
                <a:latin typeface="PT Sans" panose="020B0503020203020204" pitchFamily="34" charset="0"/>
              </a:rPr>
              <a:t>点击添加小标题</a:t>
            </a:r>
            <a:endParaRPr lang="id-ID" altLang="zh-CN" sz="800" dirty="0">
              <a:solidFill>
                <a:srgbClr val="2A303C"/>
              </a:solidFill>
              <a:latin typeface="PT Sans" panose="020B0503020203020204" pitchFamily="34" charset="0"/>
            </a:endParaRPr>
          </a:p>
        </p:txBody>
      </p:sp>
      <p:sp>
        <p:nvSpPr>
          <p:cNvPr id="33" name="TextBox 68"/>
          <p:cNvSpPr txBox="1"/>
          <p:nvPr/>
        </p:nvSpPr>
        <p:spPr>
          <a:xfrm>
            <a:off x="7043823" y="3370283"/>
            <a:ext cx="856645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800" dirty="0">
                <a:solidFill>
                  <a:schemeClr val="bg1"/>
                </a:solidFill>
                <a:latin typeface="PT Sans" panose="020B0503020203020204" pitchFamily="34" charset="0"/>
              </a:rPr>
              <a:t>点击添加小标题</a:t>
            </a:r>
            <a:endParaRPr lang="id-ID" altLang="zh-CN" sz="800" dirty="0">
              <a:solidFill>
                <a:schemeClr val="bg1"/>
              </a:solidFill>
              <a:latin typeface="PT Sans" panose="020B0503020203020204" pitchFamily="34" charset="0"/>
            </a:endParaRPr>
          </a:p>
        </p:txBody>
      </p:sp>
      <p:cxnSp>
        <p:nvCxnSpPr>
          <p:cNvPr id="34" name="Straight Connector 16"/>
          <p:cNvCxnSpPr/>
          <p:nvPr/>
        </p:nvCxnSpPr>
        <p:spPr>
          <a:xfrm>
            <a:off x="1498001" y="3576662"/>
            <a:ext cx="258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17"/>
          <p:cNvCxnSpPr/>
          <p:nvPr/>
        </p:nvCxnSpPr>
        <p:spPr>
          <a:xfrm>
            <a:off x="3468743" y="3576662"/>
            <a:ext cx="25720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18"/>
          <p:cNvCxnSpPr/>
          <p:nvPr/>
        </p:nvCxnSpPr>
        <p:spPr>
          <a:xfrm>
            <a:off x="5398997" y="3576662"/>
            <a:ext cx="25720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19"/>
          <p:cNvCxnSpPr/>
          <p:nvPr/>
        </p:nvCxnSpPr>
        <p:spPr>
          <a:xfrm>
            <a:off x="7313771" y="3576662"/>
            <a:ext cx="258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9997" y="1235894"/>
            <a:ext cx="1739729" cy="1739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5696" y="1235894"/>
            <a:ext cx="1739729" cy="1739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586" y="1235894"/>
            <a:ext cx="1740920" cy="1739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76"/>
          <p:cNvSpPr txBox="1"/>
          <p:nvPr/>
        </p:nvSpPr>
        <p:spPr>
          <a:xfrm>
            <a:off x="778770" y="3789352"/>
            <a:ext cx="1764736" cy="4385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defTabSz="684530"/>
            <a:r>
              <a:rPr lang="zh-CN" altLang="en-US" sz="800" dirty="0" smtClean="0">
                <a:solidFill>
                  <a:srgbClr val="E9344C"/>
                </a:solidFill>
              </a:rPr>
              <a:t>您的内容打在这里，或者通过复制的文本后，在此选择粘贴，并选择只保留文字。</a:t>
            </a:r>
            <a:endParaRPr lang="zh-CN" altLang="en-US" sz="800" dirty="0">
              <a:solidFill>
                <a:srgbClr val="E9344C"/>
              </a:solidFill>
            </a:endParaRPr>
          </a:p>
        </p:txBody>
      </p:sp>
      <p:sp>
        <p:nvSpPr>
          <p:cNvPr id="42" name="TextBox 77"/>
          <p:cNvSpPr txBox="1"/>
          <p:nvPr/>
        </p:nvSpPr>
        <p:spPr>
          <a:xfrm>
            <a:off x="2699499" y="3777878"/>
            <a:ext cx="1765926" cy="45005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defTabSz="684530"/>
            <a:r>
              <a:rPr lang="zh-CN" altLang="en-US" sz="800" dirty="0" smtClean="0">
                <a:solidFill>
                  <a:srgbClr val="E9344C"/>
                </a:solidFill>
              </a:rPr>
              <a:t>您的内容打在这里，或者通过复制的文本后，在此选择粘贴，并选择只保留文字</a:t>
            </a:r>
            <a:endParaRPr lang="en-US" sz="800" b="1" dirty="0">
              <a:solidFill>
                <a:srgbClr val="E9344C"/>
              </a:solidFill>
              <a:latin typeface="Signika Negative"/>
            </a:endParaRPr>
          </a:p>
        </p:txBody>
      </p:sp>
      <p:sp>
        <p:nvSpPr>
          <p:cNvPr id="43" name="TextBox 78"/>
          <p:cNvSpPr txBox="1"/>
          <p:nvPr/>
        </p:nvSpPr>
        <p:spPr>
          <a:xfrm>
            <a:off x="4649996" y="3777878"/>
            <a:ext cx="1739729" cy="45005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4530"/>
            <a:r>
              <a:rPr lang="zh-CN" altLang="en-US" sz="800" dirty="0" smtClean="0">
                <a:solidFill>
                  <a:srgbClr val="E9344C"/>
                </a:solidFill>
              </a:rPr>
              <a:t>您的内容打在这里，或者通过复制的文本后，在此选择粘贴，并选择只保留文字</a:t>
            </a:r>
            <a:endParaRPr lang="en-US" sz="800" b="1" dirty="0">
              <a:solidFill>
                <a:srgbClr val="E9344C"/>
              </a:solidFill>
              <a:latin typeface="Signika Negative"/>
            </a:endParaRPr>
          </a:p>
        </p:txBody>
      </p:sp>
      <p:sp>
        <p:nvSpPr>
          <p:cNvPr id="44" name="TextBox 79"/>
          <p:cNvSpPr txBox="1"/>
          <p:nvPr/>
        </p:nvSpPr>
        <p:spPr>
          <a:xfrm>
            <a:off x="6602876" y="3777878"/>
            <a:ext cx="1740920" cy="45005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4530"/>
            <a:r>
              <a:rPr lang="zh-CN" altLang="en-US" sz="800" dirty="0" smtClean="0">
                <a:solidFill>
                  <a:srgbClr val="E9344C"/>
                </a:solidFill>
              </a:rPr>
              <a:t>您的内容打在这里，或者通过复制的文本后，在此选择粘贴，并选择只保留文字</a:t>
            </a:r>
            <a:endParaRPr lang="en-US" sz="800" b="1" dirty="0">
              <a:solidFill>
                <a:srgbClr val="E9344C"/>
              </a:solidFill>
              <a:latin typeface="Signika Negative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9592" y="1395784"/>
            <a:ext cx="1512168" cy="16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/>
            <a:endParaRPr lang="zh-CN" altLang="en-US" sz="11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24913" y="1395783"/>
            <a:ext cx="1512168" cy="16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/>
            <a:endParaRPr lang="zh-CN" altLang="en-US" sz="11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63776" y="1409699"/>
            <a:ext cx="1512168" cy="16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/>
            <a:endParaRPr lang="zh-CN" altLang="en-US" sz="11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17252" y="1409699"/>
            <a:ext cx="1512168" cy="16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/>
            <a:endParaRPr lang="zh-CN" altLang="en-US" sz="1100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:blinds dir="vert"/>
      </p:transition>
    </mc:Choice>
    <mc:Fallback>
      <p:transition spd="slow" advTm="5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1" grpId="0" animBg="1"/>
      <p:bldP spid="22" grpId="0" animBg="1"/>
      <p:bldP spid="23" grpId="0" animBg="1"/>
      <p:bldP spid="24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研究思路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1" name="Oval 3"/>
          <p:cNvSpPr/>
          <p:nvPr/>
        </p:nvSpPr>
        <p:spPr>
          <a:xfrm>
            <a:off x="3740150" y="1919288"/>
            <a:ext cx="1625600" cy="1633537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2" name="Oval 4"/>
          <p:cNvSpPr/>
          <p:nvPr/>
        </p:nvSpPr>
        <p:spPr>
          <a:xfrm>
            <a:off x="5156200" y="1414463"/>
            <a:ext cx="733425" cy="738187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3" name="Oval 5"/>
          <p:cNvSpPr/>
          <p:nvPr/>
        </p:nvSpPr>
        <p:spPr>
          <a:xfrm>
            <a:off x="4186238" y="1046163"/>
            <a:ext cx="733425" cy="736600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4" name="Oval 6"/>
          <p:cNvSpPr/>
          <p:nvPr/>
        </p:nvSpPr>
        <p:spPr>
          <a:xfrm>
            <a:off x="4186238" y="3657600"/>
            <a:ext cx="733425" cy="738188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5" name="Oval 7"/>
          <p:cNvSpPr/>
          <p:nvPr/>
        </p:nvSpPr>
        <p:spPr>
          <a:xfrm>
            <a:off x="3230563" y="3298825"/>
            <a:ext cx="733425" cy="738188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6" name="Oval 8"/>
          <p:cNvSpPr/>
          <p:nvPr/>
        </p:nvSpPr>
        <p:spPr>
          <a:xfrm>
            <a:off x="5518150" y="2366963"/>
            <a:ext cx="733425" cy="738187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7" name="Oval 9"/>
          <p:cNvSpPr/>
          <p:nvPr/>
        </p:nvSpPr>
        <p:spPr>
          <a:xfrm>
            <a:off x="2898775" y="2366963"/>
            <a:ext cx="733425" cy="738187"/>
          </a:xfrm>
          <a:prstGeom prst="ellipse">
            <a:avLst/>
          </a:prstGeom>
          <a:solidFill>
            <a:srgbClr val="E9344C"/>
          </a:solidFill>
          <a:ln>
            <a:solidFill>
              <a:srgbClr val="E9344C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8" name="Oval 10"/>
          <p:cNvSpPr/>
          <p:nvPr/>
        </p:nvSpPr>
        <p:spPr>
          <a:xfrm>
            <a:off x="3227388" y="1427163"/>
            <a:ext cx="733425" cy="736600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9" name="Oval 11"/>
          <p:cNvSpPr/>
          <p:nvPr/>
        </p:nvSpPr>
        <p:spPr>
          <a:xfrm>
            <a:off x="5156200" y="3298825"/>
            <a:ext cx="733425" cy="738188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cxnSp>
        <p:nvCxnSpPr>
          <p:cNvPr id="30" name="Straight Connector 25"/>
          <p:cNvCxnSpPr>
            <a:stCxn id="21" idx="0"/>
            <a:endCxn id="23" idx="4"/>
          </p:cNvCxnSpPr>
          <p:nvPr/>
        </p:nvCxnSpPr>
        <p:spPr>
          <a:xfrm flipV="1">
            <a:off x="4552950" y="1782763"/>
            <a:ext cx="0" cy="136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7"/>
          <p:cNvCxnSpPr>
            <a:stCxn id="21" idx="7"/>
            <a:endCxn id="22" idx="3"/>
          </p:cNvCxnSpPr>
          <p:nvPr/>
        </p:nvCxnSpPr>
        <p:spPr>
          <a:xfrm flipV="1">
            <a:off x="5127625" y="2044700"/>
            <a:ext cx="134938" cy="114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29"/>
          <p:cNvCxnSpPr>
            <a:stCxn id="21" idx="1"/>
            <a:endCxn id="28" idx="5"/>
          </p:cNvCxnSpPr>
          <p:nvPr/>
        </p:nvCxnSpPr>
        <p:spPr>
          <a:xfrm flipH="1" flipV="1">
            <a:off x="3852863" y="2055813"/>
            <a:ext cx="125412" cy="1031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1" idx="2"/>
            <a:endCxn id="27" idx="6"/>
          </p:cNvCxnSpPr>
          <p:nvPr/>
        </p:nvCxnSpPr>
        <p:spPr>
          <a:xfrm flipH="1">
            <a:off x="3632200" y="2736850"/>
            <a:ext cx="1079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4"/>
          <p:cNvCxnSpPr>
            <a:stCxn id="21" idx="6"/>
            <a:endCxn id="26" idx="2"/>
          </p:cNvCxnSpPr>
          <p:nvPr/>
        </p:nvCxnSpPr>
        <p:spPr>
          <a:xfrm>
            <a:off x="5365750" y="273685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6"/>
          <p:cNvCxnSpPr>
            <a:stCxn id="21" idx="4"/>
            <a:endCxn id="24" idx="0"/>
          </p:cNvCxnSpPr>
          <p:nvPr/>
        </p:nvCxnSpPr>
        <p:spPr>
          <a:xfrm>
            <a:off x="4552950" y="3552825"/>
            <a:ext cx="0" cy="104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8"/>
          <p:cNvCxnSpPr>
            <a:stCxn id="21" idx="3"/>
            <a:endCxn id="25" idx="7"/>
          </p:cNvCxnSpPr>
          <p:nvPr/>
        </p:nvCxnSpPr>
        <p:spPr>
          <a:xfrm flipH="1">
            <a:off x="3857625" y="3314700"/>
            <a:ext cx="120650" cy="920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0"/>
          <p:cNvCxnSpPr>
            <a:stCxn id="21" idx="5"/>
            <a:endCxn id="29" idx="1"/>
          </p:cNvCxnSpPr>
          <p:nvPr/>
        </p:nvCxnSpPr>
        <p:spPr>
          <a:xfrm>
            <a:off x="5127625" y="3314700"/>
            <a:ext cx="134938" cy="920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0"/>
          <p:cNvSpPr txBox="1">
            <a:spLocks noChangeArrowheads="1"/>
          </p:cNvSpPr>
          <p:nvPr/>
        </p:nvSpPr>
        <p:spPr bwMode="auto">
          <a:xfrm>
            <a:off x="6994525" y="1373188"/>
            <a:ext cx="1698625" cy="6937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>
              <a:defRPr/>
            </a:pPr>
            <a:r>
              <a:rPr lang="zh-CN" altLang="en-US" sz="900" dirty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/>
          </a:p>
        </p:txBody>
      </p: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7069138" y="2986088"/>
            <a:ext cx="1698625" cy="692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>
              <a:defRPr/>
            </a:pPr>
            <a:r>
              <a:rPr lang="zh-CN" altLang="en-US" sz="900" dirty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/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7216775" y="2170113"/>
            <a:ext cx="1698625" cy="692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>
              <a:defRPr/>
            </a:pPr>
            <a:r>
              <a:rPr lang="zh-CN" altLang="en-US" sz="900" dirty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/>
          </a:p>
        </p:txBody>
      </p:sp>
      <p:cxnSp>
        <p:nvCxnSpPr>
          <p:cNvPr id="44" name="Elbow Connector 59"/>
          <p:cNvCxnSpPr>
            <a:stCxn id="29" idx="6"/>
          </p:cNvCxnSpPr>
          <p:nvPr/>
        </p:nvCxnSpPr>
        <p:spPr>
          <a:xfrm flipV="1">
            <a:off x="5889625" y="3367088"/>
            <a:ext cx="1074738" cy="300037"/>
          </a:xfrm>
          <a:prstGeom prst="bentConnector3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60"/>
          <p:cNvCxnSpPr/>
          <p:nvPr/>
        </p:nvCxnSpPr>
        <p:spPr>
          <a:xfrm>
            <a:off x="6970713" y="3138488"/>
            <a:ext cx="0" cy="514350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2"/>
          <p:cNvCxnSpPr>
            <a:stCxn id="26" idx="6"/>
          </p:cNvCxnSpPr>
          <p:nvPr/>
        </p:nvCxnSpPr>
        <p:spPr>
          <a:xfrm flipV="1">
            <a:off x="6251575" y="2551113"/>
            <a:ext cx="866775" cy="185737"/>
          </a:xfrm>
          <a:prstGeom prst="bentConnector3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63"/>
          <p:cNvCxnSpPr/>
          <p:nvPr/>
        </p:nvCxnSpPr>
        <p:spPr>
          <a:xfrm>
            <a:off x="7118350" y="2330450"/>
            <a:ext cx="0" cy="514350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66"/>
          <p:cNvCxnSpPr/>
          <p:nvPr/>
        </p:nvCxnSpPr>
        <p:spPr>
          <a:xfrm>
            <a:off x="6932613" y="1492250"/>
            <a:ext cx="0" cy="514350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68"/>
          <p:cNvCxnSpPr>
            <a:stCxn id="22" idx="6"/>
          </p:cNvCxnSpPr>
          <p:nvPr/>
        </p:nvCxnSpPr>
        <p:spPr>
          <a:xfrm>
            <a:off x="5889625" y="1782763"/>
            <a:ext cx="1042988" cy="12700"/>
          </a:xfrm>
          <a:prstGeom prst="line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896938" y="828675"/>
            <a:ext cx="1693862" cy="6924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algn="r">
              <a:defRPr/>
            </a:pPr>
            <a:r>
              <a:rPr lang="zh-CN" altLang="en-US" sz="900" dirty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</a:t>
            </a:r>
            <a:r>
              <a:rPr lang="zh-CN" altLang="en-US" sz="900" dirty="0" smtClean="0">
                <a:latin typeface="方正兰亭黑简体" pitchFamily="2" charset="-122"/>
                <a:ea typeface="方正兰亭黑简体" pitchFamily="2" charset="-122"/>
              </a:rPr>
              <a:t>粘贴</a:t>
            </a:r>
            <a:endParaRPr lang="en-US" altLang="zh-CN" sz="900" dirty="0"/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600075" y="3282950"/>
            <a:ext cx="1693863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algn="r"/>
            <a:r>
              <a:rPr lang="zh-CN" altLang="en-US" sz="9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 smtClean="0"/>
          </a:p>
          <a:p>
            <a:pPr algn="r"/>
            <a:r>
              <a:rPr lang="en-US" altLang="zh-CN" sz="900" dirty="0" smtClean="0">
                <a:solidFill>
                  <a:schemeClr val="bg1"/>
                </a:solidFill>
                <a:latin typeface="Open Sans" pitchFamily="34" charset="0"/>
              </a:rPr>
              <a:t>,</a:t>
            </a:r>
            <a:endParaRPr lang="en-US" altLang="zh-CN" sz="900" dirty="0">
              <a:solidFill>
                <a:schemeClr val="bg1"/>
              </a:solidFill>
              <a:latin typeface="Open Sans" pitchFamily="34" charset="0"/>
            </a:endParaRPr>
          </a:p>
        </p:txBody>
      </p:sp>
      <p:sp>
        <p:nvSpPr>
          <p:cNvPr id="52" name="Text Box 10"/>
          <p:cNvSpPr txBox="1">
            <a:spLocks noChangeArrowheads="1"/>
          </p:cNvSpPr>
          <p:nvPr/>
        </p:nvSpPr>
        <p:spPr bwMode="auto">
          <a:xfrm>
            <a:off x="228600" y="2466975"/>
            <a:ext cx="1693863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algn="r"/>
            <a:r>
              <a:rPr lang="zh-CN" altLang="en-US" sz="9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 smtClean="0"/>
          </a:p>
          <a:p>
            <a:pPr algn="r"/>
            <a:r>
              <a:rPr lang="en-US" altLang="zh-CN" sz="900" dirty="0" smtClean="0">
                <a:solidFill>
                  <a:srgbClr val="A6A6A6"/>
                </a:solidFill>
                <a:latin typeface="Open Sans" pitchFamily="34" charset="0"/>
              </a:rPr>
              <a:t>,</a:t>
            </a:r>
            <a:endParaRPr lang="en-US" altLang="zh-CN" sz="900" dirty="0">
              <a:solidFill>
                <a:srgbClr val="A6A6A6"/>
              </a:solidFill>
              <a:latin typeface="Open Sans" pitchFamily="34" charset="0"/>
            </a:endParaRPr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600075" y="1651000"/>
            <a:ext cx="1693863" cy="692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algn="r">
              <a:defRPr/>
            </a:pPr>
            <a:r>
              <a:rPr lang="zh-CN" altLang="en-US" sz="900" dirty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/>
          </a:p>
        </p:txBody>
      </p:sp>
      <p:cxnSp>
        <p:nvCxnSpPr>
          <p:cNvPr id="54" name="Straight Connector 77"/>
          <p:cNvCxnSpPr/>
          <p:nvPr/>
        </p:nvCxnSpPr>
        <p:spPr>
          <a:xfrm>
            <a:off x="2660650" y="989013"/>
            <a:ext cx="0" cy="512762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78"/>
          <p:cNvCxnSpPr/>
          <p:nvPr/>
        </p:nvCxnSpPr>
        <p:spPr>
          <a:xfrm>
            <a:off x="2366963" y="1811338"/>
            <a:ext cx="0" cy="512762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79"/>
          <p:cNvCxnSpPr/>
          <p:nvPr/>
        </p:nvCxnSpPr>
        <p:spPr>
          <a:xfrm>
            <a:off x="1997075" y="2593975"/>
            <a:ext cx="0" cy="512763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80"/>
          <p:cNvCxnSpPr/>
          <p:nvPr/>
        </p:nvCxnSpPr>
        <p:spPr>
          <a:xfrm>
            <a:off x="2366963" y="3443288"/>
            <a:ext cx="0" cy="512762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81"/>
          <p:cNvCxnSpPr>
            <a:endCxn id="25" idx="2"/>
          </p:cNvCxnSpPr>
          <p:nvPr/>
        </p:nvCxnSpPr>
        <p:spPr>
          <a:xfrm flipV="1">
            <a:off x="2366963" y="3667125"/>
            <a:ext cx="863600" cy="11113"/>
          </a:xfrm>
          <a:prstGeom prst="line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84"/>
          <p:cNvCxnSpPr>
            <a:endCxn id="27" idx="2"/>
          </p:cNvCxnSpPr>
          <p:nvPr/>
        </p:nvCxnSpPr>
        <p:spPr>
          <a:xfrm flipV="1">
            <a:off x="1997075" y="2736850"/>
            <a:ext cx="901700" cy="112713"/>
          </a:xfrm>
          <a:prstGeom prst="bentConnector3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86"/>
          <p:cNvCxnSpPr/>
          <p:nvPr/>
        </p:nvCxnSpPr>
        <p:spPr>
          <a:xfrm flipV="1">
            <a:off x="2366963" y="1827213"/>
            <a:ext cx="868362" cy="241300"/>
          </a:xfrm>
          <a:prstGeom prst="bentConnector3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88"/>
          <p:cNvCxnSpPr>
            <a:endCxn id="23" idx="0"/>
          </p:cNvCxnSpPr>
          <p:nvPr/>
        </p:nvCxnSpPr>
        <p:spPr>
          <a:xfrm flipV="1">
            <a:off x="2660650" y="1046163"/>
            <a:ext cx="1892300" cy="200025"/>
          </a:xfrm>
          <a:prstGeom prst="bentConnector4">
            <a:avLst>
              <a:gd name="adj1" fmla="val 40308"/>
              <a:gd name="adj2" fmla="val 214339"/>
            </a:avLst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99"/>
          <p:cNvGrpSpPr/>
          <p:nvPr/>
        </p:nvGrpSpPr>
        <p:grpSpPr>
          <a:xfrm>
            <a:off x="4401100" y="1273080"/>
            <a:ext cx="315635" cy="304875"/>
            <a:chOff x="5099140" y="1309474"/>
            <a:chExt cx="439257" cy="424283"/>
          </a:xfrm>
          <a:solidFill>
            <a:schemeClr val="bg1"/>
          </a:solidFill>
        </p:grpSpPr>
        <p:sp>
          <p:nvSpPr>
            <p:cNvPr id="63" name="Rectangle 18"/>
            <p:cNvSpPr>
              <a:spLocks noChangeArrowheads="1"/>
            </p:cNvSpPr>
            <p:nvPr/>
          </p:nvSpPr>
          <p:spPr bwMode="auto">
            <a:xfrm>
              <a:off x="5256374" y="1479187"/>
              <a:ext cx="47421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4" name="Rectangle 19"/>
            <p:cNvSpPr>
              <a:spLocks noChangeArrowheads="1"/>
            </p:cNvSpPr>
            <p:nvPr/>
          </p:nvSpPr>
          <p:spPr bwMode="auto">
            <a:xfrm>
              <a:off x="5331247" y="1479187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5408617" y="1479187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5256374" y="1546573"/>
              <a:ext cx="47421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7" name="Rectangle 22"/>
            <p:cNvSpPr>
              <a:spLocks noChangeArrowheads="1"/>
            </p:cNvSpPr>
            <p:nvPr/>
          </p:nvSpPr>
          <p:spPr bwMode="auto">
            <a:xfrm>
              <a:off x="5331247" y="1546573"/>
              <a:ext cx="49916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8" name="Rectangle 23"/>
            <p:cNvSpPr>
              <a:spLocks noChangeArrowheads="1"/>
            </p:cNvSpPr>
            <p:nvPr/>
          </p:nvSpPr>
          <p:spPr bwMode="auto">
            <a:xfrm>
              <a:off x="5408617" y="1546573"/>
              <a:ext cx="49916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5256374" y="1618951"/>
              <a:ext cx="47421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0" name="Rectangle 25"/>
            <p:cNvSpPr>
              <a:spLocks noChangeArrowheads="1"/>
            </p:cNvSpPr>
            <p:nvPr/>
          </p:nvSpPr>
          <p:spPr bwMode="auto">
            <a:xfrm>
              <a:off x="5179005" y="1546573"/>
              <a:ext cx="49916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5179005" y="1618951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2" name="Rectangle 27"/>
            <p:cNvSpPr>
              <a:spLocks noChangeArrowheads="1"/>
            </p:cNvSpPr>
            <p:nvPr/>
          </p:nvSpPr>
          <p:spPr bwMode="auto">
            <a:xfrm>
              <a:off x="5331247" y="1618951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3" name="Rectangle 28"/>
            <p:cNvSpPr>
              <a:spLocks noChangeArrowheads="1"/>
            </p:cNvSpPr>
            <p:nvPr/>
          </p:nvSpPr>
          <p:spPr bwMode="auto">
            <a:xfrm>
              <a:off x="5408617" y="1618951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4" name="Freeform 29"/>
            <p:cNvSpPr>
              <a:spLocks noEditPoints="1"/>
            </p:cNvSpPr>
            <p:nvPr/>
          </p:nvSpPr>
          <p:spPr bwMode="auto">
            <a:xfrm>
              <a:off x="5099140" y="1339424"/>
              <a:ext cx="439257" cy="394333"/>
            </a:xfrm>
            <a:custGeom>
              <a:avLst/>
              <a:gdLst>
                <a:gd name="T0" fmla="*/ 174 w 176"/>
                <a:gd name="T1" fmla="*/ 0 h 158"/>
                <a:gd name="T2" fmla="*/ 150 w 176"/>
                <a:gd name="T3" fmla="*/ 0 h 158"/>
                <a:gd name="T4" fmla="*/ 150 w 176"/>
                <a:gd name="T5" fmla="*/ 16 h 158"/>
                <a:gd name="T6" fmla="*/ 126 w 176"/>
                <a:gd name="T7" fmla="*/ 16 h 158"/>
                <a:gd name="T8" fmla="*/ 126 w 176"/>
                <a:gd name="T9" fmla="*/ 0 h 158"/>
                <a:gd name="T10" fmla="*/ 52 w 176"/>
                <a:gd name="T11" fmla="*/ 0 h 158"/>
                <a:gd name="T12" fmla="*/ 52 w 176"/>
                <a:gd name="T13" fmla="*/ 16 h 158"/>
                <a:gd name="T14" fmla="*/ 28 w 176"/>
                <a:gd name="T15" fmla="*/ 16 h 158"/>
                <a:gd name="T16" fmla="*/ 28 w 176"/>
                <a:gd name="T17" fmla="*/ 0 h 158"/>
                <a:gd name="T18" fmla="*/ 0 w 176"/>
                <a:gd name="T19" fmla="*/ 0 h 158"/>
                <a:gd name="T20" fmla="*/ 0 w 176"/>
                <a:gd name="T21" fmla="*/ 158 h 158"/>
                <a:gd name="T22" fmla="*/ 13 w 176"/>
                <a:gd name="T23" fmla="*/ 158 h 158"/>
                <a:gd name="T24" fmla="*/ 162 w 176"/>
                <a:gd name="T25" fmla="*/ 158 h 158"/>
                <a:gd name="T26" fmla="*/ 176 w 176"/>
                <a:gd name="T27" fmla="*/ 158 h 158"/>
                <a:gd name="T28" fmla="*/ 174 w 176"/>
                <a:gd name="T29" fmla="*/ 0 h 158"/>
                <a:gd name="T30" fmla="*/ 162 w 176"/>
                <a:gd name="T31" fmla="*/ 144 h 158"/>
                <a:gd name="T32" fmla="*/ 13 w 176"/>
                <a:gd name="T33" fmla="*/ 144 h 158"/>
                <a:gd name="T34" fmla="*/ 13 w 176"/>
                <a:gd name="T35" fmla="*/ 44 h 158"/>
                <a:gd name="T36" fmla="*/ 162 w 176"/>
                <a:gd name="T37" fmla="*/ 44 h 158"/>
                <a:gd name="T38" fmla="*/ 162 w 176"/>
                <a:gd name="T39" fmla="*/ 14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6" h="158">
                  <a:moveTo>
                    <a:pt x="174" y="0"/>
                  </a:moveTo>
                  <a:lnTo>
                    <a:pt x="150" y="0"/>
                  </a:lnTo>
                  <a:lnTo>
                    <a:pt x="150" y="16"/>
                  </a:lnTo>
                  <a:lnTo>
                    <a:pt x="126" y="16"/>
                  </a:lnTo>
                  <a:lnTo>
                    <a:pt x="126" y="0"/>
                  </a:lnTo>
                  <a:lnTo>
                    <a:pt x="52" y="0"/>
                  </a:lnTo>
                  <a:lnTo>
                    <a:pt x="52" y="16"/>
                  </a:lnTo>
                  <a:lnTo>
                    <a:pt x="28" y="16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158"/>
                  </a:lnTo>
                  <a:lnTo>
                    <a:pt x="13" y="158"/>
                  </a:lnTo>
                  <a:lnTo>
                    <a:pt x="162" y="158"/>
                  </a:lnTo>
                  <a:lnTo>
                    <a:pt x="176" y="158"/>
                  </a:lnTo>
                  <a:lnTo>
                    <a:pt x="174" y="0"/>
                  </a:lnTo>
                  <a:close/>
                  <a:moveTo>
                    <a:pt x="162" y="144"/>
                  </a:moveTo>
                  <a:lnTo>
                    <a:pt x="13" y="144"/>
                  </a:lnTo>
                  <a:lnTo>
                    <a:pt x="13" y="44"/>
                  </a:lnTo>
                  <a:lnTo>
                    <a:pt x="162" y="44"/>
                  </a:lnTo>
                  <a:lnTo>
                    <a:pt x="162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5" name="Rectangle 30"/>
            <p:cNvSpPr>
              <a:spLocks noChangeArrowheads="1"/>
            </p:cNvSpPr>
            <p:nvPr/>
          </p:nvSpPr>
          <p:spPr bwMode="auto">
            <a:xfrm>
              <a:off x="5181500" y="1309474"/>
              <a:ext cx="37438" cy="5989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6" name="Rectangle 31"/>
            <p:cNvSpPr>
              <a:spLocks noChangeArrowheads="1"/>
            </p:cNvSpPr>
            <p:nvPr/>
          </p:nvSpPr>
          <p:spPr bwMode="auto">
            <a:xfrm>
              <a:off x="5428583" y="1309474"/>
              <a:ext cx="34941" cy="5989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77" name="Group 114"/>
          <p:cNvGrpSpPr/>
          <p:nvPr/>
        </p:nvGrpSpPr>
        <p:grpSpPr>
          <a:xfrm>
            <a:off x="3407397" y="1599258"/>
            <a:ext cx="379359" cy="386846"/>
            <a:chOff x="7160655" y="2178006"/>
            <a:chExt cx="379359" cy="386846"/>
          </a:xfrm>
          <a:solidFill>
            <a:schemeClr val="bg1"/>
          </a:solidFill>
        </p:grpSpPr>
        <p:sp>
          <p:nvSpPr>
            <p:cNvPr id="78" name="Freeform 36"/>
            <p:cNvSpPr>
              <a:spLocks noEditPoints="1"/>
            </p:cNvSpPr>
            <p:nvPr/>
          </p:nvSpPr>
          <p:spPr bwMode="auto">
            <a:xfrm>
              <a:off x="7277956" y="2178006"/>
              <a:ext cx="262058" cy="262058"/>
            </a:xfrm>
            <a:custGeom>
              <a:avLst/>
              <a:gdLst>
                <a:gd name="T0" fmla="*/ 65 w 79"/>
                <a:gd name="T1" fmla="*/ 14 h 79"/>
                <a:gd name="T2" fmla="*/ 14 w 79"/>
                <a:gd name="T3" fmla="*/ 14 h 79"/>
                <a:gd name="T4" fmla="*/ 11 w 79"/>
                <a:gd name="T5" fmla="*/ 63 h 79"/>
                <a:gd name="T6" fmla="*/ 11 w 79"/>
                <a:gd name="T7" fmla="*/ 63 h 79"/>
                <a:gd name="T8" fmla="*/ 17 w 79"/>
                <a:gd name="T9" fmla="*/ 68 h 79"/>
                <a:gd name="T10" fmla="*/ 64 w 79"/>
                <a:gd name="T11" fmla="*/ 65 h 79"/>
                <a:gd name="T12" fmla="*/ 65 w 79"/>
                <a:gd name="T13" fmla="*/ 14 h 79"/>
                <a:gd name="T14" fmla="*/ 58 w 79"/>
                <a:gd name="T15" fmla="*/ 59 h 79"/>
                <a:gd name="T16" fmla="*/ 20 w 79"/>
                <a:gd name="T17" fmla="*/ 59 h 79"/>
                <a:gd name="T18" fmla="*/ 20 w 79"/>
                <a:gd name="T19" fmla="*/ 21 h 79"/>
                <a:gd name="T20" fmla="*/ 58 w 79"/>
                <a:gd name="T21" fmla="*/ 21 h 79"/>
                <a:gd name="T22" fmla="*/ 58 w 79"/>
                <a:gd name="T23" fmla="*/ 5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" h="79">
                  <a:moveTo>
                    <a:pt x="65" y="14"/>
                  </a:moveTo>
                  <a:cubicBezTo>
                    <a:pt x="51" y="0"/>
                    <a:pt x="28" y="0"/>
                    <a:pt x="14" y="14"/>
                  </a:cubicBezTo>
                  <a:cubicBezTo>
                    <a:pt x="0" y="28"/>
                    <a:pt x="0" y="49"/>
                    <a:pt x="11" y="63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4" y="66"/>
                    <a:pt x="15" y="67"/>
                    <a:pt x="17" y="68"/>
                  </a:cubicBezTo>
                  <a:cubicBezTo>
                    <a:pt x="31" y="79"/>
                    <a:pt x="51" y="78"/>
                    <a:pt x="64" y="65"/>
                  </a:cubicBezTo>
                  <a:cubicBezTo>
                    <a:pt x="78" y="51"/>
                    <a:pt x="79" y="29"/>
                    <a:pt x="65" y="14"/>
                  </a:cubicBezTo>
                  <a:close/>
                  <a:moveTo>
                    <a:pt x="58" y="59"/>
                  </a:moveTo>
                  <a:cubicBezTo>
                    <a:pt x="47" y="69"/>
                    <a:pt x="30" y="69"/>
                    <a:pt x="20" y="59"/>
                  </a:cubicBezTo>
                  <a:cubicBezTo>
                    <a:pt x="9" y="48"/>
                    <a:pt x="9" y="31"/>
                    <a:pt x="20" y="21"/>
                  </a:cubicBezTo>
                  <a:cubicBezTo>
                    <a:pt x="31" y="10"/>
                    <a:pt x="48" y="10"/>
                    <a:pt x="58" y="21"/>
                  </a:cubicBezTo>
                  <a:cubicBezTo>
                    <a:pt x="69" y="31"/>
                    <a:pt x="69" y="48"/>
                    <a:pt x="58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9" name="Freeform 37"/>
            <p:cNvSpPr/>
            <p:nvPr/>
          </p:nvSpPr>
          <p:spPr bwMode="auto">
            <a:xfrm>
              <a:off x="7160655" y="2400130"/>
              <a:ext cx="159730" cy="164722"/>
            </a:xfrm>
            <a:custGeom>
              <a:avLst/>
              <a:gdLst>
                <a:gd name="T0" fmla="*/ 0 w 64"/>
                <a:gd name="T1" fmla="*/ 52 h 66"/>
                <a:gd name="T2" fmla="*/ 12 w 64"/>
                <a:gd name="T3" fmla="*/ 66 h 66"/>
                <a:gd name="T4" fmla="*/ 64 w 64"/>
                <a:gd name="T5" fmla="*/ 8 h 66"/>
                <a:gd name="T6" fmla="*/ 55 w 64"/>
                <a:gd name="T7" fmla="*/ 0 h 66"/>
                <a:gd name="T8" fmla="*/ 0 w 64"/>
                <a:gd name="T9" fmla="*/ 5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66">
                  <a:moveTo>
                    <a:pt x="0" y="52"/>
                  </a:moveTo>
                  <a:lnTo>
                    <a:pt x="12" y="66"/>
                  </a:lnTo>
                  <a:lnTo>
                    <a:pt x="64" y="8"/>
                  </a:lnTo>
                  <a:lnTo>
                    <a:pt x="55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0" name="Freeform 38"/>
            <p:cNvSpPr/>
            <p:nvPr/>
          </p:nvSpPr>
          <p:spPr bwMode="auto">
            <a:xfrm>
              <a:off x="7412728" y="2265358"/>
              <a:ext cx="99831" cy="119797"/>
            </a:xfrm>
            <a:custGeom>
              <a:avLst/>
              <a:gdLst>
                <a:gd name="T0" fmla="*/ 16 w 30"/>
                <a:gd name="T1" fmla="*/ 0 h 36"/>
                <a:gd name="T2" fmla="*/ 0 w 30"/>
                <a:gd name="T3" fmla="*/ 34 h 36"/>
                <a:gd name="T4" fmla="*/ 6 w 30"/>
                <a:gd name="T5" fmla="*/ 36 h 36"/>
                <a:gd name="T6" fmla="*/ 16 w 30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36">
                  <a:moveTo>
                    <a:pt x="16" y="0"/>
                  </a:moveTo>
                  <a:cubicBezTo>
                    <a:pt x="20" y="26"/>
                    <a:pt x="0" y="34"/>
                    <a:pt x="0" y="34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30" y="21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81" name="Group 118"/>
          <p:cNvGrpSpPr/>
          <p:nvPr/>
        </p:nvGrpSpPr>
        <p:grpSpPr>
          <a:xfrm>
            <a:off x="3062743" y="2551865"/>
            <a:ext cx="406813" cy="406813"/>
            <a:chOff x="6352022" y="2360197"/>
            <a:chExt cx="406813" cy="406813"/>
          </a:xfrm>
          <a:solidFill>
            <a:schemeClr val="bg1"/>
          </a:solidFill>
        </p:grpSpPr>
        <p:sp>
          <p:nvSpPr>
            <p:cNvPr id="82" name="Freeform 39"/>
            <p:cNvSpPr>
              <a:spLocks noEditPoints="1"/>
            </p:cNvSpPr>
            <p:nvPr/>
          </p:nvSpPr>
          <p:spPr bwMode="auto">
            <a:xfrm>
              <a:off x="6352022" y="2360197"/>
              <a:ext cx="406813" cy="406813"/>
            </a:xfrm>
            <a:custGeom>
              <a:avLst/>
              <a:gdLst>
                <a:gd name="T0" fmla="*/ 61 w 122"/>
                <a:gd name="T1" fmla="*/ 0 h 122"/>
                <a:gd name="T2" fmla="*/ 0 w 122"/>
                <a:gd name="T3" fmla="*/ 61 h 122"/>
                <a:gd name="T4" fmla="*/ 61 w 122"/>
                <a:gd name="T5" fmla="*/ 122 h 122"/>
                <a:gd name="T6" fmla="*/ 122 w 122"/>
                <a:gd name="T7" fmla="*/ 61 h 122"/>
                <a:gd name="T8" fmla="*/ 61 w 122"/>
                <a:gd name="T9" fmla="*/ 0 h 122"/>
                <a:gd name="T10" fmla="*/ 65 w 122"/>
                <a:gd name="T11" fmla="*/ 109 h 122"/>
                <a:gd name="T12" fmla="*/ 65 w 122"/>
                <a:gd name="T13" fmla="*/ 102 h 122"/>
                <a:gd name="T14" fmla="*/ 58 w 122"/>
                <a:gd name="T15" fmla="*/ 102 h 122"/>
                <a:gd name="T16" fmla="*/ 58 w 122"/>
                <a:gd name="T17" fmla="*/ 109 h 122"/>
                <a:gd name="T18" fmla="*/ 30 w 122"/>
                <a:gd name="T19" fmla="*/ 97 h 122"/>
                <a:gd name="T20" fmla="*/ 29 w 122"/>
                <a:gd name="T21" fmla="*/ 97 h 122"/>
                <a:gd name="T22" fmla="*/ 27 w 122"/>
                <a:gd name="T23" fmla="*/ 95 h 122"/>
                <a:gd name="T24" fmla="*/ 25 w 122"/>
                <a:gd name="T25" fmla="*/ 93 h 122"/>
                <a:gd name="T26" fmla="*/ 25 w 122"/>
                <a:gd name="T27" fmla="*/ 92 h 122"/>
                <a:gd name="T28" fmla="*/ 13 w 122"/>
                <a:gd name="T29" fmla="*/ 64 h 122"/>
                <a:gd name="T30" fmla="*/ 20 w 122"/>
                <a:gd name="T31" fmla="*/ 64 h 122"/>
                <a:gd name="T32" fmla="*/ 20 w 122"/>
                <a:gd name="T33" fmla="*/ 57 h 122"/>
                <a:gd name="T34" fmla="*/ 13 w 122"/>
                <a:gd name="T35" fmla="*/ 57 h 122"/>
                <a:gd name="T36" fmla="*/ 58 w 122"/>
                <a:gd name="T37" fmla="*/ 13 h 122"/>
                <a:gd name="T38" fmla="*/ 58 w 122"/>
                <a:gd name="T39" fmla="*/ 20 h 122"/>
                <a:gd name="T40" fmla="*/ 65 w 122"/>
                <a:gd name="T41" fmla="*/ 20 h 122"/>
                <a:gd name="T42" fmla="*/ 65 w 122"/>
                <a:gd name="T43" fmla="*/ 13 h 122"/>
                <a:gd name="T44" fmla="*/ 83 w 122"/>
                <a:gd name="T45" fmla="*/ 18 h 122"/>
                <a:gd name="T46" fmla="*/ 83 w 122"/>
                <a:gd name="T47" fmla="*/ 18 h 122"/>
                <a:gd name="T48" fmla="*/ 87 w 122"/>
                <a:gd name="T49" fmla="*/ 20 h 122"/>
                <a:gd name="T50" fmla="*/ 88 w 122"/>
                <a:gd name="T51" fmla="*/ 21 h 122"/>
                <a:gd name="T52" fmla="*/ 90 w 122"/>
                <a:gd name="T53" fmla="*/ 23 h 122"/>
                <a:gd name="T54" fmla="*/ 91 w 122"/>
                <a:gd name="T55" fmla="*/ 24 h 122"/>
                <a:gd name="T56" fmla="*/ 94 w 122"/>
                <a:gd name="T57" fmla="*/ 25 h 122"/>
                <a:gd name="T58" fmla="*/ 95 w 122"/>
                <a:gd name="T59" fmla="*/ 27 h 122"/>
                <a:gd name="T60" fmla="*/ 97 w 122"/>
                <a:gd name="T61" fmla="*/ 28 h 122"/>
                <a:gd name="T62" fmla="*/ 98 w 122"/>
                <a:gd name="T63" fmla="*/ 31 h 122"/>
                <a:gd name="T64" fmla="*/ 99 w 122"/>
                <a:gd name="T65" fmla="*/ 32 h 122"/>
                <a:gd name="T66" fmla="*/ 101 w 122"/>
                <a:gd name="T67" fmla="*/ 34 h 122"/>
                <a:gd name="T68" fmla="*/ 102 w 122"/>
                <a:gd name="T69" fmla="*/ 35 h 122"/>
                <a:gd name="T70" fmla="*/ 104 w 122"/>
                <a:gd name="T71" fmla="*/ 39 h 122"/>
                <a:gd name="T72" fmla="*/ 104 w 122"/>
                <a:gd name="T73" fmla="*/ 39 h 122"/>
                <a:gd name="T74" fmla="*/ 109 w 122"/>
                <a:gd name="T75" fmla="*/ 57 h 122"/>
                <a:gd name="T76" fmla="*/ 102 w 122"/>
                <a:gd name="T77" fmla="*/ 57 h 122"/>
                <a:gd name="T78" fmla="*/ 102 w 122"/>
                <a:gd name="T79" fmla="*/ 64 h 122"/>
                <a:gd name="T80" fmla="*/ 109 w 122"/>
                <a:gd name="T81" fmla="*/ 64 h 122"/>
                <a:gd name="T82" fmla="*/ 65 w 122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2" h="122">
                  <a:moveTo>
                    <a:pt x="61" y="0"/>
                  </a:moveTo>
                  <a:cubicBezTo>
                    <a:pt x="27" y="0"/>
                    <a:pt x="0" y="27"/>
                    <a:pt x="0" y="61"/>
                  </a:cubicBezTo>
                  <a:cubicBezTo>
                    <a:pt x="0" y="95"/>
                    <a:pt x="27" y="122"/>
                    <a:pt x="61" y="122"/>
                  </a:cubicBezTo>
                  <a:cubicBezTo>
                    <a:pt x="95" y="122"/>
                    <a:pt x="122" y="95"/>
                    <a:pt x="122" y="61"/>
                  </a:cubicBezTo>
                  <a:cubicBezTo>
                    <a:pt x="122" y="27"/>
                    <a:pt x="95" y="0"/>
                    <a:pt x="61" y="0"/>
                  </a:cubicBezTo>
                  <a:close/>
                  <a:moveTo>
                    <a:pt x="65" y="109"/>
                  </a:moveTo>
                  <a:cubicBezTo>
                    <a:pt x="65" y="102"/>
                    <a:pt x="65" y="102"/>
                    <a:pt x="65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47" y="108"/>
                    <a:pt x="37" y="104"/>
                    <a:pt x="30" y="97"/>
                  </a:cubicBezTo>
                  <a:cubicBezTo>
                    <a:pt x="29" y="97"/>
                    <a:pt x="29" y="97"/>
                    <a:pt x="29" y="97"/>
                  </a:cubicBezTo>
                  <a:cubicBezTo>
                    <a:pt x="28" y="96"/>
                    <a:pt x="28" y="95"/>
                    <a:pt x="27" y="95"/>
                  </a:cubicBezTo>
                  <a:cubicBezTo>
                    <a:pt x="27" y="94"/>
                    <a:pt x="26" y="94"/>
                    <a:pt x="25" y="93"/>
                  </a:cubicBezTo>
                  <a:cubicBezTo>
                    <a:pt x="25" y="93"/>
                    <a:pt x="25" y="93"/>
                    <a:pt x="25" y="92"/>
                  </a:cubicBezTo>
                  <a:cubicBezTo>
                    <a:pt x="18" y="85"/>
                    <a:pt x="14" y="75"/>
                    <a:pt x="13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5" y="34"/>
                    <a:pt x="34" y="15"/>
                    <a:pt x="58" y="13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71" y="14"/>
                    <a:pt x="77" y="15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9"/>
                    <a:pt x="86" y="20"/>
                    <a:pt x="87" y="20"/>
                  </a:cubicBezTo>
                  <a:cubicBezTo>
                    <a:pt x="87" y="20"/>
                    <a:pt x="87" y="21"/>
                    <a:pt x="88" y="21"/>
                  </a:cubicBezTo>
                  <a:cubicBezTo>
                    <a:pt x="88" y="21"/>
                    <a:pt x="89" y="22"/>
                    <a:pt x="90" y="23"/>
                  </a:cubicBezTo>
                  <a:cubicBezTo>
                    <a:pt x="91" y="23"/>
                    <a:pt x="91" y="23"/>
                    <a:pt x="91" y="24"/>
                  </a:cubicBezTo>
                  <a:cubicBezTo>
                    <a:pt x="92" y="24"/>
                    <a:pt x="93" y="25"/>
                    <a:pt x="94" y="25"/>
                  </a:cubicBezTo>
                  <a:cubicBezTo>
                    <a:pt x="94" y="26"/>
                    <a:pt x="95" y="26"/>
                    <a:pt x="95" y="27"/>
                  </a:cubicBezTo>
                  <a:cubicBezTo>
                    <a:pt x="96" y="27"/>
                    <a:pt x="96" y="28"/>
                    <a:pt x="97" y="28"/>
                  </a:cubicBezTo>
                  <a:cubicBezTo>
                    <a:pt x="97" y="29"/>
                    <a:pt x="98" y="30"/>
                    <a:pt x="98" y="31"/>
                  </a:cubicBezTo>
                  <a:cubicBezTo>
                    <a:pt x="99" y="31"/>
                    <a:pt x="99" y="31"/>
                    <a:pt x="99" y="32"/>
                  </a:cubicBezTo>
                  <a:cubicBezTo>
                    <a:pt x="100" y="33"/>
                    <a:pt x="101" y="34"/>
                    <a:pt x="101" y="34"/>
                  </a:cubicBezTo>
                  <a:cubicBezTo>
                    <a:pt x="101" y="35"/>
                    <a:pt x="102" y="35"/>
                    <a:pt x="102" y="35"/>
                  </a:cubicBezTo>
                  <a:cubicBezTo>
                    <a:pt x="102" y="36"/>
                    <a:pt x="103" y="37"/>
                    <a:pt x="104" y="39"/>
                  </a:cubicBezTo>
                  <a:cubicBezTo>
                    <a:pt x="104" y="39"/>
                    <a:pt x="104" y="39"/>
                    <a:pt x="104" y="39"/>
                  </a:cubicBezTo>
                  <a:cubicBezTo>
                    <a:pt x="107" y="45"/>
                    <a:pt x="108" y="51"/>
                    <a:pt x="109" y="57"/>
                  </a:cubicBezTo>
                  <a:cubicBezTo>
                    <a:pt x="102" y="57"/>
                    <a:pt x="102" y="57"/>
                    <a:pt x="102" y="57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9" y="64"/>
                    <a:pt x="109" y="64"/>
                    <a:pt x="109" y="64"/>
                  </a:cubicBezTo>
                  <a:cubicBezTo>
                    <a:pt x="107" y="88"/>
                    <a:pt x="88" y="107"/>
                    <a:pt x="65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3" name="Freeform 40"/>
            <p:cNvSpPr>
              <a:spLocks noEditPoints="1"/>
            </p:cNvSpPr>
            <p:nvPr/>
          </p:nvSpPr>
          <p:spPr bwMode="auto">
            <a:xfrm>
              <a:off x="6506761" y="2460029"/>
              <a:ext cx="119797" cy="177201"/>
            </a:xfrm>
            <a:custGeom>
              <a:avLst/>
              <a:gdLst>
                <a:gd name="T0" fmla="*/ 8 w 36"/>
                <a:gd name="T1" fmla="*/ 29 h 53"/>
                <a:gd name="T2" fmla="*/ 8 w 36"/>
                <a:gd name="T3" fmla="*/ 29 h 53"/>
                <a:gd name="T4" fmla="*/ 0 w 36"/>
                <a:gd name="T5" fmla="*/ 53 h 53"/>
                <a:gd name="T6" fmla="*/ 19 w 36"/>
                <a:gd name="T7" fmla="*/ 36 h 53"/>
                <a:gd name="T8" fmla="*/ 19 w 36"/>
                <a:gd name="T9" fmla="*/ 36 h 53"/>
                <a:gd name="T10" fmla="*/ 22 w 36"/>
                <a:gd name="T11" fmla="*/ 33 h 53"/>
                <a:gd name="T12" fmla="*/ 36 w 36"/>
                <a:gd name="T13" fmla="*/ 0 h 53"/>
                <a:gd name="T14" fmla="*/ 11 w 36"/>
                <a:gd name="T15" fmla="*/ 25 h 53"/>
                <a:gd name="T16" fmla="*/ 8 w 36"/>
                <a:gd name="T17" fmla="*/ 29 h 53"/>
                <a:gd name="T18" fmla="*/ 15 w 36"/>
                <a:gd name="T19" fmla="*/ 28 h 53"/>
                <a:gd name="T20" fmla="*/ 18 w 36"/>
                <a:gd name="T21" fmla="*/ 31 h 53"/>
                <a:gd name="T22" fmla="*/ 15 w 36"/>
                <a:gd name="T23" fmla="*/ 34 h 53"/>
                <a:gd name="T24" fmla="*/ 12 w 36"/>
                <a:gd name="T25" fmla="*/ 31 h 53"/>
                <a:gd name="T26" fmla="*/ 15 w 36"/>
                <a:gd name="T27" fmla="*/ 2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53">
                  <a:moveTo>
                    <a:pt x="8" y="29"/>
                  </a:moveTo>
                  <a:cubicBezTo>
                    <a:pt x="8" y="29"/>
                    <a:pt x="8" y="29"/>
                    <a:pt x="8" y="2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1" y="35"/>
                    <a:pt x="22" y="33"/>
                    <a:pt x="22" y="33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6"/>
                    <a:pt x="9" y="28"/>
                    <a:pt x="8" y="29"/>
                  </a:cubicBezTo>
                  <a:close/>
                  <a:moveTo>
                    <a:pt x="15" y="28"/>
                  </a:moveTo>
                  <a:cubicBezTo>
                    <a:pt x="17" y="28"/>
                    <a:pt x="18" y="29"/>
                    <a:pt x="18" y="31"/>
                  </a:cubicBezTo>
                  <a:cubicBezTo>
                    <a:pt x="18" y="33"/>
                    <a:pt x="17" y="34"/>
                    <a:pt x="15" y="34"/>
                  </a:cubicBezTo>
                  <a:cubicBezTo>
                    <a:pt x="13" y="34"/>
                    <a:pt x="12" y="33"/>
                    <a:pt x="12" y="31"/>
                  </a:cubicBezTo>
                  <a:cubicBezTo>
                    <a:pt x="12" y="29"/>
                    <a:pt x="13" y="28"/>
                    <a:pt x="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4" name="Oval 41"/>
            <p:cNvSpPr>
              <a:spLocks noChangeArrowheads="1"/>
            </p:cNvSpPr>
            <p:nvPr/>
          </p:nvSpPr>
          <p:spPr bwMode="auto">
            <a:xfrm>
              <a:off x="6551685" y="2557365"/>
              <a:ext cx="9983" cy="998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85" name="Group 122"/>
          <p:cNvGrpSpPr/>
          <p:nvPr/>
        </p:nvGrpSpPr>
        <p:grpSpPr>
          <a:xfrm>
            <a:off x="5329429" y="1599258"/>
            <a:ext cx="411805" cy="376863"/>
            <a:chOff x="6726389" y="1486674"/>
            <a:chExt cx="411805" cy="376863"/>
          </a:xfrm>
          <a:solidFill>
            <a:schemeClr val="bg1"/>
          </a:solidFill>
        </p:grpSpPr>
        <p:sp>
          <p:nvSpPr>
            <p:cNvPr id="86" name="Oval 52"/>
            <p:cNvSpPr>
              <a:spLocks noChangeArrowheads="1"/>
            </p:cNvSpPr>
            <p:nvPr/>
          </p:nvSpPr>
          <p:spPr bwMode="auto">
            <a:xfrm>
              <a:off x="6773808" y="1786168"/>
              <a:ext cx="44924" cy="424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7" name="Oval 53"/>
            <p:cNvSpPr>
              <a:spLocks noChangeArrowheads="1"/>
            </p:cNvSpPr>
            <p:nvPr/>
          </p:nvSpPr>
          <p:spPr bwMode="auto">
            <a:xfrm>
              <a:off x="6748851" y="1836083"/>
              <a:ext cx="24958" cy="2745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8" name="Freeform 54"/>
            <p:cNvSpPr/>
            <p:nvPr/>
          </p:nvSpPr>
          <p:spPr bwMode="auto">
            <a:xfrm>
              <a:off x="6726389" y="1486674"/>
              <a:ext cx="411805" cy="292007"/>
            </a:xfrm>
            <a:custGeom>
              <a:avLst/>
              <a:gdLst>
                <a:gd name="T0" fmla="*/ 124 w 124"/>
                <a:gd name="T1" fmla="*/ 34 h 88"/>
                <a:gd name="T2" fmla="*/ 99 w 124"/>
                <a:gd name="T3" fmla="*/ 9 h 88"/>
                <a:gd name="T4" fmla="*/ 93 w 124"/>
                <a:gd name="T5" fmla="*/ 10 h 88"/>
                <a:gd name="T6" fmla="*/ 74 w 124"/>
                <a:gd name="T7" fmla="*/ 0 h 88"/>
                <a:gd name="T8" fmla="*/ 60 w 124"/>
                <a:gd name="T9" fmla="*/ 5 h 88"/>
                <a:gd name="T10" fmla="*/ 46 w 124"/>
                <a:gd name="T11" fmla="*/ 0 h 88"/>
                <a:gd name="T12" fmla="*/ 31 w 124"/>
                <a:gd name="T13" fmla="*/ 5 h 88"/>
                <a:gd name="T14" fmla="*/ 25 w 124"/>
                <a:gd name="T15" fmla="*/ 5 h 88"/>
                <a:gd name="T16" fmla="*/ 0 w 124"/>
                <a:gd name="T17" fmla="*/ 30 h 88"/>
                <a:gd name="T18" fmla="*/ 3 w 124"/>
                <a:gd name="T19" fmla="*/ 43 h 88"/>
                <a:gd name="T20" fmla="*/ 0 w 124"/>
                <a:gd name="T21" fmla="*/ 55 h 88"/>
                <a:gd name="T22" fmla="*/ 25 w 124"/>
                <a:gd name="T23" fmla="*/ 80 h 88"/>
                <a:gd name="T24" fmla="*/ 28 w 124"/>
                <a:gd name="T25" fmla="*/ 80 h 88"/>
                <a:gd name="T26" fmla="*/ 46 w 124"/>
                <a:gd name="T27" fmla="*/ 88 h 88"/>
                <a:gd name="T28" fmla="*/ 64 w 124"/>
                <a:gd name="T29" fmla="*/ 80 h 88"/>
                <a:gd name="T30" fmla="*/ 79 w 124"/>
                <a:gd name="T31" fmla="*/ 85 h 88"/>
                <a:gd name="T32" fmla="*/ 104 w 124"/>
                <a:gd name="T33" fmla="*/ 60 h 88"/>
                <a:gd name="T34" fmla="*/ 104 w 124"/>
                <a:gd name="T35" fmla="*/ 59 h 88"/>
                <a:gd name="T36" fmla="*/ 124 w 124"/>
                <a:gd name="T37" fmla="*/ 3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4" h="88">
                  <a:moveTo>
                    <a:pt x="124" y="34"/>
                  </a:moveTo>
                  <a:cubicBezTo>
                    <a:pt x="124" y="21"/>
                    <a:pt x="113" y="9"/>
                    <a:pt x="99" y="9"/>
                  </a:cubicBezTo>
                  <a:cubicBezTo>
                    <a:pt x="97" y="9"/>
                    <a:pt x="95" y="10"/>
                    <a:pt x="93" y="10"/>
                  </a:cubicBezTo>
                  <a:cubicBezTo>
                    <a:pt x="89" y="4"/>
                    <a:pt x="82" y="0"/>
                    <a:pt x="74" y="0"/>
                  </a:cubicBezTo>
                  <a:cubicBezTo>
                    <a:pt x="69" y="0"/>
                    <a:pt x="64" y="2"/>
                    <a:pt x="60" y="5"/>
                  </a:cubicBezTo>
                  <a:cubicBezTo>
                    <a:pt x="56" y="2"/>
                    <a:pt x="51" y="0"/>
                    <a:pt x="46" y="0"/>
                  </a:cubicBezTo>
                  <a:cubicBezTo>
                    <a:pt x="40" y="0"/>
                    <a:pt x="35" y="2"/>
                    <a:pt x="31" y="5"/>
                  </a:cubicBezTo>
                  <a:cubicBezTo>
                    <a:pt x="29" y="5"/>
                    <a:pt x="27" y="5"/>
                    <a:pt x="25" y="5"/>
                  </a:cubicBezTo>
                  <a:cubicBezTo>
                    <a:pt x="11" y="5"/>
                    <a:pt x="0" y="16"/>
                    <a:pt x="0" y="30"/>
                  </a:cubicBezTo>
                  <a:cubicBezTo>
                    <a:pt x="0" y="35"/>
                    <a:pt x="1" y="39"/>
                    <a:pt x="3" y="43"/>
                  </a:cubicBezTo>
                  <a:cubicBezTo>
                    <a:pt x="1" y="46"/>
                    <a:pt x="0" y="51"/>
                    <a:pt x="0" y="55"/>
                  </a:cubicBezTo>
                  <a:cubicBezTo>
                    <a:pt x="0" y="69"/>
                    <a:pt x="11" y="80"/>
                    <a:pt x="25" y="80"/>
                  </a:cubicBezTo>
                  <a:cubicBezTo>
                    <a:pt x="26" y="80"/>
                    <a:pt x="27" y="80"/>
                    <a:pt x="28" y="80"/>
                  </a:cubicBezTo>
                  <a:cubicBezTo>
                    <a:pt x="32" y="85"/>
                    <a:pt x="39" y="88"/>
                    <a:pt x="46" y="88"/>
                  </a:cubicBezTo>
                  <a:cubicBezTo>
                    <a:pt x="53" y="88"/>
                    <a:pt x="59" y="85"/>
                    <a:pt x="64" y="80"/>
                  </a:cubicBezTo>
                  <a:cubicBezTo>
                    <a:pt x="68" y="83"/>
                    <a:pt x="73" y="85"/>
                    <a:pt x="79" y="85"/>
                  </a:cubicBezTo>
                  <a:cubicBezTo>
                    <a:pt x="92" y="85"/>
                    <a:pt x="104" y="74"/>
                    <a:pt x="104" y="60"/>
                  </a:cubicBezTo>
                  <a:cubicBezTo>
                    <a:pt x="104" y="60"/>
                    <a:pt x="104" y="59"/>
                    <a:pt x="104" y="59"/>
                  </a:cubicBezTo>
                  <a:cubicBezTo>
                    <a:pt x="115" y="57"/>
                    <a:pt x="124" y="47"/>
                    <a:pt x="124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89" name="Group 126"/>
          <p:cNvGrpSpPr/>
          <p:nvPr/>
        </p:nvGrpSpPr>
        <p:grpSpPr>
          <a:xfrm>
            <a:off x="5653256" y="2551865"/>
            <a:ext cx="464215" cy="324452"/>
            <a:chOff x="7999238" y="1399322"/>
            <a:chExt cx="464215" cy="324452"/>
          </a:xfrm>
          <a:solidFill>
            <a:schemeClr val="bg1"/>
          </a:solidFill>
        </p:grpSpPr>
        <p:sp>
          <p:nvSpPr>
            <p:cNvPr id="90" name="Freeform 57"/>
            <p:cNvSpPr>
              <a:spLocks noEditPoints="1"/>
            </p:cNvSpPr>
            <p:nvPr/>
          </p:nvSpPr>
          <p:spPr bwMode="auto">
            <a:xfrm>
              <a:off x="7999238" y="1399322"/>
              <a:ext cx="331940" cy="324452"/>
            </a:xfrm>
            <a:custGeom>
              <a:avLst/>
              <a:gdLst>
                <a:gd name="T0" fmla="*/ 86 w 100"/>
                <a:gd name="T1" fmla="*/ 60 h 97"/>
                <a:gd name="T2" fmla="*/ 100 w 100"/>
                <a:gd name="T3" fmla="*/ 54 h 97"/>
                <a:gd name="T4" fmla="*/ 100 w 100"/>
                <a:gd name="T5" fmla="*/ 43 h 97"/>
                <a:gd name="T6" fmla="*/ 86 w 100"/>
                <a:gd name="T7" fmla="*/ 38 h 97"/>
                <a:gd name="T8" fmla="*/ 83 w 100"/>
                <a:gd name="T9" fmla="*/ 32 h 97"/>
                <a:gd name="T10" fmla="*/ 89 w 100"/>
                <a:gd name="T11" fmla="*/ 18 h 97"/>
                <a:gd name="T12" fmla="*/ 81 w 100"/>
                <a:gd name="T13" fmla="*/ 11 h 97"/>
                <a:gd name="T14" fmla="*/ 67 w 100"/>
                <a:gd name="T15" fmla="*/ 16 h 97"/>
                <a:gd name="T16" fmla="*/ 61 w 100"/>
                <a:gd name="T17" fmla="*/ 14 h 97"/>
                <a:gd name="T18" fmla="*/ 55 w 100"/>
                <a:gd name="T19" fmla="*/ 0 h 97"/>
                <a:gd name="T20" fmla="*/ 44 w 100"/>
                <a:gd name="T21" fmla="*/ 0 h 97"/>
                <a:gd name="T22" fmla="*/ 39 w 100"/>
                <a:gd name="T23" fmla="*/ 14 h 97"/>
                <a:gd name="T24" fmla="*/ 33 w 100"/>
                <a:gd name="T25" fmla="*/ 16 h 97"/>
                <a:gd name="T26" fmla="*/ 19 w 100"/>
                <a:gd name="T27" fmla="*/ 11 h 97"/>
                <a:gd name="T28" fmla="*/ 11 w 100"/>
                <a:gd name="T29" fmla="*/ 19 h 97"/>
                <a:gd name="T30" fmla="*/ 17 w 100"/>
                <a:gd name="T31" fmla="*/ 32 h 97"/>
                <a:gd name="T32" fmla="*/ 14 w 100"/>
                <a:gd name="T33" fmla="*/ 38 h 97"/>
                <a:gd name="T34" fmla="*/ 0 w 100"/>
                <a:gd name="T35" fmla="*/ 44 h 97"/>
                <a:gd name="T36" fmla="*/ 0 w 100"/>
                <a:gd name="T37" fmla="*/ 54 h 97"/>
                <a:gd name="T38" fmla="*/ 14 w 100"/>
                <a:gd name="T39" fmla="*/ 60 h 97"/>
                <a:gd name="T40" fmla="*/ 17 w 100"/>
                <a:gd name="T41" fmla="*/ 66 h 97"/>
                <a:gd name="T42" fmla="*/ 11 w 100"/>
                <a:gd name="T43" fmla="*/ 80 h 97"/>
                <a:gd name="T44" fmla="*/ 19 w 100"/>
                <a:gd name="T45" fmla="*/ 87 h 97"/>
                <a:gd name="T46" fmla="*/ 33 w 100"/>
                <a:gd name="T47" fmla="*/ 82 h 97"/>
                <a:gd name="T48" fmla="*/ 39 w 100"/>
                <a:gd name="T49" fmla="*/ 84 h 97"/>
                <a:gd name="T50" fmla="*/ 45 w 100"/>
                <a:gd name="T51" fmla="*/ 97 h 97"/>
                <a:gd name="T52" fmla="*/ 56 w 100"/>
                <a:gd name="T53" fmla="*/ 97 h 97"/>
                <a:gd name="T54" fmla="*/ 61 w 100"/>
                <a:gd name="T55" fmla="*/ 84 h 97"/>
                <a:gd name="T56" fmla="*/ 67 w 100"/>
                <a:gd name="T57" fmla="*/ 82 h 97"/>
                <a:gd name="T58" fmla="*/ 81 w 100"/>
                <a:gd name="T59" fmla="*/ 87 h 97"/>
                <a:gd name="T60" fmla="*/ 89 w 100"/>
                <a:gd name="T61" fmla="*/ 79 h 97"/>
                <a:gd name="T62" fmla="*/ 83 w 100"/>
                <a:gd name="T63" fmla="*/ 66 h 97"/>
                <a:gd name="T64" fmla="*/ 86 w 100"/>
                <a:gd name="T65" fmla="*/ 60 h 97"/>
                <a:gd name="T66" fmla="*/ 50 w 100"/>
                <a:gd name="T67" fmla="*/ 64 h 97"/>
                <a:gd name="T68" fmla="*/ 34 w 100"/>
                <a:gd name="T69" fmla="*/ 49 h 97"/>
                <a:gd name="T70" fmla="*/ 50 w 100"/>
                <a:gd name="T71" fmla="*/ 33 h 97"/>
                <a:gd name="T72" fmla="*/ 66 w 100"/>
                <a:gd name="T73" fmla="*/ 49 h 97"/>
                <a:gd name="T74" fmla="*/ 50 w 100"/>
                <a:gd name="T75" fmla="*/ 6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" h="97">
                  <a:moveTo>
                    <a:pt x="86" y="60"/>
                  </a:moveTo>
                  <a:cubicBezTo>
                    <a:pt x="86" y="60"/>
                    <a:pt x="100" y="55"/>
                    <a:pt x="100" y="54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0" y="43"/>
                    <a:pt x="86" y="38"/>
                    <a:pt x="86" y="38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2"/>
                    <a:pt x="89" y="19"/>
                    <a:pt x="89" y="18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0" y="10"/>
                    <a:pt x="67" y="16"/>
                    <a:pt x="67" y="16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56" y="0"/>
                    <a:pt x="5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39" y="14"/>
                    <a:pt x="39" y="14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19" y="10"/>
                    <a:pt x="19" y="11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7" y="32"/>
                    <a:pt x="17" y="32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0" y="43"/>
                    <a:pt x="0" y="4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14" y="60"/>
                    <a:pt x="14" y="60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1" y="79"/>
                    <a:pt x="11" y="80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20" y="88"/>
                    <a:pt x="33" y="82"/>
                    <a:pt x="33" y="82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4"/>
                    <a:pt x="44" y="97"/>
                    <a:pt x="45" y="97"/>
                  </a:cubicBezTo>
                  <a:cubicBezTo>
                    <a:pt x="56" y="97"/>
                    <a:pt x="56" y="97"/>
                    <a:pt x="56" y="97"/>
                  </a:cubicBezTo>
                  <a:cubicBezTo>
                    <a:pt x="56" y="97"/>
                    <a:pt x="61" y="84"/>
                    <a:pt x="61" y="84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2"/>
                    <a:pt x="81" y="87"/>
                    <a:pt x="81" y="87"/>
                  </a:cubicBezTo>
                  <a:cubicBezTo>
                    <a:pt x="89" y="79"/>
                    <a:pt x="89" y="79"/>
                    <a:pt x="89" y="79"/>
                  </a:cubicBezTo>
                  <a:cubicBezTo>
                    <a:pt x="90" y="79"/>
                    <a:pt x="83" y="66"/>
                    <a:pt x="83" y="66"/>
                  </a:cubicBezTo>
                  <a:lnTo>
                    <a:pt x="86" y="60"/>
                  </a:lnTo>
                  <a:close/>
                  <a:moveTo>
                    <a:pt x="50" y="64"/>
                  </a:moveTo>
                  <a:cubicBezTo>
                    <a:pt x="41" y="64"/>
                    <a:pt x="34" y="57"/>
                    <a:pt x="34" y="49"/>
                  </a:cubicBezTo>
                  <a:cubicBezTo>
                    <a:pt x="34" y="40"/>
                    <a:pt x="41" y="33"/>
                    <a:pt x="50" y="33"/>
                  </a:cubicBezTo>
                  <a:cubicBezTo>
                    <a:pt x="59" y="33"/>
                    <a:pt x="66" y="40"/>
                    <a:pt x="66" y="49"/>
                  </a:cubicBezTo>
                  <a:cubicBezTo>
                    <a:pt x="66" y="57"/>
                    <a:pt x="59" y="64"/>
                    <a:pt x="50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91" name="Freeform 58"/>
            <p:cNvSpPr>
              <a:spLocks noEditPoints="1"/>
            </p:cNvSpPr>
            <p:nvPr/>
          </p:nvSpPr>
          <p:spPr bwMode="auto">
            <a:xfrm>
              <a:off x="8308715" y="1564044"/>
              <a:ext cx="154738" cy="154738"/>
            </a:xfrm>
            <a:custGeom>
              <a:avLst/>
              <a:gdLst>
                <a:gd name="T0" fmla="*/ 41 w 47"/>
                <a:gd name="T1" fmla="*/ 22 h 47"/>
                <a:gd name="T2" fmla="*/ 41 w 47"/>
                <a:gd name="T3" fmla="*/ 19 h 47"/>
                <a:gd name="T4" fmla="*/ 45 w 47"/>
                <a:gd name="T5" fmla="*/ 13 h 47"/>
                <a:gd name="T6" fmla="*/ 42 w 47"/>
                <a:gd name="T7" fmla="*/ 9 h 47"/>
                <a:gd name="T8" fmla="*/ 35 w 47"/>
                <a:gd name="T9" fmla="*/ 10 h 47"/>
                <a:gd name="T10" fmla="*/ 33 w 47"/>
                <a:gd name="T11" fmla="*/ 8 h 47"/>
                <a:gd name="T12" fmla="*/ 32 w 47"/>
                <a:gd name="T13" fmla="*/ 1 h 47"/>
                <a:gd name="T14" fmla="*/ 27 w 47"/>
                <a:gd name="T15" fmla="*/ 0 h 47"/>
                <a:gd name="T16" fmla="*/ 23 w 47"/>
                <a:gd name="T17" fmla="*/ 6 h 47"/>
                <a:gd name="T18" fmla="*/ 20 w 47"/>
                <a:gd name="T19" fmla="*/ 6 h 47"/>
                <a:gd name="T20" fmla="*/ 14 w 47"/>
                <a:gd name="T21" fmla="*/ 2 h 47"/>
                <a:gd name="T22" fmla="*/ 9 w 47"/>
                <a:gd name="T23" fmla="*/ 5 h 47"/>
                <a:gd name="T24" fmla="*/ 10 w 47"/>
                <a:gd name="T25" fmla="*/ 12 h 47"/>
                <a:gd name="T26" fmla="*/ 9 w 47"/>
                <a:gd name="T27" fmla="*/ 14 h 47"/>
                <a:gd name="T28" fmla="*/ 2 w 47"/>
                <a:gd name="T29" fmla="*/ 16 h 47"/>
                <a:gd name="T30" fmla="*/ 1 w 47"/>
                <a:gd name="T31" fmla="*/ 21 h 47"/>
                <a:gd name="T32" fmla="*/ 6 w 47"/>
                <a:gd name="T33" fmla="*/ 25 h 47"/>
                <a:gd name="T34" fmla="*/ 7 w 47"/>
                <a:gd name="T35" fmla="*/ 28 h 47"/>
                <a:gd name="T36" fmla="*/ 3 w 47"/>
                <a:gd name="T37" fmla="*/ 34 h 47"/>
                <a:gd name="T38" fmla="*/ 5 w 47"/>
                <a:gd name="T39" fmla="*/ 38 h 47"/>
                <a:gd name="T40" fmla="*/ 12 w 47"/>
                <a:gd name="T41" fmla="*/ 37 h 47"/>
                <a:gd name="T42" fmla="*/ 14 w 47"/>
                <a:gd name="T43" fmla="*/ 39 h 47"/>
                <a:gd name="T44" fmla="*/ 16 w 47"/>
                <a:gd name="T45" fmla="*/ 46 h 47"/>
                <a:gd name="T46" fmla="*/ 21 w 47"/>
                <a:gd name="T47" fmla="*/ 47 h 47"/>
                <a:gd name="T48" fmla="*/ 25 w 47"/>
                <a:gd name="T49" fmla="*/ 41 h 47"/>
                <a:gd name="T50" fmla="*/ 28 w 47"/>
                <a:gd name="T51" fmla="*/ 41 h 47"/>
                <a:gd name="T52" fmla="*/ 33 w 47"/>
                <a:gd name="T53" fmla="*/ 45 h 47"/>
                <a:gd name="T54" fmla="*/ 38 w 47"/>
                <a:gd name="T55" fmla="*/ 42 h 47"/>
                <a:gd name="T56" fmla="*/ 37 w 47"/>
                <a:gd name="T57" fmla="*/ 35 h 47"/>
                <a:gd name="T58" fmla="*/ 39 w 47"/>
                <a:gd name="T59" fmla="*/ 33 h 47"/>
                <a:gd name="T60" fmla="*/ 46 w 47"/>
                <a:gd name="T61" fmla="*/ 31 h 47"/>
                <a:gd name="T62" fmla="*/ 47 w 47"/>
                <a:gd name="T63" fmla="*/ 26 h 47"/>
                <a:gd name="T64" fmla="*/ 41 w 47"/>
                <a:gd name="T65" fmla="*/ 22 h 47"/>
                <a:gd name="T66" fmla="*/ 31 w 47"/>
                <a:gd name="T67" fmla="*/ 25 h 47"/>
                <a:gd name="T68" fmla="*/ 22 w 47"/>
                <a:gd name="T69" fmla="*/ 31 h 47"/>
                <a:gd name="T70" fmla="*/ 16 w 47"/>
                <a:gd name="T71" fmla="*/ 22 h 47"/>
                <a:gd name="T72" fmla="*/ 25 w 47"/>
                <a:gd name="T73" fmla="*/ 16 h 47"/>
                <a:gd name="T74" fmla="*/ 31 w 47"/>
                <a:gd name="T75" fmla="*/ 2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" h="47">
                  <a:moveTo>
                    <a:pt x="41" y="22"/>
                  </a:moveTo>
                  <a:cubicBezTo>
                    <a:pt x="41" y="19"/>
                    <a:pt x="41" y="19"/>
                    <a:pt x="41" y="19"/>
                  </a:cubicBezTo>
                  <a:cubicBezTo>
                    <a:pt x="41" y="19"/>
                    <a:pt x="45" y="14"/>
                    <a:pt x="45" y="1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35" y="10"/>
                    <a:pt x="35" y="10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2" y="1"/>
                    <a:pt x="32" y="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6" y="0"/>
                    <a:pt x="23" y="6"/>
                    <a:pt x="23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14" y="2"/>
                    <a:pt x="14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10" y="12"/>
                    <a:pt x="10" y="1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2" y="15"/>
                    <a:pt x="2" y="16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1"/>
                    <a:pt x="6" y="25"/>
                    <a:pt x="6" y="25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2" y="33"/>
                    <a:pt x="3" y="34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12" y="37"/>
                    <a:pt x="12" y="37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5" y="46"/>
                    <a:pt x="16" y="46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7"/>
                    <a:pt x="25" y="41"/>
                    <a:pt x="25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33" y="45"/>
                    <a:pt x="33" y="45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2"/>
                    <a:pt x="37" y="35"/>
                    <a:pt x="37" y="35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45" y="32"/>
                    <a:pt x="46" y="31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6"/>
                    <a:pt x="41" y="22"/>
                    <a:pt x="41" y="22"/>
                  </a:cubicBezTo>
                  <a:close/>
                  <a:moveTo>
                    <a:pt x="31" y="25"/>
                  </a:moveTo>
                  <a:cubicBezTo>
                    <a:pt x="30" y="29"/>
                    <a:pt x="26" y="32"/>
                    <a:pt x="22" y="31"/>
                  </a:cubicBezTo>
                  <a:cubicBezTo>
                    <a:pt x="18" y="30"/>
                    <a:pt x="15" y="26"/>
                    <a:pt x="16" y="22"/>
                  </a:cubicBezTo>
                  <a:cubicBezTo>
                    <a:pt x="17" y="18"/>
                    <a:pt x="22" y="15"/>
                    <a:pt x="25" y="16"/>
                  </a:cubicBezTo>
                  <a:cubicBezTo>
                    <a:pt x="29" y="17"/>
                    <a:pt x="32" y="21"/>
                    <a:pt x="31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92" name="Freeform 64"/>
          <p:cNvSpPr>
            <a:spLocks noEditPoints="1"/>
          </p:cNvSpPr>
          <p:nvPr/>
        </p:nvSpPr>
        <p:spPr bwMode="auto">
          <a:xfrm>
            <a:off x="4237038" y="2279650"/>
            <a:ext cx="587375" cy="560388"/>
          </a:xfrm>
          <a:custGeom>
            <a:avLst/>
            <a:gdLst>
              <a:gd name="T0" fmla="*/ 552316 w 133"/>
              <a:gd name="T1" fmla="*/ 0 h 127"/>
              <a:gd name="T2" fmla="*/ 39767 w 133"/>
              <a:gd name="T3" fmla="*/ 0 h 127"/>
              <a:gd name="T4" fmla="*/ 0 w 133"/>
              <a:gd name="T5" fmla="*/ 39763 h 127"/>
              <a:gd name="T6" fmla="*/ 0 w 133"/>
              <a:gd name="T7" fmla="*/ 402050 h 127"/>
              <a:gd name="T8" fmla="*/ 39767 w 133"/>
              <a:gd name="T9" fmla="*/ 441813 h 127"/>
              <a:gd name="T10" fmla="*/ 234182 w 133"/>
              <a:gd name="T11" fmla="*/ 441813 h 127"/>
              <a:gd name="T12" fmla="*/ 176741 w 133"/>
              <a:gd name="T13" fmla="*/ 521340 h 127"/>
              <a:gd name="T14" fmla="*/ 176741 w 133"/>
              <a:gd name="T15" fmla="*/ 561103 h 127"/>
              <a:gd name="T16" fmla="*/ 234182 w 133"/>
              <a:gd name="T17" fmla="*/ 561103 h 127"/>
              <a:gd name="T18" fmla="*/ 353482 w 133"/>
              <a:gd name="T19" fmla="*/ 561103 h 127"/>
              <a:gd name="T20" fmla="*/ 415341 w 133"/>
              <a:gd name="T21" fmla="*/ 561103 h 127"/>
              <a:gd name="T22" fmla="*/ 415341 w 133"/>
              <a:gd name="T23" fmla="*/ 521340 h 127"/>
              <a:gd name="T24" fmla="*/ 353482 w 133"/>
              <a:gd name="T25" fmla="*/ 441813 h 127"/>
              <a:gd name="T26" fmla="*/ 552316 w 133"/>
              <a:gd name="T27" fmla="*/ 441813 h 127"/>
              <a:gd name="T28" fmla="*/ 587664 w 133"/>
              <a:gd name="T29" fmla="*/ 402050 h 127"/>
              <a:gd name="T30" fmla="*/ 587664 w 133"/>
              <a:gd name="T31" fmla="*/ 39763 h 127"/>
              <a:gd name="T32" fmla="*/ 552316 w 133"/>
              <a:gd name="T33" fmla="*/ 0 h 127"/>
              <a:gd name="T34" fmla="*/ 265112 w 133"/>
              <a:gd name="T35" fmla="*/ 393214 h 127"/>
              <a:gd name="T36" fmla="*/ 296041 w 133"/>
              <a:gd name="T37" fmla="*/ 362287 h 127"/>
              <a:gd name="T38" fmla="*/ 331389 w 133"/>
              <a:gd name="T39" fmla="*/ 393214 h 127"/>
              <a:gd name="T40" fmla="*/ 296041 w 133"/>
              <a:gd name="T41" fmla="*/ 428559 h 127"/>
              <a:gd name="T42" fmla="*/ 265112 w 133"/>
              <a:gd name="T43" fmla="*/ 393214 h 127"/>
              <a:gd name="T44" fmla="*/ 547897 w 133"/>
              <a:gd name="T45" fmla="*/ 349033 h 127"/>
              <a:gd name="T46" fmla="*/ 44185 w 133"/>
              <a:gd name="T47" fmla="*/ 349033 h 127"/>
              <a:gd name="T48" fmla="*/ 44185 w 133"/>
              <a:gd name="T49" fmla="*/ 44181 h 127"/>
              <a:gd name="T50" fmla="*/ 547897 w 133"/>
              <a:gd name="T51" fmla="*/ 44181 h 127"/>
              <a:gd name="T52" fmla="*/ 547897 w 133"/>
              <a:gd name="T53" fmla="*/ 349033 h 127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33" h="127">
                <a:moveTo>
                  <a:pt x="125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6"/>
                  <a:pt x="4" y="100"/>
                  <a:pt x="9" y="100"/>
                </a:cubicBezTo>
                <a:cubicBezTo>
                  <a:pt x="53" y="100"/>
                  <a:pt x="53" y="100"/>
                  <a:pt x="53" y="100"/>
                </a:cubicBezTo>
                <a:cubicBezTo>
                  <a:pt x="53" y="100"/>
                  <a:pt x="55" y="118"/>
                  <a:pt x="40" y="118"/>
                </a:cubicBezTo>
                <a:cubicBezTo>
                  <a:pt x="40" y="127"/>
                  <a:pt x="40" y="127"/>
                  <a:pt x="40" y="127"/>
                </a:cubicBezTo>
                <a:cubicBezTo>
                  <a:pt x="53" y="127"/>
                  <a:pt x="53" y="127"/>
                  <a:pt x="53" y="127"/>
                </a:cubicBezTo>
                <a:cubicBezTo>
                  <a:pt x="80" y="127"/>
                  <a:pt x="80" y="127"/>
                  <a:pt x="80" y="127"/>
                </a:cubicBezTo>
                <a:cubicBezTo>
                  <a:pt x="94" y="127"/>
                  <a:pt x="94" y="127"/>
                  <a:pt x="94" y="127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78" y="118"/>
                  <a:pt x="80" y="100"/>
                  <a:pt x="80" y="100"/>
                </a:cubicBezTo>
                <a:cubicBezTo>
                  <a:pt x="125" y="100"/>
                  <a:pt x="125" y="100"/>
                  <a:pt x="125" y="100"/>
                </a:cubicBezTo>
                <a:cubicBezTo>
                  <a:pt x="129" y="100"/>
                  <a:pt x="133" y="96"/>
                  <a:pt x="133" y="91"/>
                </a:cubicBezTo>
                <a:cubicBezTo>
                  <a:pt x="133" y="9"/>
                  <a:pt x="133" y="9"/>
                  <a:pt x="133" y="9"/>
                </a:cubicBezTo>
                <a:cubicBezTo>
                  <a:pt x="133" y="4"/>
                  <a:pt x="129" y="0"/>
                  <a:pt x="125" y="0"/>
                </a:cubicBezTo>
                <a:close/>
                <a:moveTo>
                  <a:pt x="60" y="89"/>
                </a:moveTo>
                <a:cubicBezTo>
                  <a:pt x="60" y="85"/>
                  <a:pt x="63" y="82"/>
                  <a:pt x="67" y="82"/>
                </a:cubicBezTo>
                <a:cubicBezTo>
                  <a:pt x="72" y="82"/>
                  <a:pt x="75" y="85"/>
                  <a:pt x="75" y="89"/>
                </a:cubicBezTo>
                <a:cubicBezTo>
                  <a:pt x="75" y="94"/>
                  <a:pt x="72" y="97"/>
                  <a:pt x="67" y="97"/>
                </a:cubicBezTo>
                <a:cubicBezTo>
                  <a:pt x="63" y="97"/>
                  <a:pt x="60" y="94"/>
                  <a:pt x="60" y="89"/>
                </a:cubicBezTo>
                <a:close/>
                <a:moveTo>
                  <a:pt x="124" y="79"/>
                </a:moveTo>
                <a:cubicBezTo>
                  <a:pt x="10" y="79"/>
                  <a:pt x="10" y="79"/>
                  <a:pt x="10" y="79"/>
                </a:cubicBezTo>
                <a:cubicBezTo>
                  <a:pt x="10" y="10"/>
                  <a:pt x="10" y="10"/>
                  <a:pt x="10" y="10"/>
                </a:cubicBezTo>
                <a:cubicBezTo>
                  <a:pt x="124" y="10"/>
                  <a:pt x="124" y="10"/>
                  <a:pt x="124" y="10"/>
                </a:cubicBezTo>
                <a:lnTo>
                  <a:pt x="124" y="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3" name="Group 130"/>
          <p:cNvGrpSpPr/>
          <p:nvPr/>
        </p:nvGrpSpPr>
        <p:grpSpPr>
          <a:xfrm>
            <a:off x="3464143" y="3532188"/>
            <a:ext cx="284519" cy="359394"/>
            <a:chOff x="3526798" y="4057329"/>
            <a:chExt cx="284519" cy="359394"/>
          </a:xfrm>
          <a:solidFill>
            <a:schemeClr val="bg1"/>
          </a:solidFill>
        </p:grpSpPr>
        <p:sp>
          <p:nvSpPr>
            <p:cNvPr id="94" name="Freeform 107"/>
            <p:cNvSpPr/>
            <p:nvPr/>
          </p:nvSpPr>
          <p:spPr bwMode="auto">
            <a:xfrm>
              <a:off x="3561739" y="4092269"/>
              <a:ext cx="214637" cy="289511"/>
            </a:xfrm>
            <a:custGeom>
              <a:avLst/>
              <a:gdLst>
                <a:gd name="T0" fmla="*/ 0 w 86"/>
                <a:gd name="T1" fmla="*/ 10 h 116"/>
                <a:gd name="T2" fmla="*/ 76 w 86"/>
                <a:gd name="T3" fmla="*/ 10 h 116"/>
                <a:gd name="T4" fmla="*/ 76 w 86"/>
                <a:gd name="T5" fmla="*/ 116 h 116"/>
                <a:gd name="T6" fmla="*/ 86 w 86"/>
                <a:gd name="T7" fmla="*/ 116 h 116"/>
                <a:gd name="T8" fmla="*/ 86 w 86"/>
                <a:gd name="T9" fmla="*/ 0 h 116"/>
                <a:gd name="T10" fmla="*/ 0 w 86"/>
                <a:gd name="T11" fmla="*/ 0 h 116"/>
                <a:gd name="T12" fmla="*/ 0 w 86"/>
                <a:gd name="T13" fmla="*/ 1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116">
                  <a:moveTo>
                    <a:pt x="0" y="10"/>
                  </a:moveTo>
                  <a:lnTo>
                    <a:pt x="76" y="10"/>
                  </a:lnTo>
                  <a:lnTo>
                    <a:pt x="76" y="116"/>
                  </a:lnTo>
                  <a:lnTo>
                    <a:pt x="86" y="116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95" name="Freeform 108"/>
            <p:cNvSpPr/>
            <p:nvPr/>
          </p:nvSpPr>
          <p:spPr bwMode="auto">
            <a:xfrm>
              <a:off x="3599175" y="4057329"/>
              <a:ext cx="212142" cy="284519"/>
            </a:xfrm>
            <a:custGeom>
              <a:avLst/>
              <a:gdLst>
                <a:gd name="T0" fmla="*/ 0 w 85"/>
                <a:gd name="T1" fmla="*/ 0 h 114"/>
                <a:gd name="T2" fmla="*/ 0 w 85"/>
                <a:gd name="T3" fmla="*/ 9 h 114"/>
                <a:gd name="T4" fmla="*/ 76 w 85"/>
                <a:gd name="T5" fmla="*/ 9 h 114"/>
                <a:gd name="T6" fmla="*/ 76 w 85"/>
                <a:gd name="T7" fmla="*/ 114 h 114"/>
                <a:gd name="T8" fmla="*/ 85 w 85"/>
                <a:gd name="T9" fmla="*/ 114 h 114"/>
                <a:gd name="T10" fmla="*/ 85 w 85"/>
                <a:gd name="T11" fmla="*/ 0 h 114"/>
                <a:gd name="T12" fmla="*/ 0 w 85"/>
                <a:gd name="T1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114">
                  <a:moveTo>
                    <a:pt x="0" y="0"/>
                  </a:moveTo>
                  <a:lnTo>
                    <a:pt x="0" y="9"/>
                  </a:lnTo>
                  <a:lnTo>
                    <a:pt x="76" y="9"/>
                  </a:lnTo>
                  <a:lnTo>
                    <a:pt x="76" y="114"/>
                  </a:lnTo>
                  <a:lnTo>
                    <a:pt x="85" y="114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96" name="Freeform 109"/>
            <p:cNvSpPr/>
            <p:nvPr/>
          </p:nvSpPr>
          <p:spPr bwMode="auto">
            <a:xfrm>
              <a:off x="3526798" y="4129707"/>
              <a:ext cx="212142" cy="287016"/>
            </a:xfrm>
            <a:custGeom>
              <a:avLst/>
              <a:gdLst>
                <a:gd name="T0" fmla="*/ 0 w 85"/>
                <a:gd name="T1" fmla="*/ 0 h 115"/>
                <a:gd name="T2" fmla="*/ 0 w 85"/>
                <a:gd name="T3" fmla="*/ 115 h 115"/>
                <a:gd name="T4" fmla="*/ 85 w 85"/>
                <a:gd name="T5" fmla="*/ 115 h 115"/>
                <a:gd name="T6" fmla="*/ 85 w 85"/>
                <a:gd name="T7" fmla="*/ 105 h 115"/>
                <a:gd name="T8" fmla="*/ 85 w 85"/>
                <a:gd name="T9" fmla="*/ 0 h 115"/>
                <a:gd name="T10" fmla="*/ 10 w 85"/>
                <a:gd name="T11" fmla="*/ 0 h 115"/>
                <a:gd name="T12" fmla="*/ 0 w 85"/>
                <a:gd name="T1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115">
                  <a:moveTo>
                    <a:pt x="0" y="0"/>
                  </a:moveTo>
                  <a:lnTo>
                    <a:pt x="0" y="115"/>
                  </a:lnTo>
                  <a:lnTo>
                    <a:pt x="85" y="115"/>
                  </a:lnTo>
                  <a:lnTo>
                    <a:pt x="85" y="105"/>
                  </a:lnTo>
                  <a:lnTo>
                    <a:pt x="85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97" name="Group 134"/>
          <p:cNvGrpSpPr/>
          <p:nvPr/>
        </p:nvGrpSpPr>
        <p:grpSpPr>
          <a:xfrm>
            <a:off x="5371248" y="3504734"/>
            <a:ext cx="389342" cy="339426"/>
            <a:chOff x="7540014" y="4306907"/>
            <a:chExt cx="389342" cy="339426"/>
          </a:xfrm>
          <a:solidFill>
            <a:schemeClr val="bg1"/>
          </a:solidFill>
        </p:grpSpPr>
        <p:sp>
          <p:nvSpPr>
            <p:cNvPr id="98" name="Freeform 110"/>
            <p:cNvSpPr/>
            <p:nvPr/>
          </p:nvSpPr>
          <p:spPr bwMode="auto">
            <a:xfrm>
              <a:off x="7799575" y="4409234"/>
              <a:ext cx="102328" cy="102328"/>
            </a:xfrm>
            <a:custGeom>
              <a:avLst/>
              <a:gdLst>
                <a:gd name="T0" fmla="*/ 0 w 41"/>
                <a:gd name="T1" fmla="*/ 39 h 41"/>
                <a:gd name="T2" fmla="*/ 3 w 41"/>
                <a:gd name="T3" fmla="*/ 41 h 41"/>
                <a:gd name="T4" fmla="*/ 41 w 41"/>
                <a:gd name="T5" fmla="*/ 3 h 41"/>
                <a:gd name="T6" fmla="*/ 39 w 41"/>
                <a:gd name="T7" fmla="*/ 0 h 41"/>
                <a:gd name="T8" fmla="*/ 0 w 41"/>
                <a:gd name="T9" fmla="*/ 3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9"/>
                  </a:moveTo>
                  <a:lnTo>
                    <a:pt x="3" y="41"/>
                  </a:lnTo>
                  <a:lnTo>
                    <a:pt x="41" y="3"/>
                  </a:lnTo>
                  <a:lnTo>
                    <a:pt x="39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99" name="Freeform 111"/>
            <p:cNvSpPr/>
            <p:nvPr/>
          </p:nvSpPr>
          <p:spPr bwMode="auto">
            <a:xfrm>
              <a:off x="7777112" y="4381780"/>
              <a:ext cx="109814" cy="114806"/>
            </a:xfrm>
            <a:custGeom>
              <a:avLst/>
              <a:gdLst>
                <a:gd name="T0" fmla="*/ 37 w 44"/>
                <a:gd name="T1" fmla="*/ 0 h 46"/>
                <a:gd name="T2" fmla="*/ 0 w 44"/>
                <a:gd name="T3" fmla="*/ 39 h 46"/>
                <a:gd name="T4" fmla="*/ 6 w 44"/>
                <a:gd name="T5" fmla="*/ 46 h 46"/>
                <a:gd name="T6" fmla="*/ 44 w 44"/>
                <a:gd name="T7" fmla="*/ 8 h 46"/>
                <a:gd name="T8" fmla="*/ 37 w 44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6">
                  <a:moveTo>
                    <a:pt x="37" y="0"/>
                  </a:moveTo>
                  <a:lnTo>
                    <a:pt x="0" y="39"/>
                  </a:lnTo>
                  <a:lnTo>
                    <a:pt x="6" y="46"/>
                  </a:lnTo>
                  <a:lnTo>
                    <a:pt x="44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0" name="Freeform 112"/>
            <p:cNvSpPr/>
            <p:nvPr/>
          </p:nvSpPr>
          <p:spPr bwMode="auto">
            <a:xfrm>
              <a:off x="7757146" y="4366805"/>
              <a:ext cx="104823" cy="104823"/>
            </a:xfrm>
            <a:custGeom>
              <a:avLst/>
              <a:gdLst>
                <a:gd name="T0" fmla="*/ 0 w 42"/>
                <a:gd name="T1" fmla="*/ 38 h 42"/>
                <a:gd name="T2" fmla="*/ 4 w 42"/>
                <a:gd name="T3" fmla="*/ 42 h 42"/>
                <a:gd name="T4" fmla="*/ 42 w 42"/>
                <a:gd name="T5" fmla="*/ 4 h 42"/>
                <a:gd name="T6" fmla="*/ 38 w 42"/>
                <a:gd name="T7" fmla="*/ 0 h 42"/>
                <a:gd name="T8" fmla="*/ 0 w 42"/>
                <a:gd name="T9" fmla="*/ 3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2">
                  <a:moveTo>
                    <a:pt x="0" y="38"/>
                  </a:moveTo>
                  <a:lnTo>
                    <a:pt x="4" y="42"/>
                  </a:lnTo>
                  <a:lnTo>
                    <a:pt x="42" y="4"/>
                  </a:lnTo>
                  <a:lnTo>
                    <a:pt x="38" y="0"/>
                  </a:ln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1" name="Freeform 113"/>
            <p:cNvSpPr/>
            <p:nvPr/>
          </p:nvSpPr>
          <p:spPr bwMode="auto">
            <a:xfrm>
              <a:off x="7729693" y="4469133"/>
              <a:ext cx="69882" cy="69882"/>
            </a:xfrm>
            <a:custGeom>
              <a:avLst/>
              <a:gdLst>
                <a:gd name="T0" fmla="*/ 28 w 28"/>
                <a:gd name="T1" fmla="*/ 20 h 28"/>
                <a:gd name="T2" fmla="*/ 8 w 28"/>
                <a:gd name="T3" fmla="*/ 0 h 28"/>
                <a:gd name="T4" fmla="*/ 0 w 28"/>
                <a:gd name="T5" fmla="*/ 20 h 28"/>
                <a:gd name="T6" fmla="*/ 9 w 28"/>
                <a:gd name="T7" fmla="*/ 28 h 28"/>
                <a:gd name="T8" fmla="*/ 28 w 28"/>
                <a:gd name="T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28" y="20"/>
                  </a:moveTo>
                  <a:lnTo>
                    <a:pt x="8" y="0"/>
                  </a:lnTo>
                  <a:lnTo>
                    <a:pt x="0" y="20"/>
                  </a:lnTo>
                  <a:lnTo>
                    <a:pt x="9" y="28"/>
                  </a:lnTo>
                  <a:lnTo>
                    <a:pt x="2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2" name="Freeform 114"/>
            <p:cNvSpPr/>
            <p:nvPr/>
          </p:nvSpPr>
          <p:spPr bwMode="auto">
            <a:xfrm>
              <a:off x="7712222" y="4526535"/>
              <a:ext cx="34941" cy="32446"/>
            </a:xfrm>
            <a:custGeom>
              <a:avLst/>
              <a:gdLst>
                <a:gd name="T0" fmla="*/ 0 w 14"/>
                <a:gd name="T1" fmla="*/ 13 h 13"/>
                <a:gd name="T2" fmla="*/ 14 w 14"/>
                <a:gd name="T3" fmla="*/ 6 h 13"/>
                <a:gd name="T4" fmla="*/ 6 w 14"/>
                <a:gd name="T5" fmla="*/ 0 h 13"/>
                <a:gd name="T6" fmla="*/ 0 w 14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3">
                  <a:moveTo>
                    <a:pt x="0" y="13"/>
                  </a:moveTo>
                  <a:lnTo>
                    <a:pt x="14" y="6"/>
                  </a:lnTo>
                  <a:lnTo>
                    <a:pt x="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3" name="Freeform 115"/>
            <p:cNvSpPr/>
            <p:nvPr/>
          </p:nvSpPr>
          <p:spPr bwMode="auto">
            <a:xfrm>
              <a:off x="7859474" y="4341848"/>
              <a:ext cx="69882" cy="69882"/>
            </a:xfrm>
            <a:custGeom>
              <a:avLst/>
              <a:gdLst>
                <a:gd name="T0" fmla="*/ 7 w 28"/>
                <a:gd name="T1" fmla="*/ 0 h 28"/>
                <a:gd name="T2" fmla="*/ 0 w 28"/>
                <a:gd name="T3" fmla="*/ 8 h 28"/>
                <a:gd name="T4" fmla="*/ 20 w 28"/>
                <a:gd name="T5" fmla="*/ 28 h 28"/>
                <a:gd name="T6" fmla="*/ 28 w 28"/>
                <a:gd name="T7" fmla="*/ 20 h 28"/>
                <a:gd name="T8" fmla="*/ 7 w 28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7" y="0"/>
                  </a:moveTo>
                  <a:lnTo>
                    <a:pt x="0" y="8"/>
                  </a:lnTo>
                  <a:lnTo>
                    <a:pt x="20" y="28"/>
                  </a:lnTo>
                  <a:lnTo>
                    <a:pt x="28" y="2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4" name="Freeform 116"/>
            <p:cNvSpPr/>
            <p:nvPr/>
          </p:nvSpPr>
          <p:spPr bwMode="auto">
            <a:xfrm>
              <a:off x="7540014" y="4306907"/>
              <a:ext cx="279527" cy="339426"/>
            </a:xfrm>
            <a:custGeom>
              <a:avLst/>
              <a:gdLst>
                <a:gd name="T0" fmla="*/ 104 w 112"/>
                <a:gd name="T1" fmla="*/ 101 h 136"/>
                <a:gd name="T2" fmla="*/ 83 w 112"/>
                <a:gd name="T3" fmla="*/ 101 h 136"/>
                <a:gd name="T4" fmla="*/ 83 w 112"/>
                <a:gd name="T5" fmla="*/ 129 h 136"/>
                <a:gd name="T6" fmla="*/ 7 w 112"/>
                <a:gd name="T7" fmla="*/ 129 h 136"/>
                <a:gd name="T8" fmla="*/ 7 w 112"/>
                <a:gd name="T9" fmla="*/ 32 h 136"/>
                <a:gd name="T10" fmla="*/ 104 w 112"/>
                <a:gd name="T11" fmla="*/ 32 h 136"/>
                <a:gd name="T12" fmla="*/ 104 w 112"/>
                <a:gd name="T13" fmla="*/ 40 h 136"/>
                <a:gd name="T14" fmla="*/ 112 w 112"/>
                <a:gd name="T15" fmla="*/ 32 h 136"/>
                <a:gd name="T16" fmla="*/ 112 w 112"/>
                <a:gd name="T17" fmla="*/ 6 h 136"/>
                <a:gd name="T18" fmla="*/ 97 w 112"/>
                <a:gd name="T19" fmla="*/ 6 h 136"/>
                <a:gd name="T20" fmla="*/ 97 w 112"/>
                <a:gd name="T21" fmla="*/ 20 h 136"/>
                <a:gd name="T22" fmla="*/ 95 w 112"/>
                <a:gd name="T23" fmla="*/ 20 h 136"/>
                <a:gd name="T24" fmla="*/ 95 w 112"/>
                <a:gd name="T25" fmla="*/ 0 h 136"/>
                <a:gd name="T26" fmla="*/ 89 w 112"/>
                <a:gd name="T27" fmla="*/ 0 h 136"/>
                <a:gd name="T28" fmla="*/ 89 w 112"/>
                <a:gd name="T29" fmla="*/ 20 h 136"/>
                <a:gd name="T30" fmla="*/ 87 w 112"/>
                <a:gd name="T31" fmla="*/ 20 h 136"/>
                <a:gd name="T32" fmla="*/ 87 w 112"/>
                <a:gd name="T33" fmla="*/ 6 h 136"/>
                <a:gd name="T34" fmla="*/ 79 w 112"/>
                <a:gd name="T35" fmla="*/ 6 h 136"/>
                <a:gd name="T36" fmla="*/ 79 w 112"/>
                <a:gd name="T37" fmla="*/ 20 h 136"/>
                <a:gd name="T38" fmla="*/ 76 w 112"/>
                <a:gd name="T39" fmla="*/ 20 h 136"/>
                <a:gd name="T40" fmla="*/ 76 w 112"/>
                <a:gd name="T41" fmla="*/ 0 h 136"/>
                <a:gd name="T42" fmla="*/ 72 w 112"/>
                <a:gd name="T43" fmla="*/ 0 h 136"/>
                <a:gd name="T44" fmla="*/ 72 w 112"/>
                <a:gd name="T45" fmla="*/ 20 h 136"/>
                <a:gd name="T46" fmla="*/ 68 w 112"/>
                <a:gd name="T47" fmla="*/ 20 h 136"/>
                <a:gd name="T48" fmla="*/ 68 w 112"/>
                <a:gd name="T49" fmla="*/ 6 h 136"/>
                <a:gd name="T50" fmla="*/ 60 w 112"/>
                <a:gd name="T51" fmla="*/ 6 h 136"/>
                <a:gd name="T52" fmla="*/ 60 w 112"/>
                <a:gd name="T53" fmla="*/ 20 h 136"/>
                <a:gd name="T54" fmla="*/ 57 w 112"/>
                <a:gd name="T55" fmla="*/ 20 h 136"/>
                <a:gd name="T56" fmla="*/ 57 w 112"/>
                <a:gd name="T57" fmla="*/ 0 h 136"/>
                <a:gd name="T58" fmla="*/ 53 w 112"/>
                <a:gd name="T59" fmla="*/ 0 h 136"/>
                <a:gd name="T60" fmla="*/ 53 w 112"/>
                <a:gd name="T61" fmla="*/ 20 h 136"/>
                <a:gd name="T62" fmla="*/ 51 w 112"/>
                <a:gd name="T63" fmla="*/ 20 h 136"/>
                <a:gd name="T64" fmla="*/ 51 w 112"/>
                <a:gd name="T65" fmla="*/ 6 h 136"/>
                <a:gd name="T66" fmla="*/ 43 w 112"/>
                <a:gd name="T67" fmla="*/ 6 h 136"/>
                <a:gd name="T68" fmla="*/ 43 w 112"/>
                <a:gd name="T69" fmla="*/ 20 h 136"/>
                <a:gd name="T70" fmla="*/ 40 w 112"/>
                <a:gd name="T71" fmla="*/ 20 h 136"/>
                <a:gd name="T72" fmla="*/ 40 w 112"/>
                <a:gd name="T73" fmla="*/ 0 h 136"/>
                <a:gd name="T74" fmla="*/ 35 w 112"/>
                <a:gd name="T75" fmla="*/ 0 h 136"/>
                <a:gd name="T76" fmla="*/ 35 w 112"/>
                <a:gd name="T77" fmla="*/ 20 h 136"/>
                <a:gd name="T78" fmla="*/ 32 w 112"/>
                <a:gd name="T79" fmla="*/ 20 h 136"/>
                <a:gd name="T80" fmla="*/ 32 w 112"/>
                <a:gd name="T81" fmla="*/ 6 h 136"/>
                <a:gd name="T82" fmla="*/ 25 w 112"/>
                <a:gd name="T83" fmla="*/ 6 h 136"/>
                <a:gd name="T84" fmla="*/ 25 w 112"/>
                <a:gd name="T85" fmla="*/ 20 h 136"/>
                <a:gd name="T86" fmla="*/ 23 w 112"/>
                <a:gd name="T87" fmla="*/ 20 h 136"/>
                <a:gd name="T88" fmla="*/ 23 w 112"/>
                <a:gd name="T89" fmla="*/ 0 h 136"/>
                <a:gd name="T90" fmla="*/ 17 w 112"/>
                <a:gd name="T91" fmla="*/ 0 h 136"/>
                <a:gd name="T92" fmla="*/ 17 w 112"/>
                <a:gd name="T93" fmla="*/ 20 h 136"/>
                <a:gd name="T94" fmla="*/ 15 w 112"/>
                <a:gd name="T95" fmla="*/ 20 h 136"/>
                <a:gd name="T96" fmla="*/ 15 w 112"/>
                <a:gd name="T97" fmla="*/ 6 h 136"/>
                <a:gd name="T98" fmla="*/ 0 w 112"/>
                <a:gd name="T99" fmla="*/ 6 h 136"/>
                <a:gd name="T100" fmla="*/ 0 w 112"/>
                <a:gd name="T101" fmla="*/ 24 h 136"/>
                <a:gd name="T102" fmla="*/ 0 w 112"/>
                <a:gd name="T103" fmla="*/ 28 h 136"/>
                <a:gd name="T104" fmla="*/ 0 w 112"/>
                <a:gd name="T105" fmla="*/ 136 h 136"/>
                <a:gd name="T106" fmla="*/ 89 w 112"/>
                <a:gd name="T107" fmla="*/ 136 h 136"/>
                <a:gd name="T108" fmla="*/ 112 w 112"/>
                <a:gd name="T109" fmla="*/ 110 h 136"/>
                <a:gd name="T110" fmla="*/ 112 w 112"/>
                <a:gd name="T111" fmla="*/ 84 h 136"/>
                <a:gd name="T112" fmla="*/ 104 w 112"/>
                <a:gd name="T113" fmla="*/ 92 h 136"/>
                <a:gd name="T114" fmla="*/ 104 w 112"/>
                <a:gd name="T115" fmla="*/ 10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2" h="136">
                  <a:moveTo>
                    <a:pt x="104" y="101"/>
                  </a:moveTo>
                  <a:lnTo>
                    <a:pt x="83" y="101"/>
                  </a:lnTo>
                  <a:lnTo>
                    <a:pt x="83" y="129"/>
                  </a:lnTo>
                  <a:lnTo>
                    <a:pt x="7" y="129"/>
                  </a:lnTo>
                  <a:lnTo>
                    <a:pt x="7" y="32"/>
                  </a:lnTo>
                  <a:lnTo>
                    <a:pt x="104" y="32"/>
                  </a:lnTo>
                  <a:lnTo>
                    <a:pt x="104" y="40"/>
                  </a:lnTo>
                  <a:lnTo>
                    <a:pt x="112" y="32"/>
                  </a:lnTo>
                  <a:lnTo>
                    <a:pt x="112" y="6"/>
                  </a:lnTo>
                  <a:lnTo>
                    <a:pt x="97" y="6"/>
                  </a:lnTo>
                  <a:lnTo>
                    <a:pt x="97" y="20"/>
                  </a:lnTo>
                  <a:lnTo>
                    <a:pt x="95" y="20"/>
                  </a:lnTo>
                  <a:lnTo>
                    <a:pt x="95" y="0"/>
                  </a:lnTo>
                  <a:lnTo>
                    <a:pt x="89" y="0"/>
                  </a:lnTo>
                  <a:lnTo>
                    <a:pt x="89" y="20"/>
                  </a:lnTo>
                  <a:lnTo>
                    <a:pt x="87" y="20"/>
                  </a:lnTo>
                  <a:lnTo>
                    <a:pt x="87" y="6"/>
                  </a:lnTo>
                  <a:lnTo>
                    <a:pt x="79" y="6"/>
                  </a:lnTo>
                  <a:lnTo>
                    <a:pt x="79" y="20"/>
                  </a:lnTo>
                  <a:lnTo>
                    <a:pt x="76" y="20"/>
                  </a:lnTo>
                  <a:lnTo>
                    <a:pt x="76" y="0"/>
                  </a:lnTo>
                  <a:lnTo>
                    <a:pt x="72" y="0"/>
                  </a:lnTo>
                  <a:lnTo>
                    <a:pt x="72" y="20"/>
                  </a:lnTo>
                  <a:lnTo>
                    <a:pt x="68" y="20"/>
                  </a:lnTo>
                  <a:lnTo>
                    <a:pt x="68" y="6"/>
                  </a:lnTo>
                  <a:lnTo>
                    <a:pt x="60" y="6"/>
                  </a:lnTo>
                  <a:lnTo>
                    <a:pt x="60" y="20"/>
                  </a:lnTo>
                  <a:lnTo>
                    <a:pt x="57" y="20"/>
                  </a:lnTo>
                  <a:lnTo>
                    <a:pt x="57" y="0"/>
                  </a:lnTo>
                  <a:lnTo>
                    <a:pt x="53" y="0"/>
                  </a:lnTo>
                  <a:lnTo>
                    <a:pt x="53" y="20"/>
                  </a:lnTo>
                  <a:lnTo>
                    <a:pt x="51" y="20"/>
                  </a:lnTo>
                  <a:lnTo>
                    <a:pt x="51" y="6"/>
                  </a:lnTo>
                  <a:lnTo>
                    <a:pt x="43" y="6"/>
                  </a:lnTo>
                  <a:lnTo>
                    <a:pt x="43" y="20"/>
                  </a:lnTo>
                  <a:lnTo>
                    <a:pt x="40" y="20"/>
                  </a:lnTo>
                  <a:lnTo>
                    <a:pt x="40" y="0"/>
                  </a:lnTo>
                  <a:lnTo>
                    <a:pt x="35" y="0"/>
                  </a:lnTo>
                  <a:lnTo>
                    <a:pt x="35" y="20"/>
                  </a:lnTo>
                  <a:lnTo>
                    <a:pt x="32" y="20"/>
                  </a:lnTo>
                  <a:lnTo>
                    <a:pt x="32" y="6"/>
                  </a:lnTo>
                  <a:lnTo>
                    <a:pt x="25" y="6"/>
                  </a:lnTo>
                  <a:lnTo>
                    <a:pt x="25" y="20"/>
                  </a:lnTo>
                  <a:lnTo>
                    <a:pt x="23" y="20"/>
                  </a:lnTo>
                  <a:lnTo>
                    <a:pt x="23" y="0"/>
                  </a:lnTo>
                  <a:lnTo>
                    <a:pt x="17" y="0"/>
                  </a:lnTo>
                  <a:lnTo>
                    <a:pt x="17" y="20"/>
                  </a:lnTo>
                  <a:lnTo>
                    <a:pt x="15" y="20"/>
                  </a:lnTo>
                  <a:lnTo>
                    <a:pt x="15" y="6"/>
                  </a:lnTo>
                  <a:lnTo>
                    <a:pt x="0" y="6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0" y="136"/>
                  </a:lnTo>
                  <a:lnTo>
                    <a:pt x="89" y="136"/>
                  </a:lnTo>
                  <a:lnTo>
                    <a:pt x="112" y="110"/>
                  </a:lnTo>
                  <a:lnTo>
                    <a:pt x="112" y="84"/>
                  </a:lnTo>
                  <a:lnTo>
                    <a:pt x="104" y="92"/>
                  </a:lnTo>
                  <a:lnTo>
                    <a:pt x="104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5" name="Rectangle 117"/>
            <p:cNvSpPr>
              <a:spLocks noChangeArrowheads="1"/>
            </p:cNvSpPr>
            <p:nvPr/>
          </p:nvSpPr>
          <p:spPr bwMode="auto">
            <a:xfrm>
              <a:off x="7589930" y="4421713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6" name="Rectangle 118"/>
            <p:cNvSpPr>
              <a:spLocks noChangeArrowheads="1"/>
            </p:cNvSpPr>
            <p:nvPr/>
          </p:nvSpPr>
          <p:spPr bwMode="auto">
            <a:xfrm>
              <a:off x="7589930" y="4461645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7" name="Rectangle 119"/>
            <p:cNvSpPr>
              <a:spLocks noChangeArrowheads="1"/>
            </p:cNvSpPr>
            <p:nvPr/>
          </p:nvSpPr>
          <p:spPr bwMode="auto">
            <a:xfrm>
              <a:off x="7589930" y="4506569"/>
              <a:ext cx="109814" cy="14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8" name="Rectangle 120"/>
            <p:cNvSpPr>
              <a:spLocks noChangeArrowheads="1"/>
            </p:cNvSpPr>
            <p:nvPr/>
          </p:nvSpPr>
          <p:spPr bwMode="auto">
            <a:xfrm>
              <a:off x="7589930" y="4548998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109" name="Group 146"/>
          <p:cNvGrpSpPr/>
          <p:nvPr/>
        </p:nvGrpSpPr>
        <p:grpSpPr>
          <a:xfrm>
            <a:off x="4337020" y="3821891"/>
            <a:ext cx="431769" cy="429274"/>
            <a:chOff x="6559551" y="1588"/>
            <a:chExt cx="274637" cy="273050"/>
          </a:xfrm>
          <a:solidFill>
            <a:schemeClr val="bg1"/>
          </a:solidFill>
        </p:grpSpPr>
        <p:sp>
          <p:nvSpPr>
            <p:cNvPr id="110" name="Freeform 126"/>
            <p:cNvSpPr>
              <a:spLocks noEditPoints="1"/>
            </p:cNvSpPr>
            <p:nvPr/>
          </p:nvSpPr>
          <p:spPr bwMode="auto">
            <a:xfrm>
              <a:off x="6704013" y="65088"/>
              <a:ext cx="130175" cy="209550"/>
            </a:xfrm>
            <a:custGeom>
              <a:avLst/>
              <a:gdLst>
                <a:gd name="T0" fmla="*/ 0 w 82"/>
                <a:gd name="T1" fmla="*/ 34 h 132"/>
                <a:gd name="T2" fmla="*/ 0 w 82"/>
                <a:gd name="T3" fmla="*/ 132 h 132"/>
                <a:gd name="T4" fmla="*/ 82 w 82"/>
                <a:gd name="T5" fmla="*/ 99 h 132"/>
                <a:gd name="T6" fmla="*/ 82 w 82"/>
                <a:gd name="T7" fmla="*/ 0 h 132"/>
                <a:gd name="T8" fmla="*/ 0 w 82"/>
                <a:gd name="T9" fmla="*/ 34 h 132"/>
                <a:gd name="T10" fmla="*/ 76 w 82"/>
                <a:gd name="T11" fmla="*/ 10 h 132"/>
                <a:gd name="T12" fmla="*/ 76 w 82"/>
                <a:gd name="T13" fmla="*/ 94 h 132"/>
                <a:gd name="T14" fmla="*/ 5 w 82"/>
                <a:gd name="T15" fmla="*/ 66 h 132"/>
                <a:gd name="T16" fmla="*/ 5 w 82"/>
                <a:gd name="T17" fmla="*/ 38 h 132"/>
                <a:gd name="T18" fmla="*/ 76 w 82"/>
                <a:gd name="T19" fmla="*/ 10 h 132"/>
                <a:gd name="T20" fmla="*/ 5 w 82"/>
                <a:gd name="T21" fmla="*/ 70 h 132"/>
                <a:gd name="T22" fmla="*/ 73 w 82"/>
                <a:gd name="T23" fmla="*/ 96 h 132"/>
                <a:gd name="T24" fmla="*/ 5 w 82"/>
                <a:gd name="T25" fmla="*/ 124 h 132"/>
                <a:gd name="T26" fmla="*/ 5 w 82"/>
                <a:gd name="T27" fmla="*/ 7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2" h="132">
                  <a:moveTo>
                    <a:pt x="0" y="34"/>
                  </a:moveTo>
                  <a:lnTo>
                    <a:pt x="0" y="132"/>
                  </a:lnTo>
                  <a:lnTo>
                    <a:pt x="82" y="99"/>
                  </a:lnTo>
                  <a:lnTo>
                    <a:pt x="82" y="0"/>
                  </a:lnTo>
                  <a:lnTo>
                    <a:pt x="0" y="34"/>
                  </a:lnTo>
                  <a:close/>
                  <a:moveTo>
                    <a:pt x="76" y="10"/>
                  </a:moveTo>
                  <a:lnTo>
                    <a:pt x="76" y="94"/>
                  </a:lnTo>
                  <a:lnTo>
                    <a:pt x="5" y="66"/>
                  </a:lnTo>
                  <a:lnTo>
                    <a:pt x="5" y="38"/>
                  </a:lnTo>
                  <a:lnTo>
                    <a:pt x="76" y="10"/>
                  </a:lnTo>
                  <a:close/>
                  <a:moveTo>
                    <a:pt x="5" y="70"/>
                  </a:moveTo>
                  <a:lnTo>
                    <a:pt x="73" y="96"/>
                  </a:lnTo>
                  <a:lnTo>
                    <a:pt x="5" y="124"/>
                  </a:lnTo>
                  <a:lnTo>
                    <a:pt x="5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11" name="Freeform 127"/>
            <p:cNvSpPr/>
            <p:nvPr/>
          </p:nvSpPr>
          <p:spPr bwMode="auto">
            <a:xfrm>
              <a:off x="6559551" y="65088"/>
              <a:ext cx="128588" cy="209550"/>
            </a:xfrm>
            <a:custGeom>
              <a:avLst/>
              <a:gdLst>
                <a:gd name="T0" fmla="*/ 0 w 81"/>
                <a:gd name="T1" fmla="*/ 99 h 132"/>
                <a:gd name="T2" fmla="*/ 81 w 81"/>
                <a:gd name="T3" fmla="*/ 132 h 132"/>
                <a:gd name="T4" fmla="*/ 81 w 81"/>
                <a:gd name="T5" fmla="*/ 34 h 132"/>
                <a:gd name="T6" fmla="*/ 0 w 81"/>
                <a:gd name="T7" fmla="*/ 0 h 132"/>
                <a:gd name="T8" fmla="*/ 0 w 81"/>
                <a:gd name="T9" fmla="*/ 9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32">
                  <a:moveTo>
                    <a:pt x="0" y="99"/>
                  </a:moveTo>
                  <a:lnTo>
                    <a:pt x="81" y="132"/>
                  </a:lnTo>
                  <a:lnTo>
                    <a:pt x="81" y="34"/>
                  </a:lnTo>
                  <a:lnTo>
                    <a:pt x="0" y="0"/>
                  </a:lnTo>
                  <a:lnTo>
                    <a:pt x="0" y="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12" name="Freeform 128"/>
            <p:cNvSpPr>
              <a:spLocks noEditPoints="1"/>
            </p:cNvSpPr>
            <p:nvPr/>
          </p:nvSpPr>
          <p:spPr bwMode="auto">
            <a:xfrm>
              <a:off x="6567488" y="1588"/>
              <a:ext cx="263525" cy="104775"/>
            </a:xfrm>
            <a:custGeom>
              <a:avLst/>
              <a:gdLst>
                <a:gd name="T0" fmla="*/ 82 w 166"/>
                <a:gd name="T1" fmla="*/ 0 h 66"/>
                <a:gd name="T2" fmla="*/ 0 w 166"/>
                <a:gd name="T3" fmla="*/ 32 h 66"/>
                <a:gd name="T4" fmla="*/ 80 w 166"/>
                <a:gd name="T5" fmla="*/ 66 h 66"/>
                <a:gd name="T6" fmla="*/ 166 w 166"/>
                <a:gd name="T7" fmla="*/ 32 h 66"/>
                <a:gd name="T8" fmla="*/ 82 w 166"/>
                <a:gd name="T9" fmla="*/ 0 h 66"/>
                <a:gd name="T10" fmla="*/ 82 w 166"/>
                <a:gd name="T11" fmla="*/ 6 h 66"/>
                <a:gd name="T12" fmla="*/ 151 w 166"/>
                <a:gd name="T13" fmla="*/ 32 h 66"/>
                <a:gd name="T14" fmla="*/ 82 w 166"/>
                <a:gd name="T15" fmla="*/ 59 h 66"/>
                <a:gd name="T16" fmla="*/ 82 w 166"/>
                <a:gd name="T17" fmla="*/ 6 h 66"/>
                <a:gd name="T18" fmla="*/ 78 w 166"/>
                <a:gd name="T19" fmla="*/ 7 h 66"/>
                <a:gd name="T20" fmla="*/ 78 w 166"/>
                <a:gd name="T21" fmla="*/ 59 h 66"/>
                <a:gd name="T22" fmla="*/ 15 w 166"/>
                <a:gd name="T23" fmla="*/ 32 h 66"/>
                <a:gd name="T24" fmla="*/ 78 w 166"/>
                <a:gd name="T25" fmla="*/ 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6" h="66">
                  <a:moveTo>
                    <a:pt x="82" y="0"/>
                  </a:moveTo>
                  <a:lnTo>
                    <a:pt x="0" y="32"/>
                  </a:lnTo>
                  <a:lnTo>
                    <a:pt x="80" y="66"/>
                  </a:lnTo>
                  <a:lnTo>
                    <a:pt x="166" y="32"/>
                  </a:lnTo>
                  <a:lnTo>
                    <a:pt x="82" y="0"/>
                  </a:lnTo>
                  <a:close/>
                  <a:moveTo>
                    <a:pt x="82" y="6"/>
                  </a:moveTo>
                  <a:lnTo>
                    <a:pt x="151" y="32"/>
                  </a:lnTo>
                  <a:lnTo>
                    <a:pt x="82" y="59"/>
                  </a:lnTo>
                  <a:lnTo>
                    <a:pt x="82" y="6"/>
                  </a:lnTo>
                  <a:close/>
                  <a:moveTo>
                    <a:pt x="78" y="7"/>
                  </a:moveTo>
                  <a:lnTo>
                    <a:pt x="78" y="59"/>
                  </a:lnTo>
                  <a:lnTo>
                    <a:pt x="15" y="32"/>
                  </a:lnTo>
                  <a:lnTo>
                    <a:pt x="7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113" name="Text Box 10"/>
          <p:cNvSpPr txBox="1">
            <a:spLocks noChangeArrowheads="1"/>
          </p:cNvSpPr>
          <p:nvPr/>
        </p:nvSpPr>
        <p:spPr bwMode="auto">
          <a:xfrm>
            <a:off x="3817938" y="2714625"/>
            <a:ext cx="1516062" cy="408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Open Sans" pitchFamily="34" charset="0"/>
              </a:rPr>
              <a:t>主标题</a:t>
            </a:r>
            <a:endParaRPr lang="en-US" altLang="zh-CN" sz="1000" dirty="0">
              <a:solidFill>
                <a:schemeClr val="bg1"/>
              </a:solidFill>
              <a:latin typeface="Open Sans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000"/>
                            </p:stCondLst>
                            <p:childTnLst>
                              <p:par>
                                <p:cTn id="8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500"/>
                            </p:stCondLst>
                            <p:childTnLst>
                              <p:par>
                                <p:cTn id="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000"/>
                            </p:stCondLst>
                            <p:childTnLst>
                              <p:par>
                                <p:cTn id="9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5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000"/>
                            </p:stCondLst>
                            <p:childTnLst>
                              <p:par>
                                <p:cTn id="1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4500"/>
                            </p:stCondLst>
                            <p:childTnLst>
                              <p:par>
                                <p:cTn id="1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0"/>
                            </p:stCondLst>
                            <p:childTnLst>
                              <p:par>
                                <p:cTn id="1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5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6000"/>
                            </p:stCondLst>
                            <p:childTnLst>
                              <p:par>
                                <p:cTn id="16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6500"/>
                            </p:stCondLst>
                            <p:childTnLst>
                              <p:par>
                                <p:cTn id="1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7500"/>
                            </p:stCondLst>
                            <p:childTnLst>
                              <p:par>
                                <p:cTn id="17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8500"/>
                            </p:stCondLst>
                            <p:childTnLst>
                              <p:par>
                                <p:cTn id="1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9000"/>
                            </p:stCondLst>
                            <p:childTnLst>
                              <p:par>
                                <p:cTn id="19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9500"/>
                            </p:stCondLst>
                            <p:childTnLst>
                              <p:par>
                                <p:cTn id="19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20000"/>
                            </p:stCondLst>
                            <p:childTnLst>
                              <p:par>
                                <p:cTn id="2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0500"/>
                            </p:stCondLst>
                            <p:childTnLst>
                              <p:par>
                                <p:cTn id="20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1000"/>
                            </p:stCondLst>
                            <p:childTnLst>
                              <p:par>
                                <p:cTn id="2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21500"/>
                            </p:stCondLst>
                            <p:childTnLst>
                              <p:par>
                                <p:cTn id="2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22000"/>
                            </p:stCondLst>
                            <p:childTnLst>
                              <p:par>
                                <p:cTn id="2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2500"/>
                            </p:stCondLst>
                            <p:childTnLst>
                              <p:par>
                                <p:cTn id="2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23000"/>
                            </p:stCondLst>
                            <p:childTnLst>
                              <p:par>
                                <p:cTn id="2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23500"/>
                            </p:stCondLst>
                            <p:childTnLst>
                              <p:par>
                                <p:cTn id="2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24000"/>
                            </p:stCondLst>
                            <p:childTnLst>
                              <p:par>
                                <p:cTn id="2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8" grpId="0"/>
      <p:bldP spid="40" grpId="0"/>
      <p:bldP spid="41" grpId="0"/>
      <p:bldP spid="50" grpId="0"/>
      <p:bldP spid="51" grpId="0"/>
      <p:bldP spid="52" grpId="0"/>
      <p:bldP spid="53" grpId="0"/>
      <p:bldP spid="92" grpId="0" animBg="1"/>
      <p:bldP spid="1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75273" cy="5143500"/>
          </a:xfrm>
          <a:prstGeom prst="rect">
            <a:avLst/>
          </a:prstGeom>
        </p:spPr>
      </p:pic>
      <p:sp>
        <p:nvSpPr>
          <p:cNvPr id="47" name="TextBox 10"/>
          <p:cNvSpPr txBox="1"/>
          <p:nvPr/>
        </p:nvSpPr>
        <p:spPr>
          <a:xfrm>
            <a:off x="1187624" y="3183868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研究思路与方法</a:t>
            </a:r>
            <a:endParaRPr lang="ko-KR" altLang="en-US" sz="2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772923" y="1865573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研究思路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4772923" y="2348568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研究方案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4772923" y="2831563"/>
            <a:ext cx="2031325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研究方案可行性说明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224" name="组合 223"/>
          <p:cNvGrpSpPr/>
          <p:nvPr/>
        </p:nvGrpSpPr>
        <p:grpSpPr>
          <a:xfrm>
            <a:off x="3832228" y="2466330"/>
            <a:ext cx="923724" cy="81709"/>
            <a:chOff x="3832228" y="2466330"/>
            <a:chExt cx="923724" cy="81709"/>
          </a:xfrm>
        </p:grpSpPr>
        <p:cxnSp>
          <p:nvCxnSpPr>
            <p:cNvPr id="139" name="Straight Connector 109"/>
            <p:cNvCxnSpPr/>
            <p:nvPr/>
          </p:nvCxnSpPr>
          <p:spPr>
            <a:xfrm>
              <a:off x="3832228" y="2507185"/>
              <a:ext cx="854436" cy="647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Oval 45"/>
            <p:cNvSpPr/>
            <p:nvPr/>
          </p:nvSpPr>
          <p:spPr bwMode="auto">
            <a:xfrm>
              <a:off x="4674243" y="2466330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25" name="组合 224"/>
          <p:cNvGrpSpPr/>
          <p:nvPr/>
        </p:nvGrpSpPr>
        <p:grpSpPr>
          <a:xfrm>
            <a:off x="3832228" y="2510422"/>
            <a:ext cx="923724" cy="525949"/>
            <a:chOff x="3832228" y="2510422"/>
            <a:chExt cx="923724" cy="525949"/>
          </a:xfrm>
        </p:grpSpPr>
        <p:cxnSp>
          <p:nvCxnSpPr>
            <p:cNvPr id="137" name="Straight Connector 107"/>
            <p:cNvCxnSpPr/>
            <p:nvPr/>
          </p:nvCxnSpPr>
          <p:spPr>
            <a:xfrm>
              <a:off x="3832228" y="2510422"/>
              <a:ext cx="858888" cy="488921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Oval 45"/>
            <p:cNvSpPr/>
            <p:nvPr/>
          </p:nvSpPr>
          <p:spPr bwMode="auto">
            <a:xfrm>
              <a:off x="4674243" y="2954662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23" name="组合 222"/>
          <p:cNvGrpSpPr/>
          <p:nvPr/>
        </p:nvGrpSpPr>
        <p:grpSpPr>
          <a:xfrm>
            <a:off x="3731240" y="1993995"/>
            <a:ext cx="1024712" cy="582247"/>
            <a:chOff x="3731240" y="1993995"/>
            <a:chExt cx="1024712" cy="582247"/>
          </a:xfrm>
        </p:grpSpPr>
        <p:cxnSp>
          <p:nvCxnSpPr>
            <p:cNvPr id="138" name="Straight Connector 108"/>
            <p:cNvCxnSpPr/>
            <p:nvPr/>
          </p:nvCxnSpPr>
          <p:spPr>
            <a:xfrm flipV="1">
              <a:off x="3832228" y="2034850"/>
              <a:ext cx="854436" cy="468053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Oval 45"/>
            <p:cNvSpPr/>
            <p:nvPr/>
          </p:nvSpPr>
          <p:spPr bwMode="auto">
            <a:xfrm>
              <a:off x="4674243" y="1993995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9" name="Oval 45"/>
            <p:cNvSpPr/>
            <p:nvPr/>
          </p:nvSpPr>
          <p:spPr bwMode="auto">
            <a:xfrm>
              <a:off x="3731240" y="2459288"/>
              <a:ext cx="116954" cy="116954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1995963" y="1828100"/>
            <a:ext cx="1224136" cy="1220781"/>
            <a:chOff x="1995963" y="1828100"/>
            <a:chExt cx="1224136" cy="1220781"/>
          </a:xfrm>
        </p:grpSpPr>
        <p:sp>
          <p:nvSpPr>
            <p:cNvPr id="117" name="Oval 67"/>
            <p:cNvSpPr/>
            <p:nvPr/>
          </p:nvSpPr>
          <p:spPr bwMode="auto">
            <a:xfrm>
              <a:off x="1995963" y="1828100"/>
              <a:ext cx="1224136" cy="1220781"/>
            </a:xfrm>
            <a:prstGeom prst="ellipse">
              <a:avLst/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0" name="Freeform 48"/>
            <p:cNvSpPr>
              <a:spLocks noEditPoints="1"/>
            </p:cNvSpPr>
            <p:nvPr/>
          </p:nvSpPr>
          <p:spPr bwMode="auto">
            <a:xfrm>
              <a:off x="2418740" y="2131379"/>
              <a:ext cx="378581" cy="553943"/>
            </a:xfrm>
            <a:custGeom>
              <a:avLst/>
              <a:gdLst/>
              <a:ahLst/>
              <a:cxnLst>
                <a:cxn ang="0">
                  <a:pos x="76" y="31"/>
                </a:cxn>
                <a:cxn ang="0">
                  <a:pos x="80" y="27"/>
                </a:cxn>
                <a:cxn ang="0">
                  <a:pos x="76" y="23"/>
                </a:cxn>
                <a:cxn ang="0">
                  <a:pos x="23" y="76"/>
                </a:cxn>
                <a:cxn ang="0">
                  <a:pos x="27" y="80"/>
                </a:cxn>
                <a:cxn ang="0">
                  <a:pos x="31" y="76"/>
                </a:cxn>
                <a:cxn ang="0">
                  <a:pos x="76" y="31"/>
                </a:cxn>
                <a:cxn ang="0">
                  <a:pos x="44" y="192"/>
                </a:cxn>
                <a:cxn ang="0">
                  <a:pos x="45" y="203"/>
                </a:cxn>
                <a:cxn ang="0">
                  <a:pos x="56" y="209"/>
                </a:cxn>
                <a:cxn ang="0">
                  <a:pos x="57" y="216"/>
                </a:cxn>
                <a:cxn ang="0">
                  <a:pos x="76" y="221"/>
                </a:cxn>
                <a:cxn ang="0">
                  <a:pos x="95" y="216"/>
                </a:cxn>
                <a:cxn ang="0">
                  <a:pos x="96" y="209"/>
                </a:cxn>
                <a:cxn ang="0">
                  <a:pos x="106" y="203"/>
                </a:cxn>
                <a:cxn ang="0">
                  <a:pos x="108" y="192"/>
                </a:cxn>
                <a:cxn ang="0">
                  <a:pos x="76" y="197"/>
                </a:cxn>
                <a:cxn ang="0">
                  <a:pos x="44" y="192"/>
                </a:cxn>
                <a:cxn ang="0">
                  <a:pos x="41" y="170"/>
                </a:cxn>
                <a:cxn ang="0">
                  <a:pos x="42" y="182"/>
                </a:cxn>
                <a:cxn ang="0">
                  <a:pos x="76" y="188"/>
                </a:cxn>
                <a:cxn ang="0">
                  <a:pos x="109" y="182"/>
                </a:cxn>
                <a:cxn ang="0">
                  <a:pos x="111" y="170"/>
                </a:cxn>
                <a:cxn ang="0">
                  <a:pos x="76" y="177"/>
                </a:cxn>
                <a:cxn ang="0">
                  <a:pos x="41" y="170"/>
                </a:cxn>
                <a:cxn ang="0">
                  <a:pos x="76" y="0"/>
                </a:cxn>
                <a:cxn ang="0">
                  <a:pos x="0" y="76"/>
                </a:cxn>
                <a:cxn ang="0">
                  <a:pos x="36" y="141"/>
                </a:cxn>
                <a:cxn ang="0">
                  <a:pos x="39" y="160"/>
                </a:cxn>
                <a:cxn ang="0">
                  <a:pos x="76" y="168"/>
                </a:cxn>
                <a:cxn ang="0">
                  <a:pos x="113" y="160"/>
                </a:cxn>
                <a:cxn ang="0">
                  <a:pos x="115" y="141"/>
                </a:cxn>
                <a:cxn ang="0">
                  <a:pos x="152" y="76"/>
                </a:cxn>
                <a:cxn ang="0">
                  <a:pos x="76" y="0"/>
                </a:cxn>
                <a:cxn ang="0">
                  <a:pos x="104" y="132"/>
                </a:cxn>
                <a:cxn ang="0">
                  <a:pos x="102" y="150"/>
                </a:cxn>
                <a:cxn ang="0">
                  <a:pos x="76" y="154"/>
                </a:cxn>
                <a:cxn ang="0">
                  <a:pos x="50" y="150"/>
                </a:cxn>
                <a:cxn ang="0">
                  <a:pos x="48" y="132"/>
                </a:cxn>
                <a:cxn ang="0">
                  <a:pos x="13" y="76"/>
                </a:cxn>
                <a:cxn ang="0">
                  <a:pos x="76" y="14"/>
                </a:cxn>
                <a:cxn ang="0">
                  <a:pos x="139" y="76"/>
                </a:cxn>
                <a:cxn ang="0">
                  <a:pos x="104" y="132"/>
                </a:cxn>
                <a:cxn ang="0">
                  <a:pos x="93" y="104"/>
                </a:cxn>
                <a:cxn ang="0">
                  <a:pos x="76" y="74"/>
                </a:cxn>
                <a:cxn ang="0">
                  <a:pos x="59" y="104"/>
                </a:cxn>
                <a:cxn ang="0">
                  <a:pos x="52" y="89"/>
                </a:cxn>
                <a:cxn ang="0">
                  <a:pos x="41" y="94"/>
                </a:cxn>
                <a:cxn ang="0">
                  <a:pos x="58" y="131"/>
                </a:cxn>
                <a:cxn ang="0">
                  <a:pos x="76" y="98"/>
                </a:cxn>
                <a:cxn ang="0">
                  <a:pos x="94" y="131"/>
                </a:cxn>
                <a:cxn ang="0">
                  <a:pos x="111" y="94"/>
                </a:cxn>
                <a:cxn ang="0">
                  <a:pos x="100" y="89"/>
                </a:cxn>
                <a:cxn ang="0">
                  <a:pos x="93" y="104"/>
                </a:cxn>
              </a:cxnLst>
              <a:rect l="0" t="0" r="r" b="b"/>
              <a:pathLst>
                <a:path w="152" h="221">
                  <a:moveTo>
                    <a:pt x="76" y="31"/>
                  </a:moveTo>
                  <a:cubicBezTo>
                    <a:pt x="78" y="31"/>
                    <a:pt x="80" y="30"/>
                    <a:pt x="80" y="27"/>
                  </a:cubicBezTo>
                  <a:cubicBezTo>
                    <a:pt x="80" y="25"/>
                    <a:pt x="78" y="23"/>
                    <a:pt x="76" y="23"/>
                  </a:cubicBezTo>
                  <a:cubicBezTo>
                    <a:pt x="47" y="23"/>
                    <a:pt x="23" y="47"/>
                    <a:pt x="23" y="76"/>
                  </a:cubicBezTo>
                  <a:cubicBezTo>
                    <a:pt x="23" y="78"/>
                    <a:pt x="25" y="80"/>
                    <a:pt x="27" y="80"/>
                  </a:cubicBezTo>
                  <a:cubicBezTo>
                    <a:pt x="29" y="80"/>
                    <a:pt x="31" y="78"/>
                    <a:pt x="31" y="76"/>
                  </a:cubicBezTo>
                  <a:cubicBezTo>
                    <a:pt x="31" y="52"/>
                    <a:pt x="51" y="31"/>
                    <a:pt x="76" y="31"/>
                  </a:cubicBezTo>
                  <a:close/>
                  <a:moveTo>
                    <a:pt x="44" y="192"/>
                  </a:moveTo>
                  <a:cubicBezTo>
                    <a:pt x="45" y="203"/>
                    <a:pt x="45" y="203"/>
                    <a:pt x="45" y="203"/>
                  </a:cubicBezTo>
                  <a:cubicBezTo>
                    <a:pt x="45" y="203"/>
                    <a:pt x="48" y="207"/>
                    <a:pt x="56" y="209"/>
                  </a:cubicBezTo>
                  <a:cubicBezTo>
                    <a:pt x="57" y="216"/>
                    <a:pt x="57" y="216"/>
                    <a:pt x="57" y="216"/>
                  </a:cubicBezTo>
                  <a:cubicBezTo>
                    <a:pt x="57" y="216"/>
                    <a:pt x="61" y="221"/>
                    <a:pt x="76" y="221"/>
                  </a:cubicBezTo>
                  <a:cubicBezTo>
                    <a:pt x="91" y="221"/>
                    <a:pt x="95" y="216"/>
                    <a:pt x="95" y="216"/>
                  </a:cubicBezTo>
                  <a:cubicBezTo>
                    <a:pt x="96" y="209"/>
                    <a:pt x="96" y="209"/>
                    <a:pt x="96" y="209"/>
                  </a:cubicBezTo>
                  <a:cubicBezTo>
                    <a:pt x="104" y="207"/>
                    <a:pt x="106" y="203"/>
                    <a:pt x="106" y="203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98" y="195"/>
                    <a:pt x="87" y="197"/>
                    <a:pt x="76" y="197"/>
                  </a:cubicBezTo>
                  <a:cubicBezTo>
                    <a:pt x="64" y="197"/>
                    <a:pt x="54" y="195"/>
                    <a:pt x="44" y="192"/>
                  </a:cubicBezTo>
                  <a:close/>
                  <a:moveTo>
                    <a:pt x="41" y="170"/>
                  </a:moveTo>
                  <a:cubicBezTo>
                    <a:pt x="42" y="182"/>
                    <a:pt x="42" y="182"/>
                    <a:pt x="42" y="182"/>
                  </a:cubicBezTo>
                  <a:cubicBezTo>
                    <a:pt x="52" y="186"/>
                    <a:pt x="64" y="188"/>
                    <a:pt x="76" y="188"/>
                  </a:cubicBezTo>
                  <a:cubicBezTo>
                    <a:pt x="88" y="188"/>
                    <a:pt x="99" y="186"/>
                    <a:pt x="109" y="182"/>
                  </a:cubicBezTo>
                  <a:cubicBezTo>
                    <a:pt x="111" y="170"/>
                    <a:pt x="111" y="170"/>
                    <a:pt x="111" y="170"/>
                  </a:cubicBezTo>
                  <a:cubicBezTo>
                    <a:pt x="100" y="174"/>
                    <a:pt x="89" y="177"/>
                    <a:pt x="76" y="177"/>
                  </a:cubicBezTo>
                  <a:cubicBezTo>
                    <a:pt x="63" y="177"/>
                    <a:pt x="51" y="174"/>
                    <a:pt x="41" y="170"/>
                  </a:cubicBezTo>
                  <a:close/>
                  <a:moveTo>
                    <a:pt x="76" y="0"/>
                  </a:moveTo>
                  <a:cubicBezTo>
                    <a:pt x="34" y="0"/>
                    <a:pt x="0" y="34"/>
                    <a:pt x="0" y="76"/>
                  </a:cubicBezTo>
                  <a:cubicBezTo>
                    <a:pt x="0" y="104"/>
                    <a:pt x="15" y="128"/>
                    <a:pt x="36" y="141"/>
                  </a:cubicBezTo>
                  <a:cubicBezTo>
                    <a:pt x="39" y="160"/>
                    <a:pt x="39" y="160"/>
                    <a:pt x="39" y="160"/>
                  </a:cubicBezTo>
                  <a:cubicBezTo>
                    <a:pt x="50" y="165"/>
                    <a:pt x="63" y="168"/>
                    <a:pt x="76" y="168"/>
                  </a:cubicBezTo>
                  <a:cubicBezTo>
                    <a:pt x="89" y="168"/>
                    <a:pt x="102" y="165"/>
                    <a:pt x="113" y="160"/>
                  </a:cubicBezTo>
                  <a:cubicBezTo>
                    <a:pt x="115" y="141"/>
                    <a:pt x="115" y="141"/>
                    <a:pt x="115" y="141"/>
                  </a:cubicBezTo>
                  <a:cubicBezTo>
                    <a:pt x="137" y="128"/>
                    <a:pt x="152" y="104"/>
                    <a:pt x="152" y="76"/>
                  </a:cubicBezTo>
                  <a:cubicBezTo>
                    <a:pt x="152" y="34"/>
                    <a:pt x="118" y="0"/>
                    <a:pt x="76" y="0"/>
                  </a:cubicBezTo>
                  <a:close/>
                  <a:moveTo>
                    <a:pt x="104" y="132"/>
                  </a:moveTo>
                  <a:cubicBezTo>
                    <a:pt x="102" y="150"/>
                    <a:pt x="102" y="150"/>
                    <a:pt x="102" y="150"/>
                  </a:cubicBezTo>
                  <a:cubicBezTo>
                    <a:pt x="102" y="150"/>
                    <a:pt x="95" y="154"/>
                    <a:pt x="76" y="154"/>
                  </a:cubicBezTo>
                  <a:cubicBezTo>
                    <a:pt x="57" y="154"/>
                    <a:pt x="50" y="150"/>
                    <a:pt x="50" y="150"/>
                  </a:cubicBezTo>
                  <a:cubicBezTo>
                    <a:pt x="48" y="132"/>
                    <a:pt x="48" y="132"/>
                    <a:pt x="48" y="132"/>
                  </a:cubicBezTo>
                  <a:cubicBezTo>
                    <a:pt x="27" y="122"/>
                    <a:pt x="13" y="101"/>
                    <a:pt x="13" y="76"/>
                  </a:cubicBezTo>
                  <a:cubicBezTo>
                    <a:pt x="13" y="42"/>
                    <a:pt x="41" y="14"/>
                    <a:pt x="76" y="14"/>
                  </a:cubicBezTo>
                  <a:cubicBezTo>
                    <a:pt x="110" y="14"/>
                    <a:pt x="139" y="42"/>
                    <a:pt x="139" y="76"/>
                  </a:cubicBezTo>
                  <a:cubicBezTo>
                    <a:pt x="139" y="101"/>
                    <a:pt x="124" y="122"/>
                    <a:pt x="104" y="132"/>
                  </a:cubicBezTo>
                  <a:close/>
                  <a:moveTo>
                    <a:pt x="93" y="104"/>
                  </a:moveTo>
                  <a:cubicBezTo>
                    <a:pt x="76" y="74"/>
                    <a:pt x="76" y="74"/>
                    <a:pt x="76" y="74"/>
                  </a:cubicBezTo>
                  <a:cubicBezTo>
                    <a:pt x="59" y="104"/>
                    <a:pt x="59" y="104"/>
                    <a:pt x="59" y="104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1" y="94"/>
                    <a:pt x="41" y="94"/>
                    <a:pt x="41" y="94"/>
                  </a:cubicBezTo>
                  <a:cubicBezTo>
                    <a:pt x="58" y="131"/>
                    <a:pt x="58" y="131"/>
                    <a:pt x="58" y="131"/>
                  </a:cubicBezTo>
                  <a:cubicBezTo>
                    <a:pt x="76" y="98"/>
                    <a:pt x="76" y="98"/>
                    <a:pt x="76" y="98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111" y="94"/>
                    <a:pt x="111" y="94"/>
                    <a:pt x="111" y="94"/>
                  </a:cubicBezTo>
                  <a:cubicBezTo>
                    <a:pt x="100" y="89"/>
                    <a:pt x="100" y="89"/>
                    <a:pt x="100" y="89"/>
                  </a:cubicBezTo>
                  <a:lnTo>
                    <a:pt x="93" y="10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14:gallery dir="l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49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49"/>
                            </p:stCondLst>
                            <p:childTnLst>
                              <p:par>
                                <p:cTn id="3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99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 tmFilter="0,0; .5, 1; 1, 1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199"/>
                            </p:stCondLst>
                            <p:childTnLst>
                              <p:par>
                                <p:cTn id="51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180" grpId="0"/>
      <p:bldP spid="181" grpId="0"/>
      <p:bldP spid="1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研究</a:t>
            </a:r>
            <a:r>
              <a:rPr lang="zh-CN" altLang="en-US" sz="2000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方案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cxnSp>
        <p:nvCxnSpPr>
          <p:cNvPr id="21" name="Straight Connector 3"/>
          <p:cNvCxnSpPr/>
          <p:nvPr/>
        </p:nvCxnSpPr>
        <p:spPr>
          <a:xfrm>
            <a:off x="-9525" y="2687100"/>
            <a:ext cx="9153525" cy="0"/>
          </a:xfrm>
          <a:prstGeom prst="line">
            <a:avLst/>
          </a:prstGeom>
          <a:ln w="19050">
            <a:solidFill>
              <a:srgbClr val="2A30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4"/>
          <p:cNvSpPr/>
          <p:nvPr/>
        </p:nvSpPr>
        <p:spPr>
          <a:xfrm>
            <a:off x="741363" y="2463262"/>
            <a:ext cx="455612" cy="457200"/>
          </a:xfrm>
          <a:prstGeom prst="ellipse">
            <a:avLst/>
          </a:prstGeom>
          <a:solidFill>
            <a:srgbClr val="E9344C"/>
          </a:solidFill>
          <a:ln w="28575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3" name="Oval 5"/>
          <p:cNvSpPr/>
          <p:nvPr/>
        </p:nvSpPr>
        <p:spPr>
          <a:xfrm>
            <a:off x="2189163" y="2463262"/>
            <a:ext cx="455612" cy="457200"/>
          </a:xfrm>
          <a:prstGeom prst="ellipse">
            <a:avLst/>
          </a:prstGeom>
          <a:solidFill>
            <a:srgbClr val="E9344C"/>
          </a:solidFill>
          <a:ln w="28575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4" name="Oval 6"/>
          <p:cNvSpPr/>
          <p:nvPr/>
        </p:nvSpPr>
        <p:spPr>
          <a:xfrm>
            <a:off x="3719513" y="2463262"/>
            <a:ext cx="454025" cy="457200"/>
          </a:xfrm>
          <a:prstGeom prst="ellipse">
            <a:avLst/>
          </a:prstGeom>
          <a:solidFill>
            <a:srgbClr val="E9344C"/>
          </a:solidFill>
          <a:ln w="28575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5" name="Oval 7"/>
          <p:cNvSpPr/>
          <p:nvPr/>
        </p:nvSpPr>
        <p:spPr>
          <a:xfrm>
            <a:off x="5240338" y="2463262"/>
            <a:ext cx="454025" cy="457200"/>
          </a:xfrm>
          <a:prstGeom prst="ellipse">
            <a:avLst/>
          </a:prstGeom>
          <a:solidFill>
            <a:srgbClr val="E9344C"/>
          </a:solidFill>
          <a:ln w="28575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6" name="Oval 8"/>
          <p:cNvSpPr/>
          <p:nvPr/>
        </p:nvSpPr>
        <p:spPr>
          <a:xfrm>
            <a:off x="6688138" y="2463262"/>
            <a:ext cx="454025" cy="457200"/>
          </a:xfrm>
          <a:prstGeom prst="ellipse">
            <a:avLst/>
          </a:prstGeom>
          <a:solidFill>
            <a:srgbClr val="E9344C"/>
          </a:solidFill>
          <a:ln w="28575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381000" y="2958562"/>
            <a:ext cx="1176338" cy="1692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800" b="1" dirty="0" smtClean="0">
                <a:solidFill>
                  <a:srgbClr val="2A303C"/>
                </a:solidFill>
                <a:latin typeface="Open Sans" pitchFamily="34" charset="0"/>
              </a:rPr>
              <a:t>思路一</a:t>
            </a:r>
            <a:endParaRPr lang="en-US" altLang="zh-CN" sz="800" b="1" dirty="0">
              <a:solidFill>
                <a:srgbClr val="2A303C"/>
              </a:solidFill>
              <a:latin typeface="Open Sans" pitchFamily="34" charset="0"/>
            </a:endParaRPr>
          </a:p>
        </p:txBody>
      </p:sp>
      <p:grpSp>
        <p:nvGrpSpPr>
          <p:cNvPr id="28" name="Group 14"/>
          <p:cNvGrpSpPr/>
          <p:nvPr/>
        </p:nvGrpSpPr>
        <p:grpSpPr bwMode="auto">
          <a:xfrm flipV="1">
            <a:off x="968375" y="1163100"/>
            <a:ext cx="1524000" cy="1181100"/>
            <a:chOff x="1066800" y="781050"/>
            <a:chExt cx="1524000" cy="1181100"/>
          </a:xfrm>
          <a:solidFill>
            <a:srgbClr val="E9344C"/>
          </a:solidFill>
        </p:grpSpPr>
        <p:sp>
          <p:nvSpPr>
            <p:cNvPr id="29" name="Rounded Rectangle 11"/>
            <p:cNvSpPr/>
            <p:nvPr/>
          </p:nvSpPr>
          <p:spPr>
            <a:xfrm>
              <a:off x="1066800" y="1123950"/>
              <a:ext cx="1524000" cy="838200"/>
            </a:xfrm>
            <a:prstGeom prst="roundRect">
              <a:avLst>
                <a:gd name="adj" fmla="val 109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0" name="Right Triangle 12"/>
            <p:cNvSpPr/>
            <p:nvPr/>
          </p:nvSpPr>
          <p:spPr>
            <a:xfrm>
              <a:off x="1066800" y="781050"/>
              <a:ext cx="228600" cy="4191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31" name="Group 15"/>
          <p:cNvGrpSpPr/>
          <p:nvPr/>
        </p:nvGrpSpPr>
        <p:grpSpPr bwMode="auto">
          <a:xfrm>
            <a:off x="2341563" y="3199862"/>
            <a:ext cx="1524000" cy="1181100"/>
            <a:chOff x="1066800" y="781050"/>
            <a:chExt cx="1524000" cy="1181100"/>
          </a:xfrm>
          <a:solidFill>
            <a:srgbClr val="E9344C"/>
          </a:solidFill>
        </p:grpSpPr>
        <p:sp>
          <p:nvSpPr>
            <p:cNvPr id="32" name="Rounded Rectangle 16"/>
            <p:cNvSpPr/>
            <p:nvPr/>
          </p:nvSpPr>
          <p:spPr>
            <a:xfrm>
              <a:off x="1066800" y="1123950"/>
              <a:ext cx="1524000" cy="838200"/>
            </a:xfrm>
            <a:prstGeom prst="roundRect">
              <a:avLst>
                <a:gd name="adj" fmla="val 109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3" name="Right Triangle 17"/>
            <p:cNvSpPr/>
            <p:nvPr/>
          </p:nvSpPr>
          <p:spPr>
            <a:xfrm>
              <a:off x="1066800" y="781050"/>
              <a:ext cx="228600" cy="4191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34" name="Group 18"/>
          <p:cNvGrpSpPr/>
          <p:nvPr/>
        </p:nvGrpSpPr>
        <p:grpSpPr bwMode="auto">
          <a:xfrm>
            <a:off x="5467350" y="3199862"/>
            <a:ext cx="1524000" cy="1181100"/>
            <a:chOff x="1066800" y="781050"/>
            <a:chExt cx="1524000" cy="1181100"/>
          </a:xfrm>
          <a:solidFill>
            <a:srgbClr val="E9344C"/>
          </a:solidFill>
        </p:grpSpPr>
        <p:sp>
          <p:nvSpPr>
            <p:cNvPr id="35" name="Rounded Rectangle 19"/>
            <p:cNvSpPr/>
            <p:nvPr/>
          </p:nvSpPr>
          <p:spPr>
            <a:xfrm>
              <a:off x="1066800" y="1123950"/>
              <a:ext cx="1524000" cy="838200"/>
            </a:xfrm>
            <a:prstGeom prst="roundRect">
              <a:avLst>
                <a:gd name="adj" fmla="val 109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6" name="Right Triangle 20"/>
            <p:cNvSpPr/>
            <p:nvPr/>
          </p:nvSpPr>
          <p:spPr>
            <a:xfrm>
              <a:off x="1066800" y="781050"/>
              <a:ext cx="228600" cy="4191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37" name="Group 21"/>
          <p:cNvGrpSpPr/>
          <p:nvPr/>
        </p:nvGrpSpPr>
        <p:grpSpPr bwMode="auto">
          <a:xfrm flipV="1">
            <a:off x="3943350" y="1163100"/>
            <a:ext cx="1524000" cy="1181100"/>
            <a:chOff x="1066800" y="781050"/>
            <a:chExt cx="1524000" cy="1181100"/>
          </a:xfrm>
          <a:solidFill>
            <a:srgbClr val="E9344C"/>
          </a:solidFill>
        </p:grpSpPr>
        <p:sp>
          <p:nvSpPr>
            <p:cNvPr id="38" name="Rounded Rectangle 22"/>
            <p:cNvSpPr/>
            <p:nvPr/>
          </p:nvSpPr>
          <p:spPr>
            <a:xfrm>
              <a:off x="1066800" y="1123950"/>
              <a:ext cx="1524000" cy="838200"/>
            </a:xfrm>
            <a:prstGeom prst="roundRect">
              <a:avLst>
                <a:gd name="adj" fmla="val 109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9" name="Right Triangle 23"/>
            <p:cNvSpPr/>
            <p:nvPr/>
          </p:nvSpPr>
          <p:spPr>
            <a:xfrm>
              <a:off x="1066800" y="781050"/>
              <a:ext cx="228600" cy="4191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40" name="Group 24"/>
          <p:cNvGrpSpPr/>
          <p:nvPr/>
        </p:nvGrpSpPr>
        <p:grpSpPr bwMode="auto">
          <a:xfrm flipV="1">
            <a:off x="6915150" y="1163100"/>
            <a:ext cx="1524000" cy="1181100"/>
            <a:chOff x="1066800" y="781050"/>
            <a:chExt cx="1524000" cy="1181100"/>
          </a:xfrm>
          <a:solidFill>
            <a:srgbClr val="E9344C"/>
          </a:solidFill>
        </p:grpSpPr>
        <p:sp>
          <p:nvSpPr>
            <p:cNvPr id="41" name="Rounded Rectangle 25"/>
            <p:cNvSpPr/>
            <p:nvPr/>
          </p:nvSpPr>
          <p:spPr>
            <a:xfrm>
              <a:off x="1066800" y="1123950"/>
              <a:ext cx="1524000" cy="838200"/>
            </a:xfrm>
            <a:prstGeom prst="roundRect">
              <a:avLst>
                <a:gd name="adj" fmla="val 109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42" name="Right Triangle 26"/>
            <p:cNvSpPr/>
            <p:nvPr/>
          </p:nvSpPr>
          <p:spPr>
            <a:xfrm>
              <a:off x="1066800" y="781050"/>
              <a:ext cx="228600" cy="4191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998538" y="1267875"/>
            <a:ext cx="1465262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200" b="1" dirty="0">
                <a:solidFill>
                  <a:schemeClr val="bg1"/>
                </a:solidFill>
                <a:latin typeface="Open Sans" pitchFamily="34" charset="0"/>
              </a:rPr>
              <a:t>小标题</a:t>
            </a:r>
            <a:endParaRPr lang="en-US" altLang="zh-CN" sz="1000" b="1" dirty="0" smtClean="0">
              <a:solidFill>
                <a:schemeClr val="bg1"/>
              </a:solidFill>
              <a:latin typeface="Open Sans" pitchFamily="34" charset="0"/>
            </a:endParaRPr>
          </a:p>
          <a:p>
            <a:pPr defTabSz="10877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您</a:t>
            </a:r>
            <a:r>
              <a:rPr lang="zh-CN" altLang="en-US" sz="9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的内容打在这里，或者通过复制的文本后，在此选择粘贴，并选择只保留文字。</a:t>
            </a:r>
            <a:endParaRPr lang="en-US" altLang="zh-CN" sz="900" dirty="0">
              <a:solidFill>
                <a:schemeClr val="bg1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44" name="Text Box 10"/>
          <p:cNvSpPr txBox="1">
            <a:spLocks noChangeArrowheads="1"/>
          </p:cNvSpPr>
          <p:nvPr/>
        </p:nvSpPr>
        <p:spPr bwMode="auto">
          <a:xfrm>
            <a:off x="2371725" y="3638012"/>
            <a:ext cx="1465263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200" b="1" dirty="0" smtClean="0">
                <a:solidFill>
                  <a:schemeClr val="bg1"/>
                </a:solidFill>
                <a:latin typeface="Open Sans" pitchFamily="34" charset="0"/>
              </a:rPr>
              <a:t>小标题</a:t>
            </a:r>
            <a:endParaRPr lang="en-US" altLang="zh-CN" sz="1000" b="1" dirty="0" smtClean="0">
              <a:solidFill>
                <a:schemeClr val="bg1"/>
              </a:solidFill>
              <a:latin typeface="Open Sans" pitchFamily="34" charset="0"/>
            </a:endParaRPr>
          </a:p>
          <a:p>
            <a:pPr defTabSz="10877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en-US" altLang="zh-CN" sz="900" dirty="0">
              <a:solidFill>
                <a:schemeClr val="bg1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45" name="Text Box 10"/>
          <p:cNvSpPr txBox="1">
            <a:spLocks noChangeArrowheads="1"/>
          </p:cNvSpPr>
          <p:nvPr/>
        </p:nvSpPr>
        <p:spPr bwMode="auto">
          <a:xfrm>
            <a:off x="5495925" y="3638012"/>
            <a:ext cx="1466850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200" b="1" dirty="0" smtClean="0">
                <a:solidFill>
                  <a:schemeClr val="bg1"/>
                </a:solidFill>
                <a:latin typeface="Open Sans" pitchFamily="34" charset="0"/>
              </a:rPr>
              <a:t>小标题</a:t>
            </a:r>
            <a:endParaRPr lang="en-US" altLang="zh-CN" sz="1000" b="1" dirty="0" smtClean="0">
              <a:solidFill>
                <a:schemeClr val="bg1"/>
              </a:solidFill>
              <a:latin typeface="Open Sans" pitchFamily="34" charset="0"/>
            </a:endParaRPr>
          </a:p>
          <a:p>
            <a:pPr defTabSz="10877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en-US" altLang="zh-CN" sz="900" dirty="0">
              <a:solidFill>
                <a:schemeClr val="bg1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3971925" y="1267875"/>
            <a:ext cx="1466850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200" b="1" dirty="0" smtClean="0">
                <a:solidFill>
                  <a:schemeClr val="bg1"/>
                </a:solidFill>
                <a:latin typeface="Open Sans" pitchFamily="34" charset="0"/>
              </a:rPr>
              <a:t>小标题</a:t>
            </a:r>
            <a:endParaRPr lang="en-US" altLang="zh-CN" sz="1000" b="1" dirty="0" smtClean="0">
              <a:solidFill>
                <a:schemeClr val="bg1"/>
              </a:solidFill>
              <a:latin typeface="Open Sans" pitchFamily="34" charset="0"/>
            </a:endParaRPr>
          </a:p>
          <a:p>
            <a:pPr defTabSz="10877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en-US" altLang="zh-CN" sz="900" dirty="0">
              <a:solidFill>
                <a:schemeClr val="bg1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47" name="Text Box 10"/>
          <p:cNvSpPr txBox="1">
            <a:spLocks noChangeArrowheads="1"/>
          </p:cNvSpPr>
          <p:nvPr/>
        </p:nvSpPr>
        <p:spPr bwMode="auto">
          <a:xfrm>
            <a:off x="6953250" y="1267875"/>
            <a:ext cx="1465263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200" b="1" dirty="0" smtClean="0">
                <a:solidFill>
                  <a:schemeClr val="bg1"/>
                </a:solidFill>
                <a:latin typeface="Open Sans" pitchFamily="34" charset="0"/>
              </a:rPr>
              <a:t>小标题</a:t>
            </a:r>
            <a:endParaRPr lang="en-US" altLang="zh-CN" sz="1000" b="1" dirty="0" smtClean="0">
              <a:solidFill>
                <a:schemeClr val="bg1"/>
              </a:solidFill>
              <a:latin typeface="Open Sans" pitchFamily="34" charset="0"/>
            </a:endParaRPr>
          </a:p>
          <a:p>
            <a:pPr defTabSz="10877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en-US" altLang="zh-CN" sz="900" dirty="0">
              <a:solidFill>
                <a:schemeClr val="bg1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48" name="Text Box 10"/>
          <p:cNvSpPr txBox="1">
            <a:spLocks noChangeArrowheads="1"/>
          </p:cNvSpPr>
          <p:nvPr/>
        </p:nvSpPr>
        <p:spPr bwMode="auto">
          <a:xfrm>
            <a:off x="1828800" y="2958562"/>
            <a:ext cx="1176338" cy="2000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1000" b="1" dirty="0" smtClean="0">
                <a:solidFill>
                  <a:srgbClr val="2A303C"/>
                </a:solidFill>
                <a:latin typeface="Open Sans" pitchFamily="34" charset="0"/>
              </a:rPr>
              <a:t>思路二</a:t>
            </a:r>
            <a:endParaRPr lang="en-US" altLang="zh-CN" sz="1000" b="1" dirty="0">
              <a:solidFill>
                <a:srgbClr val="2A303C"/>
              </a:solidFill>
              <a:latin typeface="Open Sans" pitchFamily="34" charset="0"/>
            </a:endParaRPr>
          </a:p>
        </p:txBody>
      </p:sp>
      <p:sp>
        <p:nvSpPr>
          <p:cNvPr id="49" name="Text Box 10"/>
          <p:cNvSpPr txBox="1">
            <a:spLocks noChangeArrowheads="1"/>
          </p:cNvSpPr>
          <p:nvPr/>
        </p:nvSpPr>
        <p:spPr bwMode="auto">
          <a:xfrm>
            <a:off x="3355975" y="2958562"/>
            <a:ext cx="1176338" cy="2000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1000" b="1" dirty="0" smtClean="0">
                <a:solidFill>
                  <a:srgbClr val="2A303C"/>
                </a:solidFill>
                <a:latin typeface="Open Sans" pitchFamily="34" charset="0"/>
              </a:rPr>
              <a:t>思路三</a:t>
            </a:r>
            <a:endParaRPr lang="en-US" altLang="zh-CN" sz="1000" b="1" dirty="0">
              <a:solidFill>
                <a:srgbClr val="2A303C"/>
              </a:solidFill>
              <a:latin typeface="Open Sans" pitchFamily="34" charset="0"/>
            </a:endParaRPr>
          </a:p>
        </p:txBody>
      </p:sp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4876800" y="2958562"/>
            <a:ext cx="1176338" cy="2000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1000" b="1" dirty="0" smtClean="0">
                <a:solidFill>
                  <a:srgbClr val="2A303C"/>
                </a:solidFill>
                <a:latin typeface="Open Sans" pitchFamily="34" charset="0"/>
              </a:rPr>
              <a:t>思路四</a:t>
            </a:r>
            <a:endParaRPr lang="en-US" altLang="zh-CN" sz="1000" b="1" dirty="0">
              <a:solidFill>
                <a:srgbClr val="2A303C"/>
              </a:solidFill>
              <a:latin typeface="Open Sans" pitchFamily="34" charset="0"/>
            </a:endParaRP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6327775" y="2958562"/>
            <a:ext cx="1176338" cy="2000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1000" b="1" dirty="0" smtClean="0">
                <a:solidFill>
                  <a:srgbClr val="2A303C"/>
                </a:solidFill>
                <a:latin typeface="Open Sans" pitchFamily="34" charset="0"/>
              </a:rPr>
              <a:t>思路五</a:t>
            </a:r>
            <a:endParaRPr lang="en-US" altLang="zh-CN" sz="1000" b="1" dirty="0">
              <a:solidFill>
                <a:srgbClr val="2A303C"/>
              </a:solidFill>
              <a:latin typeface="Open Sans" pitchFamily="34" charset="0"/>
            </a:endParaRPr>
          </a:p>
        </p:txBody>
      </p:sp>
      <p:grpSp>
        <p:nvGrpSpPr>
          <p:cNvPr id="52" name="Group 37"/>
          <p:cNvGrpSpPr/>
          <p:nvPr/>
        </p:nvGrpSpPr>
        <p:grpSpPr>
          <a:xfrm>
            <a:off x="835688" y="2583508"/>
            <a:ext cx="266839" cy="217134"/>
            <a:chOff x="1550139" y="1314466"/>
            <a:chExt cx="509139" cy="414300"/>
          </a:xfrm>
          <a:solidFill>
            <a:schemeClr val="bg1"/>
          </a:solidFill>
        </p:grpSpPr>
        <p:sp>
          <p:nvSpPr>
            <p:cNvPr id="53" name="Freeform 5"/>
            <p:cNvSpPr>
              <a:spLocks noEditPoints="1"/>
            </p:cNvSpPr>
            <p:nvPr/>
          </p:nvSpPr>
          <p:spPr bwMode="auto">
            <a:xfrm>
              <a:off x="1550139" y="1314466"/>
              <a:ext cx="509139" cy="414300"/>
            </a:xfrm>
            <a:custGeom>
              <a:avLst/>
              <a:gdLst>
                <a:gd name="T0" fmla="*/ 78 w 153"/>
                <a:gd name="T1" fmla="*/ 0 h 125"/>
                <a:gd name="T2" fmla="*/ 0 w 153"/>
                <a:gd name="T3" fmla="*/ 69 h 125"/>
                <a:gd name="T4" fmla="*/ 15 w 153"/>
                <a:gd name="T5" fmla="*/ 69 h 125"/>
                <a:gd name="T6" fmla="*/ 21 w 153"/>
                <a:gd name="T7" fmla="*/ 64 h 125"/>
                <a:gd name="T8" fmla="*/ 21 w 153"/>
                <a:gd name="T9" fmla="*/ 121 h 125"/>
                <a:gd name="T10" fmla="*/ 24 w 153"/>
                <a:gd name="T11" fmla="*/ 125 h 125"/>
                <a:gd name="T12" fmla="*/ 62 w 153"/>
                <a:gd name="T13" fmla="*/ 125 h 125"/>
                <a:gd name="T14" fmla="*/ 63 w 153"/>
                <a:gd name="T15" fmla="*/ 93 h 125"/>
                <a:gd name="T16" fmla="*/ 67 w 153"/>
                <a:gd name="T17" fmla="*/ 88 h 125"/>
                <a:gd name="T18" fmla="*/ 83 w 153"/>
                <a:gd name="T19" fmla="*/ 88 h 125"/>
                <a:gd name="T20" fmla="*/ 89 w 153"/>
                <a:gd name="T21" fmla="*/ 93 h 125"/>
                <a:gd name="T22" fmla="*/ 89 w 153"/>
                <a:gd name="T23" fmla="*/ 125 h 125"/>
                <a:gd name="T24" fmla="*/ 126 w 153"/>
                <a:gd name="T25" fmla="*/ 125 h 125"/>
                <a:gd name="T26" fmla="*/ 130 w 153"/>
                <a:gd name="T27" fmla="*/ 120 h 125"/>
                <a:gd name="T28" fmla="*/ 130 w 153"/>
                <a:gd name="T29" fmla="*/ 63 h 125"/>
                <a:gd name="T30" fmla="*/ 136 w 153"/>
                <a:gd name="T31" fmla="*/ 69 h 125"/>
                <a:gd name="T32" fmla="*/ 153 w 153"/>
                <a:gd name="T33" fmla="*/ 69 h 125"/>
                <a:gd name="T34" fmla="*/ 78 w 153"/>
                <a:gd name="T35" fmla="*/ 0 h 125"/>
                <a:gd name="T36" fmla="*/ 76 w 153"/>
                <a:gd name="T37" fmla="*/ 76 h 125"/>
                <a:gd name="T38" fmla="*/ 60 w 153"/>
                <a:gd name="T39" fmla="*/ 60 h 125"/>
                <a:gd name="T40" fmla="*/ 76 w 153"/>
                <a:gd name="T41" fmla="*/ 43 h 125"/>
                <a:gd name="T42" fmla="*/ 92 w 153"/>
                <a:gd name="T43" fmla="*/ 60 h 125"/>
                <a:gd name="T44" fmla="*/ 76 w 153"/>
                <a:gd name="T45" fmla="*/ 76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3" h="125">
                  <a:moveTo>
                    <a:pt x="78" y="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5" y="78"/>
                    <a:pt x="15" y="69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1" y="121"/>
                    <a:pt x="21" y="121"/>
                    <a:pt x="21" y="121"/>
                  </a:cubicBezTo>
                  <a:cubicBezTo>
                    <a:pt x="21" y="121"/>
                    <a:pt x="21" y="125"/>
                    <a:pt x="24" y="125"/>
                  </a:cubicBezTo>
                  <a:cubicBezTo>
                    <a:pt x="28" y="125"/>
                    <a:pt x="62" y="125"/>
                    <a:pt x="62" y="125"/>
                  </a:cubicBezTo>
                  <a:cubicBezTo>
                    <a:pt x="63" y="93"/>
                    <a:pt x="63" y="93"/>
                    <a:pt x="63" y="93"/>
                  </a:cubicBezTo>
                  <a:cubicBezTo>
                    <a:pt x="63" y="93"/>
                    <a:pt x="62" y="88"/>
                    <a:pt x="67" y="88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9" y="88"/>
                    <a:pt x="89" y="93"/>
                    <a:pt x="89" y="93"/>
                  </a:cubicBezTo>
                  <a:cubicBezTo>
                    <a:pt x="89" y="125"/>
                    <a:pt x="89" y="125"/>
                    <a:pt x="89" y="125"/>
                  </a:cubicBezTo>
                  <a:cubicBezTo>
                    <a:pt x="89" y="125"/>
                    <a:pt x="121" y="125"/>
                    <a:pt x="126" y="125"/>
                  </a:cubicBezTo>
                  <a:cubicBezTo>
                    <a:pt x="131" y="125"/>
                    <a:pt x="130" y="120"/>
                    <a:pt x="130" y="120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6" y="69"/>
                    <a:pt x="136" y="69"/>
                    <a:pt x="136" y="69"/>
                  </a:cubicBezTo>
                  <a:cubicBezTo>
                    <a:pt x="148" y="77"/>
                    <a:pt x="153" y="69"/>
                    <a:pt x="153" y="69"/>
                  </a:cubicBezTo>
                  <a:lnTo>
                    <a:pt x="78" y="0"/>
                  </a:lnTo>
                  <a:close/>
                  <a:moveTo>
                    <a:pt x="76" y="76"/>
                  </a:moveTo>
                  <a:cubicBezTo>
                    <a:pt x="67" y="76"/>
                    <a:pt x="60" y="69"/>
                    <a:pt x="60" y="60"/>
                  </a:cubicBezTo>
                  <a:cubicBezTo>
                    <a:pt x="60" y="50"/>
                    <a:pt x="67" y="43"/>
                    <a:pt x="76" y="43"/>
                  </a:cubicBezTo>
                  <a:cubicBezTo>
                    <a:pt x="85" y="43"/>
                    <a:pt x="92" y="50"/>
                    <a:pt x="92" y="60"/>
                  </a:cubicBezTo>
                  <a:cubicBezTo>
                    <a:pt x="92" y="69"/>
                    <a:pt x="85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4" name="Freeform 6"/>
            <p:cNvSpPr/>
            <p:nvPr/>
          </p:nvSpPr>
          <p:spPr bwMode="auto">
            <a:xfrm>
              <a:off x="1949464" y="1366877"/>
              <a:ext cx="49916" cy="102328"/>
            </a:xfrm>
            <a:custGeom>
              <a:avLst/>
              <a:gdLst>
                <a:gd name="T0" fmla="*/ 20 w 20"/>
                <a:gd name="T1" fmla="*/ 41 h 41"/>
                <a:gd name="T2" fmla="*/ 20 w 20"/>
                <a:gd name="T3" fmla="*/ 0 h 41"/>
                <a:gd name="T4" fmla="*/ 0 w 20"/>
                <a:gd name="T5" fmla="*/ 0 h 41"/>
                <a:gd name="T6" fmla="*/ 0 w 20"/>
                <a:gd name="T7" fmla="*/ 24 h 41"/>
                <a:gd name="T8" fmla="*/ 20 w 20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41">
                  <a:moveTo>
                    <a:pt x="20" y="41"/>
                  </a:moveTo>
                  <a:lnTo>
                    <a:pt x="20" y="0"/>
                  </a:lnTo>
                  <a:lnTo>
                    <a:pt x="0" y="0"/>
                  </a:lnTo>
                  <a:lnTo>
                    <a:pt x="0" y="24"/>
                  </a:lnTo>
                  <a:lnTo>
                    <a:pt x="20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5" name="Oval 7"/>
            <p:cNvSpPr>
              <a:spLocks noChangeArrowheads="1"/>
            </p:cNvSpPr>
            <p:nvPr/>
          </p:nvSpPr>
          <p:spPr bwMode="auto">
            <a:xfrm>
              <a:off x="1777255" y="1484179"/>
              <a:ext cx="52412" cy="549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56" name="Group 41"/>
          <p:cNvGrpSpPr/>
          <p:nvPr/>
        </p:nvGrpSpPr>
        <p:grpSpPr>
          <a:xfrm>
            <a:off x="3788891" y="2546492"/>
            <a:ext cx="314468" cy="309477"/>
            <a:chOff x="1587575" y="2265358"/>
            <a:chExt cx="314468" cy="309477"/>
          </a:xfrm>
          <a:solidFill>
            <a:schemeClr val="bg1"/>
          </a:solidFill>
        </p:grpSpPr>
        <p:sp>
          <p:nvSpPr>
            <p:cNvPr id="57" name="Freeform 59"/>
            <p:cNvSpPr>
              <a:spLocks noEditPoints="1"/>
            </p:cNvSpPr>
            <p:nvPr/>
          </p:nvSpPr>
          <p:spPr bwMode="auto">
            <a:xfrm>
              <a:off x="1587575" y="2265358"/>
              <a:ext cx="314468" cy="309477"/>
            </a:xfrm>
            <a:custGeom>
              <a:avLst/>
              <a:gdLst>
                <a:gd name="T0" fmla="*/ 82 w 95"/>
                <a:gd name="T1" fmla="*/ 57 h 93"/>
                <a:gd name="T2" fmla="*/ 95 w 95"/>
                <a:gd name="T3" fmla="*/ 51 h 93"/>
                <a:gd name="T4" fmla="*/ 95 w 95"/>
                <a:gd name="T5" fmla="*/ 41 h 93"/>
                <a:gd name="T6" fmla="*/ 82 w 95"/>
                <a:gd name="T7" fmla="*/ 36 h 93"/>
                <a:gd name="T8" fmla="*/ 80 w 95"/>
                <a:gd name="T9" fmla="*/ 30 h 93"/>
                <a:gd name="T10" fmla="*/ 85 w 95"/>
                <a:gd name="T11" fmla="*/ 17 h 93"/>
                <a:gd name="T12" fmla="*/ 77 w 95"/>
                <a:gd name="T13" fmla="*/ 10 h 93"/>
                <a:gd name="T14" fmla="*/ 64 w 95"/>
                <a:gd name="T15" fmla="*/ 15 h 93"/>
                <a:gd name="T16" fmla="*/ 59 w 95"/>
                <a:gd name="T17" fmla="*/ 13 h 93"/>
                <a:gd name="T18" fmla="*/ 53 w 95"/>
                <a:gd name="T19" fmla="*/ 0 h 93"/>
                <a:gd name="T20" fmla="*/ 42 w 95"/>
                <a:gd name="T21" fmla="*/ 0 h 93"/>
                <a:gd name="T22" fmla="*/ 37 w 95"/>
                <a:gd name="T23" fmla="*/ 13 h 93"/>
                <a:gd name="T24" fmla="*/ 31 w 95"/>
                <a:gd name="T25" fmla="*/ 15 h 93"/>
                <a:gd name="T26" fmla="*/ 18 w 95"/>
                <a:gd name="T27" fmla="*/ 10 h 93"/>
                <a:gd name="T28" fmla="*/ 10 w 95"/>
                <a:gd name="T29" fmla="*/ 17 h 93"/>
                <a:gd name="T30" fmla="*/ 16 w 95"/>
                <a:gd name="T31" fmla="*/ 30 h 93"/>
                <a:gd name="T32" fmla="*/ 13 w 95"/>
                <a:gd name="T33" fmla="*/ 36 h 93"/>
                <a:gd name="T34" fmla="*/ 0 w 95"/>
                <a:gd name="T35" fmla="*/ 41 h 93"/>
                <a:gd name="T36" fmla="*/ 0 w 95"/>
                <a:gd name="T37" fmla="*/ 52 h 93"/>
                <a:gd name="T38" fmla="*/ 13 w 95"/>
                <a:gd name="T39" fmla="*/ 57 h 93"/>
                <a:gd name="T40" fmla="*/ 16 w 95"/>
                <a:gd name="T41" fmla="*/ 63 h 93"/>
                <a:gd name="T42" fmla="*/ 11 w 95"/>
                <a:gd name="T43" fmla="*/ 76 h 93"/>
                <a:gd name="T44" fmla="*/ 18 w 95"/>
                <a:gd name="T45" fmla="*/ 83 h 93"/>
                <a:gd name="T46" fmla="*/ 31 w 95"/>
                <a:gd name="T47" fmla="*/ 78 h 93"/>
                <a:gd name="T48" fmla="*/ 37 w 95"/>
                <a:gd name="T49" fmla="*/ 80 h 93"/>
                <a:gd name="T50" fmla="*/ 43 w 95"/>
                <a:gd name="T51" fmla="*/ 93 h 93"/>
                <a:gd name="T52" fmla="*/ 53 w 95"/>
                <a:gd name="T53" fmla="*/ 93 h 93"/>
                <a:gd name="T54" fmla="*/ 59 w 95"/>
                <a:gd name="T55" fmla="*/ 80 h 93"/>
                <a:gd name="T56" fmla="*/ 64 w 95"/>
                <a:gd name="T57" fmla="*/ 78 h 93"/>
                <a:gd name="T58" fmla="*/ 78 w 95"/>
                <a:gd name="T59" fmla="*/ 83 h 93"/>
                <a:gd name="T60" fmla="*/ 85 w 95"/>
                <a:gd name="T61" fmla="*/ 75 h 93"/>
                <a:gd name="T62" fmla="*/ 80 w 95"/>
                <a:gd name="T63" fmla="*/ 63 h 93"/>
                <a:gd name="T64" fmla="*/ 82 w 95"/>
                <a:gd name="T65" fmla="*/ 57 h 93"/>
                <a:gd name="T66" fmla="*/ 48 w 95"/>
                <a:gd name="T67" fmla="*/ 61 h 93"/>
                <a:gd name="T68" fmla="*/ 33 w 95"/>
                <a:gd name="T69" fmla="*/ 46 h 93"/>
                <a:gd name="T70" fmla="*/ 48 w 95"/>
                <a:gd name="T71" fmla="*/ 32 h 93"/>
                <a:gd name="T72" fmla="*/ 63 w 95"/>
                <a:gd name="T73" fmla="*/ 46 h 93"/>
                <a:gd name="T74" fmla="*/ 48 w 95"/>
                <a:gd name="T75" fmla="*/ 6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93">
                  <a:moveTo>
                    <a:pt x="82" y="57"/>
                  </a:moveTo>
                  <a:cubicBezTo>
                    <a:pt x="82" y="57"/>
                    <a:pt x="95" y="52"/>
                    <a:pt x="95" y="5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0"/>
                    <a:pt x="82" y="36"/>
                    <a:pt x="82" y="36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5" y="17"/>
                    <a:pt x="85" y="17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9"/>
                    <a:pt x="64" y="15"/>
                    <a:pt x="64" y="15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13"/>
                    <a:pt x="53" y="0"/>
                    <a:pt x="5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7" y="13"/>
                    <a:pt x="37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18" y="10"/>
                    <a:pt x="18" y="1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6" y="30"/>
                    <a:pt x="16" y="30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0" y="41"/>
                    <a:pt x="0" y="4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3" y="57"/>
                    <a:pt x="13" y="57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0" y="75"/>
                    <a:pt x="11" y="76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9" y="84"/>
                    <a:pt x="31" y="78"/>
                    <a:pt x="31" y="78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42" y="93"/>
                    <a:pt x="4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3"/>
                    <a:pt x="59" y="80"/>
                    <a:pt x="59" y="80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4" y="78"/>
                    <a:pt x="77" y="83"/>
                    <a:pt x="78" y="83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6" y="75"/>
                    <a:pt x="80" y="63"/>
                    <a:pt x="80" y="63"/>
                  </a:cubicBezTo>
                  <a:lnTo>
                    <a:pt x="82" y="57"/>
                  </a:lnTo>
                  <a:close/>
                  <a:moveTo>
                    <a:pt x="48" y="61"/>
                  </a:moveTo>
                  <a:cubicBezTo>
                    <a:pt x="39" y="61"/>
                    <a:pt x="33" y="55"/>
                    <a:pt x="33" y="46"/>
                  </a:cubicBezTo>
                  <a:cubicBezTo>
                    <a:pt x="33" y="38"/>
                    <a:pt x="39" y="32"/>
                    <a:pt x="48" y="32"/>
                  </a:cubicBezTo>
                  <a:cubicBezTo>
                    <a:pt x="56" y="32"/>
                    <a:pt x="63" y="38"/>
                    <a:pt x="63" y="46"/>
                  </a:cubicBezTo>
                  <a:cubicBezTo>
                    <a:pt x="63" y="55"/>
                    <a:pt x="56" y="61"/>
                    <a:pt x="48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8" name="Oval 60"/>
            <p:cNvSpPr>
              <a:spLocks noChangeArrowheads="1"/>
            </p:cNvSpPr>
            <p:nvPr/>
          </p:nvSpPr>
          <p:spPr bwMode="auto">
            <a:xfrm>
              <a:off x="1712364" y="2387652"/>
              <a:ext cx="64890" cy="6239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59" name="Freeform 64"/>
          <p:cNvSpPr>
            <a:spLocks noEditPoints="1"/>
          </p:cNvSpPr>
          <p:nvPr/>
        </p:nvSpPr>
        <p:spPr bwMode="auto">
          <a:xfrm>
            <a:off x="6791325" y="2598200"/>
            <a:ext cx="247650" cy="236537"/>
          </a:xfrm>
          <a:custGeom>
            <a:avLst/>
            <a:gdLst>
              <a:gd name="T0" fmla="*/ 232773 w 133"/>
              <a:gd name="T1" fmla="*/ 0 h 127"/>
              <a:gd name="T2" fmla="*/ 16760 w 133"/>
              <a:gd name="T3" fmla="*/ 0 h 127"/>
              <a:gd name="T4" fmla="*/ 0 w 133"/>
              <a:gd name="T5" fmla="*/ 16758 h 127"/>
              <a:gd name="T6" fmla="*/ 0 w 133"/>
              <a:gd name="T7" fmla="*/ 169444 h 127"/>
              <a:gd name="T8" fmla="*/ 16760 w 133"/>
              <a:gd name="T9" fmla="*/ 186202 h 127"/>
              <a:gd name="T10" fmla="*/ 98696 w 133"/>
              <a:gd name="T11" fmla="*/ 186202 h 127"/>
              <a:gd name="T12" fmla="*/ 74488 w 133"/>
              <a:gd name="T13" fmla="*/ 219719 h 127"/>
              <a:gd name="T14" fmla="*/ 74488 w 133"/>
              <a:gd name="T15" fmla="*/ 236477 h 127"/>
              <a:gd name="T16" fmla="*/ 98696 w 133"/>
              <a:gd name="T17" fmla="*/ 236477 h 127"/>
              <a:gd name="T18" fmla="*/ 148975 w 133"/>
              <a:gd name="T19" fmla="*/ 236477 h 127"/>
              <a:gd name="T20" fmla="*/ 175046 w 133"/>
              <a:gd name="T21" fmla="*/ 236477 h 127"/>
              <a:gd name="T22" fmla="*/ 175046 w 133"/>
              <a:gd name="T23" fmla="*/ 219719 h 127"/>
              <a:gd name="T24" fmla="*/ 148975 w 133"/>
              <a:gd name="T25" fmla="*/ 186202 h 127"/>
              <a:gd name="T26" fmla="*/ 232773 w 133"/>
              <a:gd name="T27" fmla="*/ 186202 h 127"/>
              <a:gd name="T28" fmla="*/ 247671 w 133"/>
              <a:gd name="T29" fmla="*/ 169444 h 127"/>
              <a:gd name="T30" fmla="*/ 247671 w 133"/>
              <a:gd name="T31" fmla="*/ 16758 h 127"/>
              <a:gd name="T32" fmla="*/ 232773 w 133"/>
              <a:gd name="T33" fmla="*/ 0 h 127"/>
              <a:gd name="T34" fmla="*/ 111731 w 133"/>
              <a:gd name="T35" fmla="*/ 165720 h 127"/>
              <a:gd name="T36" fmla="*/ 124767 w 133"/>
              <a:gd name="T37" fmla="*/ 152686 h 127"/>
              <a:gd name="T38" fmla="*/ 139664 w 133"/>
              <a:gd name="T39" fmla="*/ 165720 h 127"/>
              <a:gd name="T40" fmla="*/ 124767 w 133"/>
              <a:gd name="T41" fmla="*/ 180616 h 127"/>
              <a:gd name="T42" fmla="*/ 111731 w 133"/>
              <a:gd name="T43" fmla="*/ 165720 h 127"/>
              <a:gd name="T44" fmla="*/ 230911 w 133"/>
              <a:gd name="T45" fmla="*/ 147100 h 127"/>
              <a:gd name="T46" fmla="*/ 18622 w 133"/>
              <a:gd name="T47" fmla="*/ 147100 h 127"/>
              <a:gd name="T48" fmla="*/ 18622 w 133"/>
              <a:gd name="T49" fmla="*/ 18620 h 127"/>
              <a:gd name="T50" fmla="*/ 230911 w 133"/>
              <a:gd name="T51" fmla="*/ 18620 h 127"/>
              <a:gd name="T52" fmla="*/ 230911 w 133"/>
              <a:gd name="T53" fmla="*/ 147100 h 127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33" h="127">
                <a:moveTo>
                  <a:pt x="125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6"/>
                  <a:pt x="4" y="100"/>
                  <a:pt x="9" y="100"/>
                </a:cubicBezTo>
                <a:cubicBezTo>
                  <a:pt x="53" y="100"/>
                  <a:pt x="53" y="100"/>
                  <a:pt x="53" y="100"/>
                </a:cubicBezTo>
                <a:cubicBezTo>
                  <a:pt x="53" y="100"/>
                  <a:pt x="55" y="118"/>
                  <a:pt x="40" y="118"/>
                </a:cubicBezTo>
                <a:cubicBezTo>
                  <a:pt x="40" y="127"/>
                  <a:pt x="40" y="127"/>
                  <a:pt x="40" y="127"/>
                </a:cubicBezTo>
                <a:cubicBezTo>
                  <a:pt x="53" y="127"/>
                  <a:pt x="53" y="127"/>
                  <a:pt x="53" y="127"/>
                </a:cubicBezTo>
                <a:cubicBezTo>
                  <a:pt x="80" y="127"/>
                  <a:pt x="80" y="127"/>
                  <a:pt x="80" y="127"/>
                </a:cubicBezTo>
                <a:cubicBezTo>
                  <a:pt x="94" y="127"/>
                  <a:pt x="94" y="127"/>
                  <a:pt x="94" y="127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78" y="118"/>
                  <a:pt x="80" y="100"/>
                  <a:pt x="80" y="100"/>
                </a:cubicBezTo>
                <a:cubicBezTo>
                  <a:pt x="125" y="100"/>
                  <a:pt x="125" y="100"/>
                  <a:pt x="125" y="100"/>
                </a:cubicBezTo>
                <a:cubicBezTo>
                  <a:pt x="129" y="100"/>
                  <a:pt x="133" y="96"/>
                  <a:pt x="133" y="91"/>
                </a:cubicBezTo>
                <a:cubicBezTo>
                  <a:pt x="133" y="9"/>
                  <a:pt x="133" y="9"/>
                  <a:pt x="133" y="9"/>
                </a:cubicBezTo>
                <a:cubicBezTo>
                  <a:pt x="133" y="4"/>
                  <a:pt x="129" y="0"/>
                  <a:pt x="125" y="0"/>
                </a:cubicBezTo>
                <a:close/>
                <a:moveTo>
                  <a:pt x="60" y="89"/>
                </a:moveTo>
                <a:cubicBezTo>
                  <a:pt x="60" y="85"/>
                  <a:pt x="63" y="82"/>
                  <a:pt x="67" y="82"/>
                </a:cubicBezTo>
                <a:cubicBezTo>
                  <a:pt x="72" y="82"/>
                  <a:pt x="75" y="85"/>
                  <a:pt x="75" y="89"/>
                </a:cubicBezTo>
                <a:cubicBezTo>
                  <a:pt x="75" y="94"/>
                  <a:pt x="72" y="97"/>
                  <a:pt x="67" y="97"/>
                </a:cubicBezTo>
                <a:cubicBezTo>
                  <a:pt x="63" y="97"/>
                  <a:pt x="60" y="94"/>
                  <a:pt x="60" y="89"/>
                </a:cubicBezTo>
                <a:close/>
                <a:moveTo>
                  <a:pt x="124" y="79"/>
                </a:moveTo>
                <a:cubicBezTo>
                  <a:pt x="10" y="79"/>
                  <a:pt x="10" y="79"/>
                  <a:pt x="10" y="79"/>
                </a:cubicBezTo>
                <a:cubicBezTo>
                  <a:pt x="10" y="10"/>
                  <a:pt x="10" y="10"/>
                  <a:pt x="10" y="10"/>
                </a:cubicBezTo>
                <a:cubicBezTo>
                  <a:pt x="124" y="10"/>
                  <a:pt x="124" y="10"/>
                  <a:pt x="124" y="10"/>
                </a:cubicBezTo>
                <a:lnTo>
                  <a:pt x="124" y="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05"/>
          <p:cNvSpPr>
            <a:spLocks noEditPoints="1"/>
          </p:cNvSpPr>
          <p:nvPr/>
        </p:nvSpPr>
        <p:spPr bwMode="auto">
          <a:xfrm>
            <a:off x="5356225" y="2609312"/>
            <a:ext cx="222250" cy="195263"/>
          </a:xfrm>
          <a:custGeom>
            <a:avLst/>
            <a:gdLst>
              <a:gd name="T0" fmla="*/ 220466 w 134"/>
              <a:gd name="T1" fmla="*/ 26565 h 118"/>
              <a:gd name="T2" fmla="*/ 200575 w 134"/>
              <a:gd name="T3" fmla="*/ 6641 h 118"/>
              <a:gd name="T4" fmla="*/ 190629 w 134"/>
              <a:gd name="T5" fmla="*/ 6641 h 118"/>
              <a:gd name="T6" fmla="*/ 188971 w 134"/>
              <a:gd name="T7" fmla="*/ 11622 h 118"/>
              <a:gd name="T8" fmla="*/ 183998 w 134"/>
              <a:gd name="T9" fmla="*/ 13283 h 118"/>
              <a:gd name="T10" fmla="*/ 183998 w 134"/>
              <a:gd name="T11" fmla="*/ 13283 h 118"/>
              <a:gd name="T12" fmla="*/ 134269 w 134"/>
              <a:gd name="T13" fmla="*/ 64753 h 118"/>
              <a:gd name="T14" fmla="*/ 130954 w 134"/>
              <a:gd name="T15" fmla="*/ 76375 h 118"/>
              <a:gd name="T16" fmla="*/ 135927 w 134"/>
              <a:gd name="T17" fmla="*/ 83017 h 118"/>
              <a:gd name="T18" fmla="*/ 135927 w 134"/>
              <a:gd name="T19" fmla="*/ 83017 h 118"/>
              <a:gd name="T20" fmla="*/ 135927 w 134"/>
              <a:gd name="T21" fmla="*/ 83017 h 118"/>
              <a:gd name="T22" fmla="*/ 125981 w 134"/>
              <a:gd name="T23" fmla="*/ 94639 h 118"/>
              <a:gd name="T24" fmla="*/ 89513 w 134"/>
              <a:gd name="T25" fmla="*/ 58112 h 118"/>
              <a:gd name="T26" fmla="*/ 77909 w 134"/>
              <a:gd name="T27" fmla="*/ 14943 h 118"/>
              <a:gd name="T28" fmla="*/ 34810 w 134"/>
              <a:gd name="T29" fmla="*/ 3321 h 118"/>
              <a:gd name="T30" fmla="*/ 59675 w 134"/>
              <a:gd name="T31" fmla="*/ 28226 h 118"/>
              <a:gd name="T32" fmla="*/ 53045 w 134"/>
              <a:gd name="T33" fmla="*/ 53131 h 118"/>
              <a:gd name="T34" fmla="*/ 29838 w 134"/>
              <a:gd name="T35" fmla="*/ 59772 h 118"/>
              <a:gd name="T36" fmla="*/ 4973 w 134"/>
              <a:gd name="T37" fmla="*/ 34867 h 118"/>
              <a:gd name="T38" fmla="*/ 14919 w 134"/>
              <a:gd name="T39" fmla="*/ 76375 h 118"/>
              <a:gd name="T40" fmla="*/ 59675 w 134"/>
              <a:gd name="T41" fmla="*/ 87998 h 118"/>
              <a:gd name="T42" fmla="*/ 59675 w 134"/>
              <a:gd name="T43" fmla="*/ 87998 h 118"/>
              <a:gd name="T44" fmla="*/ 96143 w 134"/>
              <a:gd name="T45" fmla="*/ 122864 h 118"/>
              <a:gd name="T46" fmla="*/ 61333 w 134"/>
              <a:gd name="T47" fmla="*/ 157731 h 118"/>
              <a:gd name="T48" fmla="*/ 59675 w 134"/>
              <a:gd name="T49" fmla="*/ 156071 h 118"/>
              <a:gd name="T50" fmla="*/ 51387 w 134"/>
              <a:gd name="T51" fmla="*/ 162712 h 118"/>
              <a:gd name="T52" fmla="*/ 34810 w 134"/>
              <a:gd name="T53" fmla="*/ 189278 h 118"/>
              <a:gd name="T54" fmla="*/ 38126 w 134"/>
              <a:gd name="T55" fmla="*/ 192598 h 118"/>
              <a:gd name="T56" fmla="*/ 64648 w 134"/>
              <a:gd name="T57" fmla="*/ 177655 h 118"/>
              <a:gd name="T58" fmla="*/ 71279 w 134"/>
              <a:gd name="T59" fmla="*/ 167693 h 118"/>
              <a:gd name="T60" fmla="*/ 69621 w 134"/>
              <a:gd name="T61" fmla="*/ 166033 h 118"/>
              <a:gd name="T62" fmla="*/ 104431 w 134"/>
              <a:gd name="T63" fmla="*/ 131166 h 118"/>
              <a:gd name="T64" fmla="*/ 162449 w 134"/>
              <a:gd name="T65" fmla="*/ 189278 h 118"/>
              <a:gd name="T66" fmla="*/ 177368 w 134"/>
              <a:gd name="T67" fmla="*/ 195919 h 118"/>
              <a:gd name="T68" fmla="*/ 192286 w 134"/>
              <a:gd name="T69" fmla="*/ 189278 h 118"/>
              <a:gd name="T70" fmla="*/ 192286 w 134"/>
              <a:gd name="T71" fmla="*/ 161052 h 118"/>
              <a:gd name="T72" fmla="*/ 132611 w 134"/>
              <a:gd name="T73" fmla="*/ 101280 h 118"/>
              <a:gd name="T74" fmla="*/ 144215 w 134"/>
              <a:gd name="T75" fmla="*/ 91318 h 118"/>
              <a:gd name="T76" fmla="*/ 149188 w 134"/>
              <a:gd name="T77" fmla="*/ 96299 h 118"/>
              <a:gd name="T78" fmla="*/ 162449 w 134"/>
              <a:gd name="T79" fmla="*/ 92979 h 118"/>
              <a:gd name="T80" fmla="*/ 212178 w 134"/>
              <a:gd name="T81" fmla="*/ 43169 h 118"/>
              <a:gd name="T82" fmla="*/ 212178 w 134"/>
              <a:gd name="T83" fmla="*/ 41508 h 118"/>
              <a:gd name="T84" fmla="*/ 212178 w 134"/>
              <a:gd name="T85" fmla="*/ 41508 h 118"/>
              <a:gd name="T86" fmla="*/ 213836 w 134"/>
              <a:gd name="T87" fmla="*/ 38188 h 118"/>
              <a:gd name="T88" fmla="*/ 220466 w 134"/>
              <a:gd name="T89" fmla="*/ 36527 h 118"/>
              <a:gd name="T90" fmla="*/ 220466 w 134"/>
              <a:gd name="T91" fmla="*/ 26565 h 118"/>
              <a:gd name="T92" fmla="*/ 179025 w 134"/>
              <a:gd name="T93" fmla="*/ 171014 h 118"/>
              <a:gd name="T94" fmla="*/ 187314 w 134"/>
              <a:gd name="T95" fmla="*/ 177655 h 118"/>
              <a:gd name="T96" fmla="*/ 179025 w 134"/>
              <a:gd name="T97" fmla="*/ 185957 h 118"/>
              <a:gd name="T98" fmla="*/ 170737 w 134"/>
              <a:gd name="T99" fmla="*/ 177655 h 118"/>
              <a:gd name="T100" fmla="*/ 179025 w 134"/>
              <a:gd name="T101" fmla="*/ 171014 h 118"/>
              <a:gd name="T102" fmla="*/ 150845 w 134"/>
              <a:gd name="T103" fmla="*/ 66413 h 118"/>
              <a:gd name="T104" fmla="*/ 147530 w 134"/>
              <a:gd name="T105" fmla="*/ 63093 h 118"/>
              <a:gd name="T106" fmla="*/ 183998 w 134"/>
              <a:gd name="T107" fmla="*/ 26565 h 118"/>
              <a:gd name="T108" fmla="*/ 187314 w 134"/>
              <a:gd name="T109" fmla="*/ 29886 h 118"/>
              <a:gd name="T110" fmla="*/ 150845 w 134"/>
              <a:gd name="T111" fmla="*/ 66413 h 118"/>
              <a:gd name="T112" fmla="*/ 162449 w 134"/>
              <a:gd name="T113" fmla="*/ 79696 h 118"/>
              <a:gd name="T114" fmla="*/ 159134 w 134"/>
              <a:gd name="T115" fmla="*/ 76375 h 118"/>
              <a:gd name="T116" fmla="*/ 197259 w 134"/>
              <a:gd name="T117" fmla="*/ 38188 h 118"/>
              <a:gd name="T118" fmla="*/ 200575 w 134"/>
              <a:gd name="T119" fmla="*/ 41508 h 118"/>
              <a:gd name="T120" fmla="*/ 162449 w 134"/>
              <a:gd name="T121" fmla="*/ 79696 h 11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134" h="118">
                <a:moveTo>
                  <a:pt x="133" y="16"/>
                </a:moveTo>
                <a:cubicBezTo>
                  <a:pt x="121" y="4"/>
                  <a:pt x="121" y="4"/>
                  <a:pt x="121" y="4"/>
                </a:cubicBezTo>
                <a:cubicBezTo>
                  <a:pt x="119" y="2"/>
                  <a:pt x="117" y="2"/>
                  <a:pt x="115" y="4"/>
                </a:cubicBezTo>
                <a:cubicBezTo>
                  <a:pt x="114" y="5"/>
                  <a:pt x="114" y="6"/>
                  <a:pt x="114" y="7"/>
                </a:cubicBezTo>
                <a:cubicBezTo>
                  <a:pt x="113" y="7"/>
                  <a:pt x="112" y="8"/>
                  <a:pt x="111" y="8"/>
                </a:cubicBezTo>
                <a:cubicBezTo>
                  <a:pt x="111" y="8"/>
                  <a:pt x="111" y="8"/>
                  <a:pt x="111" y="8"/>
                </a:cubicBezTo>
                <a:cubicBezTo>
                  <a:pt x="81" y="39"/>
                  <a:pt x="81" y="39"/>
                  <a:pt x="81" y="39"/>
                </a:cubicBezTo>
                <a:cubicBezTo>
                  <a:pt x="81" y="41"/>
                  <a:pt x="80" y="44"/>
                  <a:pt x="79" y="46"/>
                </a:cubicBez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2" y="50"/>
                  <a:pt x="82" y="50"/>
                </a:cubicBezTo>
                <a:cubicBezTo>
                  <a:pt x="82" y="50"/>
                  <a:pt x="82" y="50"/>
                  <a:pt x="82" y="50"/>
                </a:cubicBezTo>
                <a:cubicBezTo>
                  <a:pt x="76" y="57"/>
                  <a:pt x="76" y="57"/>
                  <a:pt x="76" y="57"/>
                </a:cubicBezTo>
                <a:cubicBezTo>
                  <a:pt x="54" y="35"/>
                  <a:pt x="54" y="35"/>
                  <a:pt x="54" y="35"/>
                </a:cubicBezTo>
                <a:cubicBezTo>
                  <a:pt x="56" y="26"/>
                  <a:pt x="54" y="16"/>
                  <a:pt x="47" y="9"/>
                </a:cubicBezTo>
                <a:cubicBezTo>
                  <a:pt x="40" y="2"/>
                  <a:pt x="30" y="0"/>
                  <a:pt x="21" y="2"/>
                </a:cubicBezTo>
                <a:cubicBezTo>
                  <a:pt x="36" y="17"/>
                  <a:pt x="36" y="17"/>
                  <a:pt x="36" y="17"/>
                </a:cubicBezTo>
                <a:cubicBezTo>
                  <a:pt x="32" y="32"/>
                  <a:pt x="32" y="32"/>
                  <a:pt x="32" y="32"/>
                </a:cubicBezTo>
                <a:cubicBezTo>
                  <a:pt x="18" y="36"/>
                  <a:pt x="18" y="36"/>
                  <a:pt x="18" y="36"/>
                </a:cubicBezTo>
                <a:cubicBezTo>
                  <a:pt x="3" y="21"/>
                  <a:pt x="3" y="21"/>
                  <a:pt x="3" y="21"/>
                </a:cubicBezTo>
                <a:cubicBezTo>
                  <a:pt x="0" y="29"/>
                  <a:pt x="2" y="39"/>
                  <a:pt x="9" y="46"/>
                </a:cubicBezTo>
                <a:cubicBezTo>
                  <a:pt x="17" y="53"/>
                  <a:pt x="27" y="56"/>
                  <a:pt x="36" y="53"/>
                </a:cubicBezTo>
                <a:cubicBezTo>
                  <a:pt x="36" y="53"/>
                  <a:pt x="36" y="53"/>
                  <a:pt x="36" y="53"/>
                </a:cubicBezTo>
                <a:cubicBezTo>
                  <a:pt x="58" y="74"/>
                  <a:pt x="58" y="74"/>
                  <a:pt x="58" y="74"/>
                </a:cubicBezTo>
                <a:cubicBezTo>
                  <a:pt x="37" y="95"/>
                  <a:pt x="37" y="95"/>
                  <a:pt x="37" y="95"/>
                </a:cubicBezTo>
                <a:cubicBezTo>
                  <a:pt x="36" y="94"/>
                  <a:pt x="36" y="94"/>
                  <a:pt x="36" y="94"/>
                </a:cubicBezTo>
                <a:cubicBezTo>
                  <a:pt x="31" y="98"/>
                  <a:pt x="31" y="98"/>
                  <a:pt x="31" y="98"/>
                </a:cubicBezTo>
                <a:cubicBezTo>
                  <a:pt x="21" y="114"/>
                  <a:pt x="21" y="114"/>
                  <a:pt x="21" y="114"/>
                </a:cubicBezTo>
                <a:cubicBezTo>
                  <a:pt x="23" y="116"/>
                  <a:pt x="23" y="116"/>
                  <a:pt x="23" y="116"/>
                </a:cubicBezTo>
                <a:cubicBezTo>
                  <a:pt x="39" y="107"/>
                  <a:pt x="39" y="107"/>
                  <a:pt x="39" y="107"/>
                </a:cubicBezTo>
                <a:cubicBezTo>
                  <a:pt x="43" y="101"/>
                  <a:pt x="43" y="101"/>
                  <a:pt x="43" y="101"/>
                </a:cubicBezTo>
                <a:cubicBezTo>
                  <a:pt x="42" y="100"/>
                  <a:pt x="42" y="100"/>
                  <a:pt x="42" y="100"/>
                </a:cubicBezTo>
                <a:cubicBezTo>
                  <a:pt x="63" y="79"/>
                  <a:pt x="63" y="79"/>
                  <a:pt x="63" y="79"/>
                </a:cubicBezTo>
                <a:cubicBezTo>
                  <a:pt x="98" y="114"/>
                  <a:pt x="98" y="114"/>
                  <a:pt x="98" y="114"/>
                </a:cubicBezTo>
                <a:cubicBezTo>
                  <a:pt x="100" y="117"/>
                  <a:pt x="104" y="118"/>
                  <a:pt x="107" y="118"/>
                </a:cubicBezTo>
                <a:cubicBezTo>
                  <a:pt x="110" y="118"/>
                  <a:pt x="113" y="117"/>
                  <a:pt x="116" y="114"/>
                </a:cubicBezTo>
                <a:cubicBezTo>
                  <a:pt x="121" y="109"/>
                  <a:pt x="121" y="102"/>
                  <a:pt x="116" y="97"/>
                </a:cubicBezTo>
                <a:cubicBezTo>
                  <a:pt x="80" y="61"/>
                  <a:pt x="80" y="61"/>
                  <a:pt x="80" y="61"/>
                </a:cubicBezTo>
                <a:cubicBezTo>
                  <a:pt x="87" y="55"/>
                  <a:pt x="87" y="55"/>
                  <a:pt x="87" y="55"/>
                </a:cubicBezTo>
                <a:cubicBezTo>
                  <a:pt x="90" y="58"/>
                  <a:pt x="90" y="58"/>
                  <a:pt x="90" y="58"/>
                </a:cubicBezTo>
                <a:cubicBezTo>
                  <a:pt x="92" y="56"/>
                  <a:pt x="95" y="56"/>
                  <a:pt x="98" y="56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9" y="24"/>
                  <a:pt x="129" y="24"/>
                  <a:pt x="129" y="23"/>
                </a:cubicBezTo>
                <a:cubicBezTo>
                  <a:pt x="130" y="23"/>
                  <a:pt x="132" y="23"/>
                  <a:pt x="133" y="22"/>
                </a:cubicBezTo>
                <a:cubicBezTo>
                  <a:pt x="134" y="20"/>
                  <a:pt x="134" y="17"/>
                  <a:pt x="133" y="16"/>
                </a:cubicBezTo>
                <a:close/>
                <a:moveTo>
                  <a:pt x="108" y="103"/>
                </a:moveTo>
                <a:cubicBezTo>
                  <a:pt x="111" y="103"/>
                  <a:pt x="113" y="105"/>
                  <a:pt x="113" y="107"/>
                </a:cubicBezTo>
                <a:cubicBezTo>
                  <a:pt x="113" y="110"/>
                  <a:pt x="111" y="112"/>
                  <a:pt x="108" y="112"/>
                </a:cubicBezTo>
                <a:cubicBezTo>
                  <a:pt x="105" y="112"/>
                  <a:pt x="103" y="110"/>
                  <a:pt x="103" y="107"/>
                </a:cubicBezTo>
                <a:cubicBezTo>
                  <a:pt x="103" y="105"/>
                  <a:pt x="105" y="103"/>
                  <a:pt x="108" y="103"/>
                </a:cubicBezTo>
                <a:close/>
                <a:moveTo>
                  <a:pt x="91" y="40"/>
                </a:moveTo>
                <a:cubicBezTo>
                  <a:pt x="89" y="38"/>
                  <a:pt x="89" y="38"/>
                  <a:pt x="89" y="38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3" y="18"/>
                  <a:pt x="113" y="18"/>
                  <a:pt x="113" y="18"/>
                </a:cubicBezTo>
                <a:lnTo>
                  <a:pt x="91" y="40"/>
                </a:lnTo>
                <a:close/>
                <a:moveTo>
                  <a:pt x="98" y="48"/>
                </a:moveTo>
                <a:cubicBezTo>
                  <a:pt x="96" y="46"/>
                  <a:pt x="96" y="46"/>
                  <a:pt x="96" y="46"/>
                </a:cubicBezTo>
                <a:cubicBezTo>
                  <a:pt x="119" y="23"/>
                  <a:pt x="119" y="23"/>
                  <a:pt x="119" y="23"/>
                </a:cubicBezTo>
                <a:cubicBezTo>
                  <a:pt x="121" y="25"/>
                  <a:pt x="121" y="25"/>
                  <a:pt x="121" y="25"/>
                </a:cubicBezTo>
                <a:lnTo>
                  <a:pt x="98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1" name="Group 46"/>
          <p:cNvGrpSpPr/>
          <p:nvPr/>
        </p:nvGrpSpPr>
        <p:grpSpPr>
          <a:xfrm>
            <a:off x="2304286" y="2549816"/>
            <a:ext cx="225243" cy="284519"/>
            <a:chOff x="3526798" y="4057329"/>
            <a:chExt cx="284519" cy="359394"/>
          </a:xfrm>
          <a:solidFill>
            <a:schemeClr val="bg1"/>
          </a:solidFill>
        </p:grpSpPr>
        <p:sp>
          <p:nvSpPr>
            <p:cNvPr id="62" name="Freeform 107"/>
            <p:cNvSpPr/>
            <p:nvPr/>
          </p:nvSpPr>
          <p:spPr bwMode="auto">
            <a:xfrm>
              <a:off x="3561739" y="4092269"/>
              <a:ext cx="214637" cy="289511"/>
            </a:xfrm>
            <a:custGeom>
              <a:avLst/>
              <a:gdLst>
                <a:gd name="T0" fmla="*/ 0 w 86"/>
                <a:gd name="T1" fmla="*/ 10 h 116"/>
                <a:gd name="T2" fmla="*/ 76 w 86"/>
                <a:gd name="T3" fmla="*/ 10 h 116"/>
                <a:gd name="T4" fmla="*/ 76 w 86"/>
                <a:gd name="T5" fmla="*/ 116 h 116"/>
                <a:gd name="T6" fmla="*/ 86 w 86"/>
                <a:gd name="T7" fmla="*/ 116 h 116"/>
                <a:gd name="T8" fmla="*/ 86 w 86"/>
                <a:gd name="T9" fmla="*/ 0 h 116"/>
                <a:gd name="T10" fmla="*/ 0 w 86"/>
                <a:gd name="T11" fmla="*/ 0 h 116"/>
                <a:gd name="T12" fmla="*/ 0 w 86"/>
                <a:gd name="T13" fmla="*/ 1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116">
                  <a:moveTo>
                    <a:pt x="0" y="10"/>
                  </a:moveTo>
                  <a:lnTo>
                    <a:pt x="76" y="10"/>
                  </a:lnTo>
                  <a:lnTo>
                    <a:pt x="76" y="116"/>
                  </a:lnTo>
                  <a:lnTo>
                    <a:pt x="86" y="116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3" name="Freeform 108"/>
            <p:cNvSpPr/>
            <p:nvPr/>
          </p:nvSpPr>
          <p:spPr bwMode="auto">
            <a:xfrm>
              <a:off x="3599175" y="4057329"/>
              <a:ext cx="212142" cy="284519"/>
            </a:xfrm>
            <a:custGeom>
              <a:avLst/>
              <a:gdLst>
                <a:gd name="T0" fmla="*/ 0 w 85"/>
                <a:gd name="T1" fmla="*/ 0 h 114"/>
                <a:gd name="T2" fmla="*/ 0 w 85"/>
                <a:gd name="T3" fmla="*/ 9 h 114"/>
                <a:gd name="T4" fmla="*/ 76 w 85"/>
                <a:gd name="T5" fmla="*/ 9 h 114"/>
                <a:gd name="T6" fmla="*/ 76 w 85"/>
                <a:gd name="T7" fmla="*/ 114 h 114"/>
                <a:gd name="T8" fmla="*/ 85 w 85"/>
                <a:gd name="T9" fmla="*/ 114 h 114"/>
                <a:gd name="T10" fmla="*/ 85 w 85"/>
                <a:gd name="T11" fmla="*/ 0 h 114"/>
                <a:gd name="T12" fmla="*/ 0 w 85"/>
                <a:gd name="T1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114">
                  <a:moveTo>
                    <a:pt x="0" y="0"/>
                  </a:moveTo>
                  <a:lnTo>
                    <a:pt x="0" y="9"/>
                  </a:lnTo>
                  <a:lnTo>
                    <a:pt x="76" y="9"/>
                  </a:lnTo>
                  <a:lnTo>
                    <a:pt x="76" y="114"/>
                  </a:lnTo>
                  <a:lnTo>
                    <a:pt x="85" y="114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4" name="Freeform 109"/>
            <p:cNvSpPr/>
            <p:nvPr/>
          </p:nvSpPr>
          <p:spPr bwMode="auto">
            <a:xfrm>
              <a:off x="3526798" y="4129707"/>
              <a:ext cx="212142" cy="287016"/>
            </a:xfrm>
            <a:custGeom>
              <a:avLst/>
              <a:gdLst>
                <a:gd name="T0" fmla="*/ 0 w 85"/>
                <a:gd name="T1" fmla="*/ 0 h 115"/>
                <a:gd name="T2" fmla="*/ 0 w 85"/>
                <a:gd name="T3" fmla="*/ 115 h 115"/>
                <a:gd name="T4" fmla="*/ 85 w 85"/>
                <a:gd name="T5" fmla="*/ 115 h 115"/>
                <a:gd name="T6" fmla="*/ 85 w 85"/>
                <a:gd name="T7" fmla="*/ 105 h 115"/>
                <a:gd name="T8" fmla="*/ 85 w 85"/>
                <a:gd name="T9" fmla="*/ 0 h 115"/>
                <a:gd name="T10" fmla="*/ 10 w 85"/>
                <a:gd name="T11" fmla="*/ 0 h 115"/>
                <a:gd name="T12" fmla="*/ 0 w 85"/>
                <a:gd name="T1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115">
                  <a:moveTo>
                    <a:pt x="0" y="0"/>
                  </a:moveTo>
                  <a:lnTo>
                    <a:pt x="0" y="115"/>
                  </a:lnTo>
                  <a:lnTo>
                    <a:pt x="85" y="115"/>
                  </a:lnTo>
                  <a:lnTo>
                    <a:pt x="85" y="105"/>
                  </a:lnTo>
                  <a:lnTo>
                    <a:pt x="85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14:conveyor dir="l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0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50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00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5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9" grpId="0" animBg="1"/>
      <p:bldP spid="6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研究方案可行性说明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3" name="Freeform 69"/>
          <p:cNvSpPr/>
          <p:nvPr/>
        </p:nvSpPr>
        <p:spPr bwMode="auto">
          <a:xfrm rot="5400000">
            <a:off x="2883098" y="3215283"/>
            <a:ext cx="1110854" cy="423863"/>
          </a:xfrm>
          <a:custGeom>
            <a:avLst/>
            <a:gdLst>
              <a:gd name="T0" fmla="*/ 738188 w 933"/>
              <a:gd name="T1" fmla="*/ 565150 h 356"/>
              <a:gd name="T2" fmla="*/ 0 w 933"/>
              <a:gd name="T3" fmla="*/ 282575 h 356"/>
              <a:gd name="T4" fmla="*/ 738188 w 933"/>
              <a:gd name="T5" fmla="*/ 0 h 356"/>
              <a:gd name="T6" fmla="*/ 1481138 w 933"/>
              <a:gd name="T7" fmla="*/ 282575 h 356"/>
              <a:gd name="T8" fmla="*/ 738188 w 933"/>
              <a:gd name="T9" fmla="*/ 565150 h 3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33" h="356">
                <a:moveTo>
                  <a:pt x="465" y="356"/>
                </a:moveTo>
                <a:lnTo>
                  <a:pt x="0" y="178"/>
                </a:lnTo>
                <a:lnTo>
                  <a:pt x="465" y="0"/>
                </a:lnTo>
                <a:lnTo>
                  <a:pt x="933" y="178"/>
                </a:lnTo>
                <a:lnTo>
                  <a:pt x="465" y="356"/>
                </a:lnTo>
                <a:close/>
              </a:path>
            </a:pathLst>
          </a:custGeom>
          <a:solidFill>
            <a:srgbClr val="8E1022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4" name="Freeform 70"/>
          <p:cNvSpPr/>
          <p:nvPr/>
        </p:nvSpPr>
        <p:spPr bwMode="auto">
          <a:xfrm rot="5400000">
            <a:off x="2778323" y="2765227"/>
            <a:ext cx="553641" cy="766763"/>
          </a:xfrm>
          <a:custGeom>
            <a:avLst/>
            <a:gdLst>
              <a:gd name="T0" fmla="*/ 738188 w 465"/>
              <a:gd name="T1" fmla="*/ 282575 h 644"/>
              <a:gd name="T2" fmla="*/ 0 w 465"/>
              <a:gd name="T3" fmla="*/ 0 h 644"/>
              <a:gd name="T4" fmla="*/ 0 w 465"/>
              <a:gd name="T5" fmla="*/ 577850 h 644"/>
              <a:gd name="T6" fmla="*/ 738188 w 465"/>
              <a:gd name="T7" fmla="*/ 1022350 h 644"/>
              <a:gd name="T8" fmla="*/ 738188 w 465"/>
              <a:gd name="T9" fmla="*/ 282575 h 6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65" h="644">
                <a:moveTo>
                  <a:pt x="465" y="178"/>
                </a:moveTo>
                <a:lnTo>
                  <a:pt x="0" y="0"/>
                </a:lnTo>
                <a:lnTo>
                  <a:pt x="0" y="364"/>
                </a:lnTo>
                <a:lnTo>
                  <a:pt x="465" y="644"/>
                </a:lnTo>
                <a:lnTo>
                  <a:pt x="465" y="178"/>
                </a:ln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" name="Freeform 71"/>
          <p:cNvSpPr/>
          <p:nvPr/>
        </p:nvSpPr>
        <p:spPr bwMode="auto">
          <a:xfrm rot="5400000">
            <a:off x="2776537" y="3320653"/>
            <a:ext cx="557213" cy="766763"/>
          </a:xfrm>
          <a:custGeom>
            <a:avLst/>
            <a:gdLst>
              <a:gd name="T0" fmla="*/ 0 w 468"/>
              <a:gd name="T1" fmla="*/ 282575 h 644"/>
              <a:gd name="T2" fmla="*/ 742950 w 468"/>
              <a:gd name="T3" fmla="*/ 0 h 644"/>
              <a:gd name="T4" fmla="*/ 742950 w 468"/>
              <a:gd name="T5" fmla="*/ 577850 h 644"/>
              <a:gd name="T6" fmla="*/ 0 w 468"/>
              <a:gd name="T7" fmla="*/ 1022350 h 644"/>
              <a:gd name="T8" fmla="*/ 0 w 468"/>
              <a:gd name="T9" fmla="*/ 282575 h 6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68" h="644">
                <a:moveTo>
                  <a:pt x="0" y="178"/>
                </a:moveTo>
                <a:lnTo>
                  <a:pt x="468" y="0"/>
                </a:lnTo>
                <a:lnTo>
                  <a:pt x="468" y="364"/>
                </a:lnTo>
                <a:lnTo>
                  <a:pt x="0" y="644"/>
                </a:lnTo>
                <a:lnTo>
                  <a:pt x="0" y="178"/>
                </a:lnTo>
                <a:close/>
              </a:path>
            </a:pathLst>
          </a:custGeom>
          <a:solidFill>
            <a:srgbClr val="BD152D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6" name="Freeform 72"/>
          <p:cNvSpPr/>
          <p:nvPr/>
        </p:nvSpPr>
        <p:spPr bwMode="auto">
          <a:xfrm rot="5400000">
            <a:off x="3262313" y="3293270"/>
            <a:ext cx="1778794" cy="266700"/>
          </a:xfrm>
          <a:custGeom>
            <a:avLst/>
            <a:gdLst>
              <a:gd name="T0" fmla="*/ 746 w 1494"/>
              <a:gd name="T1" fmla="*/ 224 h 224"/>
              <a:gd name="T2" fmla="*/ 0 w 1494"/>
              <a:gd name="T3" fmla="*/ 112 h 224"/>
              <a:gd name="T4" fmla="*/ 746 w 1494"/>
              <a:gd name="T5" fmla="*/ 0 h 224"/>
              <a:gd name="T6" fmla="*/ 1494 w 1494"/>
              <a:gd name="T7" fmla="*/ 112 h 224"/>
              <a:gd name="T8" fmla="*/ 746 w 1494"/>
              <a:gd name="T9" fmla="*/ 224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94" h="224">
                <a:moveTo>
                  <a:pt x="746" y="224"/>
                </a:moveTo>
                <a:lnTo>
                  <a:pt x="0" y="112"/>
                </a:lnTo>
                <a:lnTo>
                  <a:pt x="746" y="0"/>
                </a:lnTo>
                <a:lnTo>
                  <a:pt x="1494" y="112"/>
                </a:lnTo>
                <a:lnTo>
                  <a:pt x="746" y="22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+mn-lt"/>
            </a:endParaRPr>
          </a:p>
        </p:txBody>
      </p:sp>
      <p:sp>
        <p:nvSpPr>
          <p:cNvPr id="27" name="Freeform 73"/>
          <p:cNvSpPr/>
          <p:nvPr/>
        </p:nvSpPr>
        <p:spPr bwMode="auto">
          <a:xfrm rot="5400000">
            <a:off x="3339704" y="2613423"/>
            <a:ext cx="888206" cy="735806"/>
          </a:xfrm>
          <a:custGeom>
            <a:avLst/>
            <a:gdLst>
              <a:gd name="T0" fmla="*/ 746 w 746"/>
              <a:gd name="T1" fmla="*/ 112 h 618"/>
              <a:gd name="T2" fmla="*/ 0 w 746"/>
              <a:gd name="T3" fmla="*/ 0 h 618"/>
              <a:gd name="T4" fmla="*/ 0 w 746"/>
              <a:gd name="T5" fmla="*/ 394 h 618"/>
              <a:gd name="T6" fmla="*/ 746 w 746"/>
              <a:gd name="T7" fmla="*/ 618 h 618"/>
              <a:gd name="T8" fmla="*/ 746 w 746"/>
              <a:gd name="T9" fmla="*/ 112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6" h="618">
                <a:moveTo>
                  <a:pt x="746" y="112"/>
                </a:moveTo>
                <a:lnTo>
                  <a:pt x="0" y="0"/>
                </a:lnTo>
                <a:lnTo>
                  <a:pt x="0" y="394"/>
                </a:lnTo>
                <a:lnTo>
                  <a:pt x="746" y="618"/>
                </a:lnTo>
                <a:lnTo>
                  <a:pt x="746" y="112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+mn-lt"/>
            </a:endParaRPr>
          </a:p>
        </p:txBody>
      </p:sp>
      <p:sp>
        <p:nvSpPr>
          <p:cNvPr id="28" name="Freeform 74"/>
          <p:cNvSpPr/>
          <p:nvPr/>
        </p:nvSpPr>
        <p:spPr bwMode="auto">
          <a:xfrm rot="5400000">
            <a:off x="3338513" y="3502819"/>
            <a:ext cx="890588" cy="735806"/>
          </a:xfrm>
          <a:custGeom>
            <a:avLst/>
            <a:gdLst>
              <a:gd name="T0" fmla="*/ 0 w 748"/>
              <a:gd name="T1" fmla="*/ 112 h 618"/>
              <a:gd name="T2" fmla="*/ 748 w 748"/>
              <a:gd name="T3" fmla="*/ 0 h 618"/>
              <a:gd name="T4" fmla="*/ 748 w 748"/>
              <a:gd name="T5" fmla="*/ 394 h 618"/>
              <a:gd name="T6" fmla="*/ 0 w 748"/>
              <a:gd name="T7" fmla="*/ 618 h 618"/>
              <a:gd name="T8" fmla="*/ 0 w 748"/>
              <a:gd name="T9" fmla="*/ 112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8" h="618">
                <a:moveTo>
                  <a:pt x="0" y="112"/>
                </a:moveTo>
                <a:lnTo>
                  <a:pt x="748" y="0"/>
                </a:lnTo>
                <a:lnTo>
                  <a:pt x="748" y="394"/>
                </a:lnTo>
                <a:lnTo>
                  <a:pt x="0" y="618"/>
                </a:lnTo>
                <a:lnTo>
                  <a:pt x="0" y="11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+mn-lt"/>
            </a:endParaRPr>
          </a:p>
        </p:txBody>
      </p:sp>
      <p:sp>
        <p:nvSpPr>
          <p:cNvPr id="29" name="Freeform 75"/>
          <p:cNvSpPr/>
          <p:nvPr/>
        </p:nvSpPr>
        <p:spPr bwMode="auto">
          <a:xfrm rot="5400000">
            <a:off x="5149453" y="3215878"/>
            <a:ext cx="1110854" cy="422672"/>
          </a:xfrm>
          <a:custGeom>
            <a:avLst/>
            <a:gdLst>
              <a:gd name="T0" fmla="*/ 465 w 933"/>
              <a:gd name="T1" fmla="*/ 0 h 355"/>
              <a:gd name="T2" fmla="*/ 0 w 933"/>
              <a:gd name="T3" fmla="*/ 177 h 355"/>
              <a:gd name="T4" fmla="*/ 465 w 933"/>
              <a:gd name="T5" fmla="*/ 355 h 355"/>
              <a:gd name="T6" fmla="*/ 933 w 933"/>
              <a:gd name="T7" fmla="*/ 177 h 355"/>
              <a:gd name="T8" fmla="*/ 465 w 933"/>
              <a:gd name="T9" fmla="*/ 0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3" h="355">
                <a:moveTo>
                  <a:pt x="465" y="0"/>
                </a:moveTo>
                <a:lnTo>
                  <a:pt x="0" y="177"/>
                </a:lnTo>
                <a:lnTo>
                  <a:pt x="465" y="355"/>
                </a:lnTo>
                <a:lnTo>
                  <a:pt x="933" y="177"/>
                </a:lnTo>
                <a:lnTo>
                  <a:pt x="46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+mn-lt"/>
            </a:endParaRPr>
          </a:p>
        </p:txBody>
      </p:sp>
      <p:sp>
        <p:nvSpPr>
          <p:cNvPr id="30" name="Freeform 76"/>
          <p:cNvSpPr/>
          <p:nvPr/>
        </p:nvSpPr>
        <p:spPr bwMode="auto">
          <a:xfrm rot="5400000">
            <a:off x="5813227" y="2765227"/>
            <a:ext cx="553641" cy="766763"/>
          </a:xfrm>
          <a:custGeom>
            <a:avLst/>
            <a:gdLst>
              <a:gd name="T0" fmla="*/ 465 w 465"/>
              <a:gd name="T1" fmla="*/ 467 h 644"/>
              <a:gd name="T2" fmla="*/ 0 w 465"/>
              <a:gd name="T3" fmla="*/ 644 h 644"/>
              <a:gd name="T4" fmla="*/ 0 w 465"/>
              <a:gd name="T5" fmla="*/ 280 h 644"/>
              <a:gd name="T6" fmla="*/ 465 w 465"/>
              <a:gd name="T7" fmla="*/ 0 h 644"/>
              <a:gd name="T8" fmla="*/ 465 w 465"/>
              <a:gd name="T9" fmla="*/ 467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5" h="644">
                <a:moveTo>
                  <a:pt x="465" y="467"/>
                </a:moveTo>
                <a:lnTo>
                  <a:pt x="0" y="644"/>
                </a:lnTo>
                <a:lnTo>
                  <a:pt x="0" y="280"/>
                </a:lnTo>
                <a:lnTo>
                  <a:pt x="465" y="0"/>
                </a:lnTo>
                <a:lnTo>
                  <a:pt x="465" y="4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+mn-lt"/>
            </a:endParaRPr>
          </a:p>
        </p:txBody>
      </p:sp>
      <p:sp>
        <p:nvSpPr>
          <p:cNvPr id="31" name="Freeform 77"/>
          <p:cNvSpPr/>
          <p:nvPr/>
        </p:nvSpPr>
        <p:spPr bwMode="auto">
          <a:xfrm rot="5400000">
            <a:off x="5811441" y="3320653"/>
            <a:ext cx="557213" cy="766763"/>
          </a:xfrm>
          <a:custGeom>
            <a:avLst/>
            <a:gdLst>
              <a:gd name="T0" fmla="*/ 0 w 468"/>
              <a:gd name="T1" fmla="*/ 467 h 644"/>
              <a:gd name="T2" fmla="*/ 468 w 468"/>
              <a:gd name="T3" fmla="*/ 644 h 644"/>
              <a:gd name="T4" fmla="*/ 468 w 468"/>
              <a:gd name="T5" fmla="*/ 280 h 644"/>
              <a:gd name="T6" fmla="*/ 0 w 468"/>
              <a:gd name="T7" fmla="*/ 0 h 644"/>
              <a:gd name="T8" fmla="*/ 0 w 468"/>
              <a:gd name="T9" fmla="*/ 467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8" h="644">
                <a:moveTo>
                  <a:pt x="0" y="467"/>
                </a:moveTo>
                <a:lnTo>
                  <a:pt x="468" y="644"/>
                </a:lnTo>
                <a:lnTo>
                  <a:pt x="468" y="280"/>
                </a:lnTo>
                <a:lnTo>
                  <a:pt x="0" y="0"/>
                </a:lnTo>
                <a:lnTo>
                  <a:pt x="0" y="46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+mn-lt"/>
            </a:endParaRPr>
          </a:p>
        </p:txBody>
      </p:sp>
      <p:sp>
        <p:nvSpPr>
          <p:cNvPr id="32" name="Freeform 78"/>
          <p:cNvSpPr/>
          <p:nvPr/>
        </p:nvSpPr>
        <p:spPr bwMode="auto">
          <a:xfrm rot="5400000">
            <a:off x="4102894" y="3293270"/>
            <a:ext cx="1778794" cy="266700"/>
          </a:xfrm>
          <a:custGeom>
            <a:avLst/>
            <a:gdLst>
              <a:gd name="T0" fmla="*/ 746 w 1494"/>
              <a:gd name="T1" fmla="*/ 0 h 224"/>
              <a:gd name="T2" fmla="*/ 0 w 1494"/>
              <a:gd name="T3" fmla="*/ 111 h 224"/>
              <a:gd name="T4" fmla="*/ 746 w 1494"/>
              <a:gd name="T5" fmla="*/ 224 h 224"/>
              <a:gd name="T6" fmla="*/ 1494 w 1494"/>
              <a:gd name="T7" fmla="*/ 111 h 224"/>
              <a:gd name="T8" fmla="*/ 746 w 1494"/>
              <a:gd name="T9" fmla="*/ 0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94" h="224">
                <a:moveTo>
                  <a:pt x="746" y="0"/>
                </a:moveTo>
                <a:lnTo>
                  <a:pt x="0" y="111"/>
                </a:lnTo>
                <a:lnTo>
                  <a:pt x="746" y="224"/>
                </a:lnTo>
                <a:lnTo>
                  <a:pt x="1494" y="111"/>
                </a:lnTo>
                <a:lnTo>
                  <a:pt x="74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+mn-lt"/>
            </a:endParaRPr>
          </a:p>
        </p:txBody>
      </p:sp>
      <p:sp>
        <p:nvSpPr>
          <p:cNvPr id="33" name="Freeform 79"/>
          <p:cNvSpPr/>
          <p:nvPr/>
        </p:nvSpPr>
        <p:spPr bwMode="auto">
          <a:xfrm rot="5400000">
            <a:off x="4916686" y="2614018"/>
            <a:ext cx="888206" cy="734616"/>
          </a:xfrm>
          <a:custGeom>
            <a:avLst/>
            <a:gdLst>
              <a:gd name="T0" fmla="*/ 746 w 746"/>
              <a:gd name="T1" fmla="*/ 506 h 617"/>
              <a:gd name="T2" fmla="*/ 0 w 746"/>
              <a:gd name="T3" fmla="*/ 617 h 617"/>
              <a:gd name="T4" fmla="*/ 0 w 746"/>
              <a:gd name="T5" fmla="*/ 224 h 617"/>
              <a:gd name="T6" fmla="*/ 746 w 746"/>
              <a:gd name="T7" fmla="*/ 0 h 617"/>
              <a:gd name="T8" fmla="*/ 746 w 746"/>
              <a:gd name="T9" fmla="*/ 506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6" h="617">
                <a:moveTo>
                  <a:pt x="746" y="506"/>
                </a:moveTo>
                <a:lnTo>
                  <a:pt x="0" y="617"/>
                </a:lnTo>
                <a:lnTo>
                  <a:pt x="0" y="224"/>
                </a:lnTo>
                <a:lnTo>
                  <a:pt x="746" y="0"/>
                </a:lnTo>
                <a:lnTo>
                  <a:pt x="746" y="50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+mn-lt"/>
            </a:endParaRPr>
          </a:p>
        </p:txBody>
      </p:sp>
      <p:sp>
        <p:nvSpPr>
          <p:cNvPr id="34" name="Freeform 80"/>
          <p:cNvSpPr/>
          <p:nvPr/>
        </p:nvSpPr>
        <p:spPr bwMode="auto">
          <a:xfrm rot="5400000">
            <a:off x="4915495" y="3503414"/>
            <a:ext cx="890588" cy="734616"/>
          </a:xfrm>
          <a:custGeom>
            <a:avLst/>
            <a:gdLst>
              <a:gd name="T0" fmla="*/ 0 w 748"/>
              <a:gd name="T1" fmla="*/ 506 h 617"/>
              <a:gd name="T2" fmla="*/ 748 w 748"/>
              <a:gd name="T3" fmla="*/ 617 h 617"/>
              <a:gd name="T4" fmla="*/ 748 w 748"/>
              <a:gd name="T5" fmla="*/ 224 h 617"/>
              <a:gd name="T6" fmla="*/ 0 w 748"/>
              <a:gd name="T7" fmla="*/ 0 h 617"/>
              <a:gd name="T8" fmla="*/ 0 w 748"/>
              <a:gd name="T9" fmla="*/ 506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8" h="617">
                <a:moveTo>
                  <a:pt x="0" y="506"/>
                </a:moveTo>
                <a:lnTo>
                  <a:pt x="748" y="617"/>
                </a:lnTo>
                <a:lnTo>
                  <a:pt x="748" y="224"/>
                </a:lnTo>
                <a:lnTo>
                  <a:pt x="0" y="0"/>
                </a:lnTo>
                <a:lnTo>
                  <a:pt x="0" y="50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+mn-lt"/>
            </a:endParaRPr>
          </a:p>
        </p:txBody>
      </p:sp>
      <p:sp>
        <p:nvSpPr>
          <p:cNvPr id="35" name="Freeform 81"/>
          <p:cNvSpPr/>
          <p:nvPr/>
        </p:nvSpPr>
        <p:spPr bwMode="auto">
          <a:xfrm rot="5400000">
            <a:off x="3956447" y="2432447"/>
            <a:ext cx="1222772" cy="763191"/>
          </a:xfrm>
          <a:custGeom>
            <a:avLst/>
            <a:gdLst>
              <a:gd name="T0" fmla="*/ 1630363 w 1027"/>
              <a:gd name="T1" fmla="*/ 1017588 h 641"/>
              <a:gd name="T2" fmla="*/ 0 w 1027"/>
              <a:gd name="T3" fmla="*/ 844550 h 641"/>
              <a:gd name="T4" fmla="*/ 0 w 1027"/>
              <a:gd name="T5" fmla="*/ 176213 h 641"/>
              <a:gd name="T6" fmla="*/ 1630363 w 1027"/>
              <a:gd name="T7" fmla="*/ 0 h 641"/>
              <a:gd name="T8" fmla="*/ 1630363 w 1027"/>
              <a:gd name="T9" fmla="*/ 1017588 h 6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27" h="641">
                <a:moveTo>
                  <a:pt x="1027" y="641"/>
                </a:moveTo>
                <a:lnTo>
                  <a:pt x="0" y="532"/>
                </a:lnTo>
                <a:lnTo>
                  <a:pt x="0" y="111"/>
                </a:lnTo>
                <a:lnTo>
                  <a:pt x="1027" y="0"/>
                </a:lnTo>
                <a:lnTo>
                  <a:pt x="1027" y="641"/>
                </a:ln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6" name="Freeform 82"/>
          <p:cNvSpPr/>
          <p:nvPr/>
        </p:nvSpPr>
        <p:spPr bwMode="auto">
          <a:xfrm rot="5400000">
            <a:off x="3955257" y="3656410"/>
            <a:ext cx="1225153" cy="763191"/>
          </a:xfrm>
          <a:custGeom>
            <a:avLst/>
            <a:gdLst>
              <a:gd name="T0" fmla="*/ 0 w 1029"/>
              <a:gd name="T1" fmla="*/ 1017588 h 641"/>
              <a:gd name="T2" fmla="*/ 1633538 w 1029"/>
              <a:gd name="T3" fmla="*/ 844550 h 641"/>
              <a:gd name="T4" fmla="*/ 1633538 w 1029"/>
              <a:gd name="T5" fmla="*/ 176213 h 641"/>
              <a:gd name="T6" fmla="*/ 0 w 1029"/>
              <a:gd name="T7" fmla="*/ 0 h 641"/>
              <a:gd name="T8" fmla="*/ 0 w 1029"/>
              <a:gd name="T9" fmla="*/ 1017588 h 6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29" h="641">
                <a:moveTo>
                  <a:pt x="0" y="641"/>
                </a:moveTo>
                <a:lnTo>
                  <a:pt x="1029" y="532"/>
                </a:lnTo>
                <a:lnTo>
                  <a:pt x="1029" y="111"/>
                </a:lnTo>
                <a:lnTo>
                  <a:pt x="0" y="0"/>
                </a:lnTo>
                <a:lnTo>
                  <a:pt x="0" y="641"/>
                </a:lnTo>
                <a:close/>
              </a:path>
            </a:pathLst>
          </a:custGeom>
          <a:solidFill>
            <a:srgbClr val="BD152D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7" name="Freeform 83"/>
          <p:cNvSpPr/>
          <p:nvPr/>
        </p:nvSpPr>
        <p:spPr bwMode="auto">
          <a:xfrm rot="5400000">
            <a:off x="6190060" y="3148012"/>
            <a:ext cx="9525" cy="557213"/>
          </a:xfrm>
          <a:custGeom>
            <a:avLst/>
            <a:gdLst>
              <a:gd name="T0" fmla="*/ 12700 w 8"/>
              <a:gd name="T1" fmla="*/ 742950 h 468"/>
              <a:gd name="T2" fmla="*/ 0 w 8"/>
              <a:gd name="T3" fmla="*/ 742950 h 468"/>
              <a:gd name="T4" fmla="*/ 0 w 8"/>
              <a:gd name="T5" fmla="*/ 3175 h 468"/>
              <a:gd name="T6" fmla="*/ 4763 w 8"/>
              <a:gd name="T7" fmla="*/ 0 h 468"/>
              <a:gd name="T8" fmla="*/ 12700 w 8"/>
              <a:gd name="T9" fmla="*/ 3175 h 468"/>
              <a:gd name="T10" fmla="*/ 12700 w 8"/>
              <a:gd name="T11" fmla="*/ 742950 h 4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" h="468">
                <a:moveTo>
                  <a:pt x="8" y="468"/>
                </a:moveTo>
                <a:lnTo>
                  <a:pt x="0" y="468"/>
                </a:lnTo>
                <a:lnTo>
                  <a:pt x="0" y="2"/>
                </a:lnTo>
                <a:lnTo>
                  <a:pt x="3" y="0"/>
                </a:lnTo>
                <a:lnTo>
                  <a:pt x="8" y="2"/>
                </a:lnTo>
                <a:lnTo>
                  <a:pt x="8" y="468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8" name="Freeform 84"/>
          <p:cNvSpPr/>
          <p:nvPr/>
        </p:nvSpPr>
        <p:spPr bwMode="auto">
          <a:xfrm rot="5400000">
            <a:off x="5422107" y="3125391"/>
            <a:ext cx="9525" cy="602456"/>
          </a:xfrm>
          <a:custGeom>
            <a:avLst/>
            <a:gdLst>
              <a:gd name="T0" fmla="*/ 12700 w 8"/>
              <a:gd name="T1" fmla="*/ 803275 h 506"/>
              <a:gd name="T2" fmla="*/ 0 w 8"/>
              <a:gd name="T3" fmla="*/ 803275 h 506"/>
              <a:gd name="T4" fmla="*/ 0 w 8"/>
              <a:gd name="T5" fmla="*/ 1588 h 506"/>
              <a:gd name="T6" fmla="*/ 4763 w 8"/>
              <a:gd name="T7" fmla="*/ 0 h 506"/>
              <a:gd name="T8" fmla="*/ 12700 w 8"/>
              <a:gd name="T9" fmla="*/ 1588 h 506"/>
              <a:gd name="T10" fmla="*/ 12700 w 8"/>
              <a:gd name="T11" fmla="*/ 803275 h 50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" h="506">
                <a:moveTo>
                  <a:pt x="8" y="506"/>
                </a:moveTo>
                <a:lnTo>
                  <a:pt x="0" y="506"/>
                </a:lnTo>
                <a:lnTo>
                  <a:pt x="0" y="1"/>
                </a:lnTo>
                <a:lnTo>
                  <a:pt x="3" y="0"/>
                </a:lnTo>
                <a:lnTo>
                  <a:pt x="8" y="1"/>
                </a:lnTo>
                <a:lnTo>
                  <a:pt x="8" y="506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9" name="Freeform 85"/>
          <p:cNvSpPr/>
          <p:nvPr/>
        </p:nvSpPr>
        <p:spPr bwMode="auto">
          <a:xfrm rot="5400000">
            <a:off x="2945606" y="3148012"/>
            <a:ext cx="9525" cy="557213"/>
          </a:xfrm>
          <a:custGeom>
            <a:avLst/>
            <a:gdLst>
              <a:gd name="T0" fmla="*/ 12700 w 8"/>
              <a:gd name="T1" fmla="*/ 0 h 468"/>
              <a:gd name="T2" fmla="*/ 0 w 8"/>
              <a:gd name="T3" fmla="*/ 0 h 468"/>
              <a:gd name="T4" fmla="*/ 0 w 8"/>
              <a:gd name="T5" fmla="*/ 741363 h 468"/>
              <a:gd name="T6" fmla="*/ 4763 w 8"/>
              <a:gd name="T7" fmla="*/ 742950 h 468"/>
              <a:gd name="T8" fmla="*/ 12700 w 8"/>
              <a:gd name="T9" fmla="*/ 741363 h 468"/>
              <a:gd name="T10" fmla="*/ 12700 w 8"/>
              <a:gd name="T11" fmla="*/ 0 h 4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" h="468">
                <a:moveTo>
                  <a:pt x="8" y="0"/>
                </a:moveTo>
                <a:lnTo>
                  <a:pt x="0" y="0"/>
                </a:lnTo>
                <a:lnTo>
                  <a:pt x="0" y="467"/>
                </a:lnTo>
                <a:lnTo>
                  <a:pt x="3" y="468"/>
                </a:lnTo>
                <a:lnTo>
                  <a:pt x="8" y="467"/>
                </a:lnTo>
                <a:lnTo>
                  <a:pt x="8" y="0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0" name="Freeform 86"/>
          <p:cNvSpPr/>
          <p:nvPr/>
        </p:nvSpPr>
        <p:spPr bwMode="auto">
          <a:xfrm rot="5400000">
            <a:off x="3712370" y="3125391"/>
            <a:ext cx="9525" cy="602456"/>
          </a:xfrm>
          <a:custGeom>
            <a:avLst/>
            <a:gdLst>
              <a:gd name="T0" fmla="*/ 12700 w 8"/>
              <a:gd name="T1" fmla="*/ 0 h 506"/>
              <a:gd name="T2" fmla="*/ 0 w 8"/>
              <a:gd name="T3" fmla="*/ 0 h 506"/>
              <a:gd name="T4" fmla="*/ 0 w 8"/>
              <a:gd name="T5" fmla="*/ 800100 h 506"/>
              <a:gd name="T6" fmla="*/ 4763 w 8"/>
              <a:gd name="T7" fmla="*/ 803275 h 506"/>
              <a:gd name="T8" fmla="*/ 12700 w 8"/>
              <a:gd name="T9" fmla="*/ 800100 h 506"/>
              <a:gd name="T10" fmla="*/ 12700 w 8"/>
              <a:gd name="T11" fmla="*/ 0 h 50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" h="506">
                <a:moveTo>
                  <a:pt x="8" y="0"/>
                </a:moveTo>
                <a:lnTo>
                  <a:pt x="0" y="0"/>
                </a:lnTo>
                <a:lnTo>
                  <a:pt x="0" y="504"/>
                </a:lnTo>
                <a:lnTo>
                  <a:pt x="3" y="506"/>
                </a:lnTo>
                <a:lnTo>
                  <a:pt x="8" y="504"/>
                </a:lnTo>
                <a:lnTo>
                  <a:pt x="8" y="0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1" name="Freeform 87"/>
          <p:cNvSpPr/>
          <p:nvPr/>
        </p:nvSpPr>
        <p:spPr bwMode="auto">
          <a:xfrm rot="5400000">
            <a:off x="4563071" y="3045023"/>
            <a:ext cx="9525" cy="763191"/>
          </a:xfrm>
          <a:custGeom>
            <a:avLst/>
            <a:gdLst>
              <a:gd name="T0" fmla="*/ 12700 w 8"/>
              <a:gd name="T1" fmla="*/ 1016000 h 641"/>
              <a:gd name="T2" fmla="*/ 4763 w 8"/>
              <a:gd name="T3" fmla="*/ 1017588 h 641"/>
              <a:gd name="T4" fmla="*/ 0 w 8"/>
              <a:gd name="T5" fmla="*/ 1016000 h 641"/>
              <a:gd name="T6" fmla="*/ 0 w 8"/>
              <a:gd name="T7" fmla="*/ 0 h 641"/>
              <a:gd name="T8" fmla="*/ 4763 w 8"/>
              <a:gd name="T9" fmla="*/ 0 h 641"/>
              <a:gd name="T10" fmla="*/ 12700 w 8"/>
              <a:gd name="T11" fmla="*/ 0 h 641"/>
              <a:gd name="T12" fmla="*/ 12700 w 8"/>
              <a:gd name="T13" fmla="*/ 1016000 h 6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" h="641">
                <a:moveTo>
                  <a:pt x="8" y="640"/>
                </a:moveTo>
                <a:lnTo>
                  <a:pt x="3" y="641"/>
                </a:lnTo>
                <a:lnTo>
                  <a:pt x="0" y="640"/>
                </a:lnTo>
                <a:lnTo>
                  <a:pt x="0" y="0"/>
                </a:lnTo>
                <a:lnTo>
                  <a:pt x="3" y="0"/>
                </a:lnTo>
                <a:lnTo>
                  <a:pt x="8" y="0"/>
                </a:lnTo>
                <a:lnTo>
                  <a:pt x="8" y="640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2" name="Freeform 88"/>
          <p:cNvSpPr/>
          <p:nvPr/>
        </p:nvSpPr>
        <p:spPr bwMode="auto">
          <a:xfrm rot="5400000">
            <a:off x="5748337" y="3257550"/>
            <a:ext cx="1110854" cy="339329"/>
          </a:xfrm>
          <a:custGeom>
            <a:avLst/>
            <a:gdLst>
              <a:gd name="T0" fmla="*/ 738188 w 933"/>
              <a:gd name="T1" fmla="*/ 0 h 285"/>
              <a:gd name="T2" fmla="*/ 0 w 933"/>
              <a:gd name="T3" fmla="*/ 444500 h 285"/>
              <a:gd name="T4" fmla="*/ 0 w 933"/>
              <a:gd name="T5" fmla="*/ 452438 h 285"/>
              <a:gd name="T6" fmla="*/ 738188 w 933"/>
              <a:gd name="T7" fmla="*/ 15875 h 285"/>
              <a:gd name="T8" fmla="*/ 1481138 w 933"/>
              <a:gd name="T9" fmla="*/ 452438 h 285"/>
              <a:gd name="T10" fmla="*/ 1481138 w 933"/>
              <a:gd name="T11" fmla="*/ 444500 h 285"/>
              <a:gd name="T12" fmla="*/ 738188 w 933"/>
              <a:gd name="T13" fmla="*/ 0 h 2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33" h="285">
                <a:moveTo>
                  <a:pt x="465" y="0"/>
                </a:moveTo>
                <a:lnTo>
                  <a:pt x="0" y="280"/>
                </a:lnTo>
                <a:lnTo>
                  <a:pt x="0" y="285"/>
                </a:lnTo>
                <a:lnTo>
                  <a:pt x="465" y="10"/>
                </a:lnTo>
                <a:lnTo>
                  <a:pt x="933" y="285"/>
                </a:lnTo>
                <a:lnTo>
                  <a:pt x="933" y="280"/>
                </a:lnTo>
                <a:lnTo>
                  <a:pt x="465" y="0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3" name="Freeform 89"/>
          <p:cNvSpPr/>
          <p:nvPr/>
        </p:nvSpPr>
        <p:spPr bwMode="auto">
          <a:xfrm rot="5400000">
            <a:off x="5258991" y="3318272"/>
            <a:ext cx="1110854" cy="217885"/>
          </a:xfrm>
          <a:custGeom>
            <a:avLst/>
            <a:gdLst>
              <a:gd name="T0" fmla="*/ 0 w 933"/>
              <a:gd name="T1" fmla="*/ 290513 h 183"/>
              <a:gd name="T2" fmla="*/ 733425 w 933"/>
              <a:gd name="T3" fmla="*/ 11113 h 183"/>
              <a:gd name="T4" fmla="*/ 746125 w 933"/>
              <a:gd name="T5" fmla="*/ 11113 h 183"/>
              <a:gd name="T6" fmla="*/ 1481138 w 933"/>
              <a:gd name="T7" fmla="*/ 290513 h 183"/>
              <a:gd name="T8" fmla="*/ 1481138 w 933"/>
              <a:gd name="T9" fmla="*/ 282575 h 183"/>
              <a:gd name="T10" fmla="*/ 746125 w 933"/>
              <a:gd name="T11" fmla="*/ 0 h 183"/>
              <a:gd name="T12" fmla="*/ 733425 w 933"/>
              <a:gd name="T13" fmla="*/ 0 h 183"/>
              <a:gd name="T14" fmla="*/ 0 w 933"/>
              <a:gd name="T15" fmla="*/ 282575 h 183"/>
              <a:gd name="T16" fmla="*/ 0 w 933"/>
              <a:gd name="T17" fmla="*/ 290513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933" h="183">
                <a:moveTo>
                  <a:pt x="0" y="183"/>
                </a:moveTo>
                <a:lnTo>
                  <a:pt x="462" y="7"/>
                </a:lnTo>
                <a:lnTo>
                  <a:pt x="470" y="7"/>
                </a:lnTo>
                <a:lnTo>
                  <a:pt x="933" y="183"/>
                </a:lnTo>
                <a:lnTo>
                  <a:pt x="933" y="178"/>
                </a:lnTo>
                <a:lnTo>
                  <a:pt x="470" y="0"/>
                </a:lnTo>
                <a:lnTo>
                  <a:pt x="462" y="0"/>
                </a:lnTo>
                <a:lnTo>
                  <a:pt x="0" y="178"/>
                </a:lnTo>
                <a:lnTo>
                  <a:pt x="0" y="183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4" name="Freeform 90"/>
          <p:cNvSpPr/>
          <p:nvPr/>
        </p:nvSpPr>
        <p:spPr bwMode="auto">
          <a:xfrm rot="5400000">
            <a:off x="4700588" y="3288507"/>
            <a:ext cx="1778794" cy="276225"/>
          </a:xfrm>
          <a:custGeom>
            <a:avLst/>
            <a:gdLst>
              <a:gd name="T0" fmla="*/ 1184275 w 1494"/>
              <a:gd name="T1" fmla="*/ 0 h 232"/>
              <a:gd name="T2" fmla="*/ 0 w 1494"/>
              <a:gd name="T3" fmla="*/ 355600 h 232"/>
              <a:gd name="T4" fmla="*/ 0 w 1494"/>
              <a:gd name="T5" fmla="*/ 368300 h 232"/>
              <a:gd name="T6" fmla="*/ 1184275 w 1494"/>
              <a:gd name="T7" fmla="*/ 15875 h 232"/>
              <a:gd name="T8" fmla="*/ 2371725 w 1494"/>
              <a:gd name="T9" fmla="*/ 368300 h 232"/>
              <a:gd name="T10" fmla="*/ 2371725 w 1494"/>
              <a:gd name="T11" fmla="*/ 355600 h 232"/>
              <a:gd name="T12" fmla="*/ 1184275 w 1494"/>
              <a:gd name="T13" fmla="*/ 0 h 2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94" h="232">
                <a:moveTo>
                  <a:pt x="746" y="0"/>
                </a:moveTo>
                <a:lnTo>
                  <a:pt x="0" y="224"/>
                </a:lnTo>
                <a:lnTo>
                  <a:pt x="0" y="232"/>
                </a:lnTo>
                <a:lnTo>
                  <a:pt x="746" y="10"/>
                </a:lnTo>
                <a:lnTo>
                  <a:pt x="1494" y="232"/>
                </a:lnTo>
                <a:lnTo>
                  <a:pt x="1494" y="224"/>
                </a:lnTo>
                <a:lnTo>
                  <a:pt x="746" y="0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5" name="Freeform 91"/>
          <p:cNvSpPr/>
          <p:nvPr/>
        </p:nvSpPr>
        <p:spPr bwMode="auto">
          <a:xfrm rot="5400000">
            <a:off x="4176713" y="3353992"/>
            <a:ext cx="1778794" cy="145256"/>
          </a:xfrm>
          <a:custGeom>
            <a:avLst/>
            <a:gdLst>
              <a:gd name="T0" fmla="*/ 1179513 w 1494"/>
              <a:gd name="T1" fmla="*/ 0 h 122"/>
              <a:gd name="T2" fmla="*/ 0 w 1494"/>
              <a:gd name="T3" fmla="*/ 179388 h 122"/>
              <a:gd name="T4" fmla="*/ 0 w 1494"/>
              <a:gd name="T5" fmla="*/ 193675 h 122"/>
              <a:gd name="T6" fmla="*/ 1179513 w 1494"/>
              <a:gd name="T7" fmla="*/ 17463 h 122"/>
              <a:gd name="T8" fmla="*/ 1192213 w 1494"/>
              <a:gd name="T9" fmla="*/ 17463 h 122"/>
              <a:gd name="T10" fmla="*/ 2371725 w 1494"/>
              <a:gd name="T11" fmla="*/ 193675 h 122"/>
              <a:gd name="T12" fmla="*/ 2371725 w 1494"/>
              <a:gd name="T13" fmla="*/ 179388 h 122"/>
              <a:gd name="T14" fmla="*/ 1192213 w 1494"/>
              <a:gd name="T15" fmla="*/ 0 h 122"/>
              <a:gd name="T16" fmla="*/ 1179513 w 1494"/>
              <a:gd name="T17" fmla="*/ 0 h 1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494" h="122">
                <a:moveTo>
                  <a:pt x="743" y="0"/>
                </a:moveTo>
                <a:lnTo>
                  <a:pt x="0" y="113"/>
                </a:lnTo>
                <a:lnTo>
                  <a:pt x="0" y="122"/>
                </a:lnTo>
                <a:lnTo>
                  <a:pt x="743" y="11"/>
                </a:lnTo>
                <a:lnTo>
                  <a:pt x="751" y="11"/>
                </a:lnTo>
                <a:lnTo>
                  <a:pt x="1494" y="122"/>
                </a:lnTo>
                <a:lnTo>
                  <a:pt x="1494" y="113"/>
                </a:lnTo>
                <a:lnTo>
                  <a:pt x="751" y="0"/>
                </a:lnTo>
                <a:lnTo>
                  <a:pt x="743" y="0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6" name="Freeform 92"/>
          <p:cNvSpPr/>
          <p:nvPr/>
        </p:nvSpPr>
        <p:spPr bwMode="auto">
          <a:xfrm rot="5400000">
            <a:off x="2286000" y="3257550"/>
            <a:ext cx="1110854" cy="339329"/>
          </a:xfrm>
          <a:custGeom>
            <a:avLst/>
            <a:gdLst>
              <a:gd name="T0" fmla="*/ 738188 w 933"/>
              <a:gd name="T1" fmla="*/ 452438 h 285"/>
              <a:gd name="T2" fmla="*/ 0 w 933"/>
              <a:gd name="T3" fmla="*/ 7938 h 285"/>
              <a:gd name="T4" fmla="*/ 0 w 933"/>
              <a:gd name="T5" fmla="*/ 0 h 285"/>
              <a:gd name="T6" fmla="*/ 738188 w 933"/>
              <a:gd name="T7" fmla="*/ 436563 h 285"/>
              <a:gd name="T8" fmla="*/ 1481138 w 933"/>
              <a:gd name="T9" fmla="*/ 0 h 285"/>
              <a:gd name="T10" fmla="*/ 1481138 w 933"/>
              <a:gd name="T11" fmla="*/ 7938 h 285"/>
              <a:gd name="T12" fmla="*/ 738188 w 933"/>
              <a:gd name="T13" fmla="*/ 452438 h 2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33" h="285">
                <a:moveTo>
                  <a:pt x="465" y="285"/>
                </a:moveTo>
                <a:lnTo>
                  <a:pt x="0" y="5"/>
                </a:lnTo>
                <a:lnTo>
                  <a:pt x="0" y="0"/>
                </a:lnTo>
                <a:lnTo>
                  <a:pt x="465" y="275"/>
                </a:lnTo>
                <a:lnTo>
                  <a:pt x="933" y="0"/>
                </a:lnTo>
                <a:lnTo>
                  <a:pt x="933" y="5"/>
                </a:lnTo>
                <a:lnTo>
                  <a:pt x="465" y="285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7" name="Freeform 93"/>
          <p:cNvSpPr/>
          <p:nvPr/>
        </p:nvSpPr>
        <p:spPr bwMode="auto">
          <a:xfrm rot="5400000">
            <a:off x="2772966" y="3318272"/>
            <a:ext cx="1110854" cy="217885"/>
          </a:xfrm>
          <a:custGeom>
            <a:avLst/>
            <a:gdLst>
              <a:gd name="T0" fmla="*/ 0 w 933"/>
              <a:gd name="T1" fmla="*/ 0 h 183"/>
              <a:gd name="T2" fmla="*/ 733425 w 933"/>
              <a:gd name="T3" fmla="*/ 279400 h 183"/>
              <a:gd name="T4" fmla="*/ 746125 w 933"/>
              <a:gd name="T5" fmla="*/ 279400 h 183"/>
              <a:gd name="T6" fmla="*/ 1481138 w 933"/>
              <a:gd name="T7" fmla="*/ 0 h 183"/>
              <a:gd name="T8" fmla="*/ 1481138 w 933"/>
              <a:gd name="T9" fmla="*/ 7938 h 183"/>
              <a:gd name="T10" fmla="*/ 746125 w 933"/>
              <a:gd name="T11" fmla="*/ 290513 h 183"/>
              <a:gd name="T12" fmla="*/ 733425 w 933"/>
              <a:gd name="T13" fmla="*/ 290513 h 183"/>
              <a:gd name="T14" fmla="*/ 0 w 933"/>
              <a:gd name="T15" fmla="*/ 7938 h 183"/>
              <a:gd name="T16" fmla="*/ 0 w 933"/>
              <a:gd name="T17" fmla="*/ 0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933" h="183">
                <a:moveTo>
                  <a:pt x="0" y="0"/>
                </a:moveTo>
                <a:lnTo>
                  <a:pt x="462" y="176"/>
                </a:lnTo>
                <a:lnTo>
                  <a:pt x="470" y="176"/>
                </a:lnTo>
                <a:lnTo>
                  <a:pt x="933" y="0"/>
                </a:lnTo>
                <a:lnTo>
                  <a:pt x="933" y="5"/>
                </a:lnTo>
                <a:lnTo>
                  <a:pt x="470" y="183"/>
                </a:lnTo>
                <a:lnTo>
                  <a:pt x="462" y="183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8" name="Freeform 94"/>
          <p:cNvSpPr/>
          <p:nvPr/>
        </p:nvSpPr>
        <p:spPr bwMode="auto">
          <a:xfrm rot="5400000">
            <a:off x="2665215" y="3287912"/>
            <a:ext cx="1778794" cy="277415"/>
          </a:xfrm>
          <a:custGeom>
            <a:avLst/>
            <a:gdLst>
              <a:gd name="T0" fmla="*/ 1184275 w 1494"/>
              <a:gd name="T1" fmla="*/ 369888 h 233"/>
              <a:gd name="T2" fmla="*/ 0 w 1494"/>
              <a:gd name="T3" fmla="*/ 14288 h 233"/>
              <a:gd name="T4" fmla="*/ 0 w 1494"/>
              <a:gd name="T5" fmla="*/ 0 h 233"/>
              <a:gd name="T6" fmla="*/ 1184275 w 1494"/>
              <a:gd name="T7" fmla="*/ 352425 h 233"/>
              <a:gd name="T8" fmla="*/ 2371725 w 1494"/>
              <a:gd name="T9" fmla="*/ 0 h 233"/>
              <a:gd name="T10" fmla="*/ 2371725 w 1494"/>
              <a:gd name="T11" fmla="*/ 14288 h 233"/>
              <a:gd name="T12" fmla="*/ 1184275 w 1494"/>
              <a:gd name="T13" fmla="*/ 369888 h 2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94" h="233">
                <a:moveTo>
                  <a:pt x="746" y="233"/>
                </a:moveTo>
                <a:lnTo>
                  <a:pt x="0" y="9"/>
                </a:lnTo>
                <a:lnTo>
                  <a:pt x="0" y="0"/>
                </a:lnTo>
                <a:lnTo>
                  <a:pt x="746" y="222"/>
                </a:lnTo>
                <a:lnTo>
                  <a:pt x="1494" y="0"/>
                </a:lnTo>
                <a:lnTo>
                  <a:pt x="1494" y="9"/>
                </a:lnTo>
                <a:lnTo>
                  <a:pt x="746" y="233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9" name="Freeform 95"/>
          <p:cNvSpPr/>
          <p:nvPr/>
        </p:nvSpPr>
        <p:spPr bwMode="auto">
          <a:xfrm rot="5400000">
            <a:off x="3189685" y="3353992"/>
            <a:ext cx="1778794" cy="145256"/>
          </a:xfrm>
          <a:custGeom>
            <a:avLst/>
            <a:gdLst>
              <a:gd name="T0" fmla="*/ 1179513 w 1494"/>
              <a:gd name="T1" fmla="*/ 193675 h 122"/>
              <a:gd name="T2" fmla="*/ 0 w 1494"/>
              <a:gd name="T3" fmla="*/ 14288 h 122"/>
              <a:gd name="T4" fmla="*/ 0 w 1494"/>
              <a:gd name="T5" fmla="*/ 0 h 122"/>
              <a:gd name="T6" fmla="*/ 1179513 w 1494"/>
              <a:gd name="T7" fmla="*/ 177800 h 122"/>
              <a:gd name="T8" fmla="*/ 1192213 w 1494"/>
              <a:gd name="T9" fmla="*/ 177800 h 122"/>
              <a:gd name="T10" fmla="*/ 2371725 w 1494"/>
              <a:gd name="T11" fmla="*/ 0 h 122"/>
              <a:gd name="T12" fmla="*/ 2371725 w 1494"/>
              <a:gd name="T13" fmla="*/ 14288 h 122"/>
              <a:gd name="T14" fmla="*/ 1192213 w 1494"/>
              <a:gd name="T15" fmla="*/ 193675 h 122"/>
              <a:gd name="T16" fmla="*/ 1179513 w 1494"/>
              <a:gd name="T17" fmla="*/ 193675 h 1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494" h="122">
                <a:moveTo>
                  <a:pt x="743" y="122"/>
                </a:moveTo>
                <a:lnTo>
                  <a:pt x="0" y="9"/>
                </a:lnTo>
                <a:lnTo>
                  <a:pt x="0" y="0"/>
                </a:lnTo>
                <a:lnTo>
                  <a:pt x="743" y="112"/>
                </a:lnTo>
                <a:lnTo>
                  <a:pt x="751" y="112"/>
                </a:lnTo>
                <a:lnTo>
                  <a:pt x="1494" y="0"/>
                </a:lnTo>
                <a:lnTo>
                  <a:pt x="1494" y="9"/>
                </a:lnTo>
                <a:lnTo>
                  <a:pt x="751" y="122"/>
                </a:lnTo>
                <a:lnTo>
                  <a:pt x="743" y="122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0" name="Freeform 96"/>
          <p:cNvSpPr/>
          <p:nvPr/>
        </p:nvSpPr>
        <p:spPr bwMode="auto">
          <a:xfrm rot="5400000">
            <a:off x="3651647" y="3352800"/>
            <a:ext cx="2447925" cy="147638"/>
          </a:xfrm>
          <a:custGeom>
            <a:avLst/>
            <a:gdLst>
              <a:gd name="T0" fmla="*/ 1630363 w 2056"/>
              <a:gd name="T1" fmla="*/ 0 h 123"/>
              <a:gd name="T2" fmla="*/ 0 w 2056"/>
              <a:gd name="T3" fmla="*/ 176213 h 123"/>
              <a:gd name="T4" fmla="*/ 0 w 2056"/>
              <a:gd name="T5" fmla="*/ 195263 h 123"/>
              <a:gd name="T6" fmla="*/ 1630363 w 2056"/>
              <a:gd name="T7" fmla="*/ 22225 h 123"/>
              <a:gd name="T8" fmla="*/ 3263900 w 2056"/>
              <a:gd name="T9" fmla="*/ 195263 h 123"/>
              <a:gd name="T10" fmla="*/ 3263900 w 2056"/>
              <a:gd name="T11" fmla="*/ 176213 h 123"/>
              <a:gd name="T12" fmla="*/ 1630363 w 2056"/>
              <a:gd name="T13" fmla="*/ 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56" h="123">
                <a:moveTo>
                  <a:pt x="1027" y="0"/>
                </a:moveTo>
                <a:lnTo>
                  <a:pt x="0" y="111"/>
                </a:lnTo>
                <a:lnTo>
                  <a:pt x="0" y="123"/>
                </a:lnTo>
                <a:lnTo>
                  <a:pt x="1027" y="14"/>
                </a:lnTo>
                <a:lnTo>
                  <a:pt x="2056" y="123"/>
                </a:lnTo>
                <a:lnTo>
                  <a:pt x="2056" y="111"/>
                </a:lnTo>
                <a:lnTo>
                  <a:pt x="1027" y="0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1" name="Freeform 97"/>
          <p:cNvSpPr/>
          <p:nvPr/>
        </p:nvSpPr>
        <p:spPr bwMode="auto">
          <a:xfrm rot="5400000">
            <a:off x="3032522" y="3355181"/>
            <a:ext cx="2447925" cy="142875"/>
          </a:xfrm>
          <a:custGeom>
            <a:avLst/>
            <a:gdLst>
              <a:gd name="T0" fmla="*/ 1630363 w 2056"/>
              <a:gd name="T1" fmla="*/ 188913 h 119"/>
              <a:gd name="T2" fmla="*/ 0 w 2056"/>
              <a:gd name="T3" fmla="*/ 15875 h 119"/>
              <a:gd name="T4" fmla="*/ 0 w 2056"/>
              <a:gd name="T5" fmla="*/ 0 h 119"/>
              <a:gd name="T6" fmla="*/ 1630363 w 2056"/>
              <a:gd name="T7" fmla="*/ 165100 h 119"/>
              <a:gd name="T8" fmla="*/ 3263900 w 2056"/>
              <a:gd name="T9" fmla="*/ 0 h 119"/>
              <a:gd name="T10" fmla="*/ 3263900 w 2056"/>
              <a:gd name="T11" fmla="*/ 15875 h 119"/>
              <a:gd name="T12" fmla="*/ 1630363 w 2056"/>
              <a:gd name="T13" fmla="*/ 188913 h 11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56" h="119">
                <a:moveTo>
                  <a:pt x="1027" y="119"/>
                </a:moveTo>
                <a:lnTo>
                  <a:pt x="0" y="10"/>
                </a:lnTo>
                <a:lnTo>
                  <a:pt x="0" y="0"/>
                </a:lnTo>
                <a:lnTo>
                  <a:pt x="1027" y="104"/>
                </a:lnTo>
                <a:lnTo>
                  <a:pt x="2056" y="0"/>
                </a:lnTo>
                <a:lnTo>
                  <a:pt x="2056" y="10"/>
                </a:lnTo>
                <a:lnTo>
                  <a:pt x="1027" y="119"/>
                </a:lnTo>
                <a:close/>
              </a:path>
            </a:pathLst>
          </a:custGeom>
          <a:solidFill>
            <a:schemeClr val="bg1">
              <a:alpha val="2509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cxnSp>
        <p:nvCxnSpPr>
          <p:cNvPr id="52" name="Straight Connector 150"/>
          <p:cNvCxnSpPr/>
          <p:nvPr/>
        </p:nvCxnSpPr>
        <p:spPr>
          <a:xfrm>
            <a:off x="898922" y="3421856"/>
            <a:ext cx="1652588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151"/>
          <p:cNvCxnSpPr/>
          <p:nvPr/>
        </p:nvCxnSpPr>
        <p:spPr>
          <a:xfrm>
            <a:off x="6769894" y="3421856"/>
            <a:ext cx="1652588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152"/>
          <p:cNvCxnSpPr/>
          <p:nvPr/>
        </p:nvCxnSpPr>
        <p:spPr>
          <a:xfrm>
            <a:off x="5578078" y="2537222"/>
            <a:ext cx="1652588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153"/>
          <p:cNvCxnSpPr/>
          <p:nvPr/>
        </p:nvCxnSpPr>
        <p:spPr>
          <a:xfrm>
            <a:off x="1899047" y="2537222"/>
            <a:ext cx="1652588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155"/>
          <p:cNvGrpSpPr/>
          <p:nvPr/>
        </p:nvGrpSpPr>
        <p:grpSpPr>
          <a:xfrm>
            <a:off x="676885" y="2992376"/>
            <a:ext cx="228968" cy="225322"/>
            <a:chOff x="6297613" y="1392238"/>
            <a:chExt cx="498475" cy="490537"/>
          </a:xfrm>
          <a:solidFill>
            <a:schemeClr val="bg1">
              <a:lumMod val="65000"/>
            </a:schemeClr>
          </a:solidFill>
        </p:grpSpPr>
        <p:sp>
          <p:nvSpPr>
            <p:cNvPr id="57" name="Freeform 156"/>
            <p:cNvSpPr/>
            <p:nvPr/>
          </p:nvSpPr>
          <p:spPr bwMode="auto">
            <a:xfrm>
              <a:off x="6570663" y="1454150"/>
              <a:ext cx="160338" cy="160337"/>
            </a:xfrm>
            <a:custGeom>
              <a:avLst/>
              <a:gdLst>
                <a:gd name="T0" fmla="*/ 38 w 42"/>
                <a:gd name="T1" fmla="*/ 40 h 42"/>
                <a:gd name="T2" fmla="*/ 38 w 42"/>
                <a:gd name="T3" fmla="*/ 40 h 42"/>
                <a:gd name="T4" fmla="*/ 40 w 42"/>
                <a:gd name="T5" fmla="*/ 42 h 42"/>
                <a:gd name="T6" fmla="*/ 42 w 42"/>
                <a:gd name="T7" fmla="*/ 40 h 42"/>
                <a:gd name="T8" fmla="*/ 42 w 42"/>
                <a:gd name="T9" fmla="*/ 40 h 42"/>
                <a:gd name="T10" fmla="*/ 2 w 42"/>
                <a:gd name="T11" fmla="*/ 0 h 42"/>
                <a:gd name="T12" fmla="*/ 2 w 42"/>
                <a:gd name="T13" fmla="*/ 0 h 42"/>
                <a:gd name="T14" fmla="*/ 0 w 42"/>
                <a:gd name="T15" fmla="*/ 2 h 42"/>
                <a:gd name="T16" fmla="*/ 2 w 42"/>
                <a:gd name="T17" fmla="*/ 4 h 42"/>
                <a:gd name="T18" fmla="*/ 2 w 42"/>
                <a:gd name="T19" fmla="*/ 4 h 42"/>
                <a:gd name="T20" fmla="*/ 38 w 42"/>
                <a:gd name="T21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42"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1"/>
                    <a:pt x="39" y="42"/>
                    <a:pt x="40" y="42"/>
                  </a:cubicBezTo>
                  <a:cubicBezTo>
                    <a:pt x="41" y="42"/>
                    <a:pt x="42" y="41"/>
                    <a:pt x="42" y="40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18"/>
                    <a:pt x="24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2" y="4"/>
                    <a:pt x="38" y="20"/>
                    <a:pt x="38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58" name="Freeform 157"/>
            <p:cNvSpPr>
              <a:spLocks noEditPoints="1"/>
            </p:cNvSpPr>
            <p:nvPr/>
          </p:nvSpPr>
          <p:spPr bwMode="auto">
            <a:xfrm>
              <a:off x="6297613" y="1392238"/>
              <a:ext cx="498475" cy="490537"/>
            </a:xfrm>
            <a:custGeom>
              <a:avLst/>
              <a:gdLst>
                <a:gd name="T0" fmla="*/ 37 w 130"/>
                <a:gd name="T1" fmla="*/ 4 h 128"/>
                <a:gd name="T2" fmla="*/ 29 w 130"/>
                <a:gd name="T3" fmla="*/ 0 h 128"/>
                <a:gd name="T4" fmla="*/ 24 w 130"/>
                <a:gd name="T5" fmla="*/ 1 h 128"/>
                <a:gd name="T6" fmla="*/ 17 w 130"/>
                <a:gd name="T7" fmla="*/ 12 h 128"/>
                <a:gd name="T8" fmla="*/ 17 w 130"/>
                <a:gd name="T9" fmla="*/ 67 h 128"/>
                <a:gd name="T10" fmla="*/ 5 w 130"/>
                <a:gd name="T11" fmla="*/ 80 h 128"/>
                <a:gd name="T12" fmla="*/ 5 w 130"/>
                <a:gd name="T13" fmla="*/ 96 h 128"/>
                <a:gd name="T14" fmla="*/ 33 w 130"/>
                <a:gd name="T15" fmla="*/ 124 h 128"/>
                <a:gd name="T16" fmla="*/ 41 w 130"/>
                <a:gd name="T17" fmla="*/ 128 h 128"/>
                <a:gd name="T18" fmla="*/ 49 w 130"/>
                <a:gd name="T19" fmla="*/ 124 h 128"/>
                <a:gd name="T20" fmla="*/ 62 w 130"/>
                <a:gd name="T21" fmla="*/ 112 h 128"/>
                <a:gd name="T22" fmla="*/ 117 w 130"/>
                <a:gd name="T23" fmla="*/ 112 h 128"/>
                <a:gd name="T24" fmla="*/ 128 w 130"/>
                <a:gd name="T25" fmla="*/ 105 h 128"/>
                <a:gd name="T26" fmla="*/ 125 w 130"/>
                <a:gd name="T27" fmla="*/ 92 h 128"/>
                <a:gd name="T28" fmla="*/ 37 w 130"/>
                <a:gd name="T29" fmla="*/ 4 h 128"/>
                <a:gd name="T30" fmla="*/ 56 w 130"/>
                <a:gd name="T31" fmla="*/ 106 h 128"/>
                <a:gd name="T32" fmla="*/ 44 w 130"/>
                <a:gd name="T33" fmla="*/ 119 h 128"/>
                <a:gd name="T34" fmla="*/ 41 w 130"/>
                <a:gd name="T35" fmla="*/ 120 h 128"/>
                <a:gd name="T36" fmla="*/ 38 w 130"/>
                <a:gd name="T37" fmla="*/ 119 h 128"/>
                <a:gd name="T38" fmla="*/ 10 w 130"/>
                <a:gd name="T39" fmla="*/ 91 h 128"/>
                <a:gd name="T40" fmla="*/ 9 w 130"/>
                <a:gd name="T41" fmla="*/ 88 h 128"/>
                <a:gd name="T42" fmla="*/ 10 w 130"/>
                <a:gd name="T43" fmla="*/ 85 h 128"/>
                <a:gd name="T44" fmla="*/ 23 w 130"/>
                <a:gd name="T45" fmla="*/ 73 h 128"/>
                <a:gd name="T46" fmla="*/ 23 w 130"/>
                <a:gd name="T47" fmla="*/ 73 h 128"/>
                <a:gd name="T48" fmla="*/ 56 w 130"/>
                <a:gd name="T49" fmla="*/ 106 h 128"/>
                <a:gd name="T50" fmla="*/ 56 w 130"/>
                <a:gd name="T51" fmla="*/ 106 h 128"/>
                <a:gd name="T52" fmla="*/ 62 w 130"/>
                <a:gd name="T53" fmla="*/ 104 h 128"/>
                <a:gd name="T54" fmla="*/ 60 w 130"/>
                <a:gd name="T55" fmla="*/ 104 h 128"/>
                <a:gd name="T56" fmla="*/ 25 w 130"/>
                <a:gd name="T57" fmla="*/ 69 h 128"/>
                <a:gd name="T58" fmla="*/ 25 w 130"/>
                <a:gd name="T59" fmla="*/ 67 h 128"/>
                <a:gd name="T60" fmla="*/ 25 w 130"/>
                <a:gd name="T61" fmla="*/ 19 h 128"/>
                <a:gd name="T62" fmla="*/ 110 w 130"/>
                <a:gd name="T63" fmla="*/ 104 h 128"/>
                <a:gd name="T64" fmla="*/ 62 w 130"/>
                <a:gd name="T65" fmla="*/ 104 h 128"/>
                <a:gd name="T66" fmla="*/ 121 w 130"/>
                <a:gd name="T67" fmla="*/ 102 h 128"/>
                <a:gd name="T68" fmla="*/ 117 w 130"/>
                <a:gd name="T69" fmla="*/ 104 h 128"/>
                <a:gd name="T70" fmla="*/ 116 w 130"/>
                <a:gd name="T71" fmla="*/ 104 h 128"/>
                <a:gd name="T72" fmla="*/ 25 w 130"/>
                <a:gd name="T73" fmla="*/ 13 h 128"/>
                <a:gd name="T74" fmla="*/ 25 w 130"/>
                <a:gd name="T75" fmla="*/ 12 h 128"/>
                <a:gd name="T76" fmla="*/ 27 w 130"/>
                <a:gd name="T77" fmla="*/ 8 h 128"/>
                <a:gd name="T78" fmla="*/ 29 w 130"/>
                <a:gd name="T79" fmla="*/ 8 h 128"/>
                <a:gd name="T80" fmla="*/ 32 w 130"/>
                <a:gd name="T81" fmla="*/ 9 h 128"/>
                <a:gd name="T82" fmla="*/ 120 w 130"/>
                <a:gd name="T83" fmla="*/ 97 h 128"/>
                <a:gd name="T84" fmla="*/ 121 w 130"/>
                <a:gd name="T85" fmla="*/ 10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0" h="128">
                  <a:moveTo>
                    <a:pt x="37" y="4"/>
                  </a:moveTo>
                  <a:cubicBezTo>
                    <a:pt x="35" y="1"/>
                    <a:pt x="32" y="0"/>
                    <a:pt x="29" y="0"/>
                  </a:cubicBezTo>
                  <a:cubicBezTo>
                    <a:pt x="27" y="0"/>
                    <a:pt x="26" y="0"/>
                    <a:pt x="24" y="1"/>
                  </a:cubicBezTo>
                  <a:cubicBezTo>
                    <a:pt x="20" y="3"/>
                    <a:pt x="17" y="7"/>
                    <a:pt x="17" y="12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0" y="84"/>
                    <a:pt x="0" y="92"/>
                    <a:pt x="5" y="96"/>
                  </a:cubicBezTo>
                  <a:cubicBezTo>
                    <a:pt x="33" y="124"/>
                    <a:pt x="33" y="124"/>
                    <a:pt x="33" y="124"/>
                  </a:cubicBezTo>
                  <a:cubicBezTo>
                    <a:pt x="35" y="127"/>
                    <a:pt x="38" y="128"/>
                    <a:pt x="41" y="128"/>
                  </a:cubicBezTo>
                  <a:cubicBezTo>
                    <a:pt x="44" y="128"/>
                    <a:pt x="47" y="127"/>
                    <a:pt x="49" y="124"/>
                  </a:cubicBezTo>
                  <a:cubicBezTo>
                    <a:pt x="62" y="112"/>
                    <a:pt x="62" y="112"/>
                    <a:pt x="62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22" y="112"/>
                    <a:pt x="126" y="109"/>
                    <a:pt x="128" y="105"/>
                  </a:cubicBezTo>
                  <a:cubicBezTo>
                    <a:pt x="130" y="100"/>
                    <a:pt x="129" y="95"/>
                    <a:pt x="125" y="92"/>
                  </a:cubicBezTo>
                  <a:lnTo>
                    <a:pt x="37" y="4"/>
                  </a:lnTo>
                  <a:close/>
                  <a:moveTo>
                    <a:pt x="56" y="106"/>
                  </a:moveTo>
                  <a:cubicBezTo>
                    <a:pt x="44" y="119"/>
                    <a:pt x="44" y="119"/>
                    <a:pt x="44" y="119"/>
                  </a:cubicBezTo>
                  <a:cubicBezTo>
                    <a:pt x="43" y="120"/>
                    <a:pt x="42" y="120"/>
                    <a:pt x="41" y="120"/>
                  </a:cubicBezTo>
                  <a:cubicBezTo>
                    <a:pt x="40" y="120"/>
                    <a:pt x="39" y="120"/>
                    <a:pt x="38" y="119"/>
                  </a:cubicBezTo>
                  <a:cubicBezTo>
                    <a:pt x="10" y="91"/>
                    <a:pt x="10" y="91"/>
                    <a:pt x="10" y="91"/>
                  </a:cubicBezTo>
                  <a:cubicBezTo>
                    <a:pt x="9" y="90"/>
                    <a:pt x="9" y="89"/>
                    <a:pt x="9" y="88"/>
                  </a:cubicBezTo>
                  <a:cubicBezTo>
                    <a:pt x="9" y="87"/>
                    <a:pt x="9" y="86"/>
                    <a:pt x="10" y="85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56" y="106"/>
                    <a:pt x="56" y="106"/>
                    <a:pt x="56" y="106"/>
                  </a:cubicBezTo>
                  <a:cubicBezTo>
                    <a:pt x="56" y="106"/>
                    <a:pt x="56" y="106"/>
                    <a:pt x="56" y="106"/>
                  </a:cubicBezTo>
                  <a:close/>
                  <a:moveTo>
                    <a:pt x="62" y="104"/>
                  </a:moveTo>
                  <a:cubicBezTo>
                    <a:pt x="61" y="104"/>
                    <a:pt x="61" y="104"/>
                    <a:pt x="60" y="104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25" y="68"/>
                    <a:pt x="25" y="68"/>
                    <a:pt x="25" y="67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10" y="104"/>
                    <a:pt x="110" y="104"/>
                    <a:pt x="110" y="104"/>
                  </a:cubicBezTo>
                  <a:lnTo>
                    <a:pt x="62" y="104"/>
                  </a:lnTo>
                  <a:close/>
                  <a:moveTo>
                    <a:pt x="121" y="102"/>
                  </a:moveTo>
                  <a:cubicBezTo>
                    <a:pt x="120" y="103"/>
                    <a:pt x="119" y="104"/>
                    <a:pt x="117" y="104"/>
                  </a:cubicBezTo>
                  <a:cubicBezTo>
                    <a:pt x="116" y="104"/>
                    <a:pt x="116" y="104"/>
                    <a:pt x="116" y="104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0"/>
                    <a:pt x="26" y="9"/>
                    <a:pt x="27" y="8"/>
                  </a:cubicBezTo>
                  <a:cubicBezTo>
                    <a:pt x="28" y="8"/>
                    <a:pt x="28" y="8"/>
                    <a:pt x="29" y="8"/>
                  </a:cubicBezTo>
                  <a:cubicBezTo>
                    <a:pt x="30" y="8"/>
                    <a:pt x="31" y="8"/>
                    <a:pt x="32" y="9"/>
                  </a:cubicBezTo>
                  <a:cubicBezTo>
                    <a:pt x="120" y="97"/>
                    <a:pt x="120" y="97"/>
                    <a:pt x="120" y="97"/>
                  </a:cubicBezTo>
                  <a:cubicBezTo>
                    <a:pt x="121" y="98"/>
                    <a:pt x="121" y="100"/>
                    <a:pt x="121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59" name="Freeform 158"/>
            <p:cNvSpPr/>
            <p:nvPr/>
          </p:nvSpPr>
          <p:spPr bwMode="auto">
            <a:xfrm>
              <a:off x="6562726" y="1392238"/>
              <a:ext cx="230188" cy="230187"/>
            </a:xfrm>
            <a:custGeom>
              <a:avLst/>
              <a:gdLst>
                <a:gd name="T0" fmla="*/ 4 w 60"/>
                <a:gd name="T1" fmla="*/ 8 h 60"/>
                <a:gd name="T2" fmla="*/ 4 w 60"/>
                <a:gd name="T3" fmla="*/ 8 h 60"/>
                <a:gd name="T4" fmla="*/ 52 w 60"/>
                <a:gd name="T5" fmla="*/ 56 h 60"/>
                <a:gd name="T6" fmla="*/ 52 w 60"/>
                <a:gd name="T7" fmla="*/ 56 h 60"/>
                <a:gd name="T8" fmla="*/ 56 w 60"/>
                <a:gd name="T9" fmla="*/ 60 h 60"/>
                <a:gd name="T10" fmla="*/ 60 w 60"/>
                <a:gd name="T11" fmla="*/ 56 h 60"/>
                <a:gd name="T12" fmla="*/ 60 w 60"/>
                <a:gd name="T13" fmla="*/ 56 h 60"/>
                <a:gd name="T14" fmla="*/ 4 w 60"/>
                <a:gd name="T15" fmla="*/ 0 h 60"/>
                <a:gd name="T16" fmla="*/ 4 w 60"/>
                <a:gd name="T17" fmla="*/ 0 h 60"/>
                <a:gd name="T18" fmla="*/ 0 w 60"/>
                <a:gd name="T19" fmla="*/ 4 h 60"/>
                <a:gd name="T20" fmla="*/ 4 w 60"/>
                <a:gd name="T21" fmla="*/ 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60"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30" y="8"/>
                    <a:pt x="52" y="30"/>
                    <a:pt x="52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2" y="58"/>
                    <a:pt x="54" y="60"/>
                    <a:pt x="56" y="60"/>
                  </a:cubicBezTo>
                  <a:cubicBezTo>
                    <a:pt x="58" y="60"/>
                    <a:pt x="60" y="58"/>
                    <a:pt x="60" y="56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0" y="25"/>
                    <a:pt x="3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956073" y="2856310"/>
            <a:ext cx="795731" cy="23852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100" b="1" dirty="0" smtClean="0">
                <a:solidFill>
                  <a:srgbClr val="E9344C"/>
                </a:solidFill>
                <a:latin typeface="Raleway" pitchFamily="34" charset="0"/>
              </a:rPr>
              <a:t>小标题 </a:t>
            </a:r>
            <a:r>
              <a:rPr lang="id-ID" sz="1100" b="1" dirty="0" smtClean="0">
                <a:solidFill>
                  <a:srgbClr val="E9344C"/>
                </a:solidFill>
                <a:latin typeface="Raleway" pitchFamily="34" charset="0"/>
              </a:rPr>
              <a:t> </a:t>
            </a:r>
            <a:r>
              <a:rPr lang="id-ID" sz="1100" b="1" dirty="0">
                <a:solidFill>
                  <a:srgbClr val="E9344C"/>
                </a:solidFill>
                <a:latin typeface="Raleway" pitchFamily="34" charset="0"/>
              </a:rPr>
              <a:t>01</a:t>
            </a:r>
            <a:endParaRPr lang="id-ID" sz="1100" b="1" dirty="0">
              <a:solidFill>
                <a:srgbClr val="E9344C"/>
              </a:solidFill>
              <a:latin typeface="Raleway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56073" y="3017044"/>
            <a:ext cx="1688306" cy="323850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4530"/>
            <a:r>
              <a:rPr lang="zh-CN" altLang="en-US" sz="8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800" b="1" dirty="0">
              <a:solidFill>
                <a:schemeClr val="bg1">
                  <a:lumMod val="50000"/>
                </a:schemeClr>
              </a:solidFill>
              <a:latin typeface="Signika Negative"/>
            </a:endParaRPr>
          </a:p>
        </p:txBody>
      </p:sp>
      <p:grpSp>
        <p:nvGrpSpPr>
          <p:cNvPr id="62" name="Group 161"/>
          <p:cNvGrpSpPr/>
          <p:nvPr/>
        </p:nvGrpSpPr>
        <p:grpSpPr>
          <a:xfrm>
            <a:off x="1715756" y="2174843"/>
            <a:ext cx="212197" cy="225323"/>
            <a:chOff x="6881813" y="2154238"/>
            <a:chExt cx="461963" cy="490538"/>
          </a:xfrm>
          <a:solidFill>
            <a:schemeClr val="bg1">
              <a:lumMod val="65000"/>
            </a:schemeClr>
          </a:solidFill>
        </p:grpSpPr>
        <p:sp>
          <p:nvSpPr>
            <p:cNvPr id="63" name="Freeform 22"/>
            <p:cNvSpPr>
              <a:spLocks noEditPoints="1"/>
            </p:cNvSpPr>
            <p:nvPr/>
          </p:nvSpPr>
          <p:spPr bwMode="auto">
            <a:xfrm>
              <a:off x="6881813" y="2154238"/>
              <a:ext cx="461963" cy="490538"/>
            </a:xfrm>
            <a:custGeom>
              <a:avLst/>
              <a:gdLst>
                <a:gd name="T0" fmla="*/ 104 w 120"/>
                <a:gd name="T1" fmla="*/ 0 h 128"/>
                <a:gd name="T2" fmla="*/ 16 w 120"/>
                <a:gd name="T3" fmla="*/ 0 h 128"/>
                <a:gd name="T4" fmla="*/ 0 w 120"/>
                <a:gd name="T5" fmla="*/ 16 h 128"/>
                <a:gd name="T6" fmla="*/ 0 w 120"/>
                <a:gd name="T7" fmla="*/ 112 h 128"/>
                <a:gd name="T8" fmla="*/ 16 w 120"/>
                <a:gd name="T9" fmla="*/ 128 h 128"/>
                <a:gd name="T10" fmla="*/ 104 w 120"/>
                <a:gd name="T11" fmla="*/ 128 h 128"/>
                <a:gd name="T12" fmla="*/ 120 w 120"/>
                <a:gd name="T13" fmla="*/ 112 h 128"/>
                <a:gd name="T14" fmla="*/ 120 w 120"/>
                <a:gd name="T15" fmla="*/ 16 h 128"/>
                <a:gd name="T16" fmla="*/ 104 w 120"/>
                <a:gd name="T17" fmla="*/ 0 h 128"/>
                <a:gd name="T18" fmla="*/ 112 w 120"/>
                <a:gd name="T19" fmla="*/ 112 h 128"/>
                <a:gd name="T20" fmla="*/ 104 w 120"/>
                <a:gd name="T21" fmla="*/ 120 h 128"/>
                <a:gd name="T22" fmla="*/ 16 w 120"/>
                <a:gd name="T23" fmla="*/ 120 h 128"/>
                <a:gd name="T24" fmla="*/ 8 w 120"/>
                <a:gd name="T25" fmla="*/ 112 h 128"/>
                <a:gd name="T26" fmla="*/ 8 w 120"/>
                <a:gd name="T27" fmla="*/ 16 h 128"/>
                <a:gd name="T28" fmla="*/ 16 w 120"/>
                <a:gd name="T29" fmla="*/ 8 h 128"/>
                <a:gd name="T30" fmla="*/ 104 w 120"/>
                <a:gd name="T31" fmla="*/ 8 h 128"/>
                <a:gd name="T32" fmla="*/ 112 w 120"/>
                <a:gd name="T33" fmla="*/ 16 h 128"/>
                <a:gd name="T34" fmla="*/ 112 w 120"/>
                <a:gd name="T35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128">
                  <a:moveTo>
                    <a:pt x="10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7" y="128"/>
                    <a:pt x="16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13" y="128"/>
                    <a:pt x="120" y="121"/>
                    <a:pt x="120" y="11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3" y="0"/>
                    <a:pt x="104" y="0"/>
                  </a:cubicBezTo>
                  <a:close/>
                  <a:moveTo>
                    <a:pt x="112" y="112"/>
                  </a:moveTo>
                  <a:cubicBezTo>
                    <a:pt x="112" y="116"/>
                    <a:pt x="108" y="120"/>
                    <a:pt x="104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2"/>
                    <a:pt x="12" y="8"/>
                    <a:pt x="1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8" y="8"/>
                    <a:pt x="112" y="12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64" name="Freeform 23"/>
            <p:cNvSpPr>
              <a:spLocks noEditPoints="1"/>
            </p:cNvSpPr>
            <p:nvPr/>
          </p:nvSpPr>
          <p:spPr bwMode="auto">
            <a:xfrm>
              <a:off x="6942138" y="2214563"/>
              <a:ext cx="339725" cy="307975"/>
            </a:xfrm>
            <a:custGeom>
              <a:avLst/>
              <a:gdLst>
                <a:gd name="T0" fmla="*/ 84 w 88"/>
                <a:gd name="T1" fmla="*/ 0 h 80"/>
                <a:gd name="T2" fmla="*/ 4 w 88"/>
                <a:gd name="T3" fmla="*/ 0 h 80"/>
                <a:gd name="T4" fmla="*/ 0 w 88"/>
                <a:gd name="T5" fmla="*/ 4 h 80"/>
                <a:gd name="T6" fmla="*/ 0 w 88"/>
                <a:gd name="T7" fmla="*/ 76 h 80"/>
                <a:gd name="T8" fmla="*/ 4 w 88"/>
                <a:gd name="T9" fmla="*/ 80 h 80"/>
                <a:gd name="T10" fmla="*/ 84 w 88"/>
                <a:gd name="T11" fmla="*/ 80 h 80"/>
                <a:gd name="T12" fmla="*/ 88 w 88"/>
                <a:gd name="T13" fmla="*/ 76 h 80"/>
                <a:gd name="T14" fmla="*/ 88 w 88"/>
                <a:gd name="T15" fmla="*/ 4 h 80"/>
                <a:gd name="T16" fmla="*/ 84 w 88"/>
                <a:gd name="T17" fmla="*/ 0 h 80"/>
                <a:gd name="T18" fmla="*/ 84 w 88"/>
                <a:gd name="T19" fmla="*/ 4 h 80"/>
                <a:gd name="T20" fmla="*/ 84 w 88"/>
                <a:gd name="T21" fmla="*/ 59 h 80"/>
                <a:gd name="T22" fmla="*/ 71 w 88"/>
                <a:gd name="T23" fmla="*/ 45 h 80"/>
                <a:gd name="T24" fmla="*/ 68 w 88"/>
                <a:gd name="T25" fmla="*/ 44 h 80"/>
                <a:gd name="T26" fmla="*/ 65 w 88"/>
                <a:gd name="T27" fmla="*/ 45 h 80"/>
                <a:gd name="T28" fmla="*/ 55 w 88"/>
                <a:gd name="T29" fmla="*/ 57 h 80"/>
                <a:gd name="T30" fmla="*/ 23 w 88"/>
                <a:gd name="T31" fmla="*/ 21 h 80"/>
                <a:gd name="T32" fmla="*/ 20 w 88"/>
                <a:gd name="T33" fmla="*/ 20 h 80"/>
                <a:gd name="T34" fmla="*/ 17 w 88"/>
                <a:gd name="T35" fmla="*/ 21 h 80"/>
                <a:gd name="T36" fmla="*/ 4 w 88"/>
                <a:gd name="T37" fmla="*/ 36 h 80"/>
                <a:gd name="T38" fmla="*/ 4 w 88"/>
                <a:gd name="T39" fmla="*/ 4 h 80"/>
                <a:gd name="T40" fmla="*/ 84 w 88"/>
                <a:gd name="T41" fmla="*/ 4 h 80"/>
                <a:gd name="T42" fmla="*/ 4 w 88"/>
                <a:gd name="T43" fmla="*/ 42 h 80"/>
                <a:gd name="T44" fmla="*/ 20 w 88"/>
                <a:gd name="T45" fmla="*/ 24 h 80"/>
                <a:gd name="T46" fmla="*/ 52 w 88"/>
                <a:gd name="T47" fmla="*/ 61 h 80"/>
                <a:gd name="T48" fmla="*/ 55 w 88"/>
                <a:gd name="T49" fmla="*/ 63 h 80"/>
                <a:gd name="T50" fmla="*/ 66 w 88"/>
                <a:gd name="T51" fmla="*/ 76 h 80"/>
                <a:gd name="T52" fmla="*/ 4 w 88"/>
                <a:gd name="T53" fmla="*/ 76 h 80"/>
                <a:gd name="T54" fmla="*/ 4 w 88"/>
                <a:gd name="T55" fmla="*/ 42 h 80"/>
                <a:gd name="T56" fmla="*/ 71 w 88"/>
                <a:gd name="T57" fmla="*/ 76 h 80"/>
                <a:gd name="T58" fmla="*/ 57 w 88"/>
                <a:gd name="T59" fmla="*/ 60 h 80"/>
                <a:gd name="T60" fmla="*/ 68 w 88"/>
                <a:gd name="T61" fmla="*/ 48 h 80"/>
                <a:gd name="T62" fmla="*/ 84 w 88"/>
                <a:gd name="T63" fmla="*/ 66 h 80"/>
                <a:gd name="T64" fmla="*/ 84 w 88"/>
                <a:gd name="T65" fmla="*/ 76 h 80"/>
                <a:gd name="T66" fmla="*/ 71 w 88"/>
                <a:gd name="T67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8" h="80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6" y="80"/>
                    <a:pt x="88" y="78"/>
                    <a:pt x="88" y="7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6" y="0"/>
                    <a:pt x="84" y="0"/>
                  </a:cubicBezTo>
                  <a:close/>
                  <a:moveTo>
                    <a:pt x="84" y="4"/>
                  </a:moveTo>
                  <a:cubicBezTo>
                    <a:pt x="84" y="59"/>
                    <a:pt x="84" y="59"/>
                    <a:pt x="84" y="59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0" y="44"/>
                    <a:pt x="69" y="44"/>
                    <a:pt x="68" y="44"/>
                  </a:cubicBezTo>
                  <a:cubicBezTo>
                    <a:pt x="67" y="44"/>
                    <a:pt x="66" y="44"/>
                    <a:pt x="65" y="45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2" y="20"/>
                    <a:pt x="21" y="20"/>
                    <a:pt x="20" y="20"/>
                  </a:cubicBezTo>
                  <a:cubicBezTo>
                    <a:pt x="19" y="20"/>
                    <a:pt x="18" y="20"/>
                    <a:pt x="17" y="2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4" y="4"/>
                  </a:lnTo>
                  <a:close/>
                  <a:moveTo>
                    <a:pt x="4" y="42"/>
                  </a:moveTo>
                  <a:cubicBezTo>
                    <a:pt x="20" y="24"/>
                    <a:pt x="20" y="24"/>
                    <a:pt x="20" y="24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42"/>
                  </a:lnTo>
                  <a:close/>
                  <a:moveTo>
                    <a:pt x="71" y="76"/>
                  </a:moveTo>
                  <a:cubicBezTo>
                    <a:pt x="57" y="60"/>
                    <a:pt x="57" y="60"/>
                    <a:pt x="57" y="60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4" y="76"/>
                    <a:pt x="84" y="76"/>
                    <a:pt x="84" y="76"/>
                  </a:cubicBezTo>
                  <a:lnTo>
                    <a:pt x="71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65" name="Freeform 24"/>
            <p:cNvSpPr>
              <a:spLocks noEditPoints="1"/>
            </p:cNvSpPr>
            <p:nvPr/>
          </p:nvSpPr>
          <p:spPr bwMode="auto">
            <a:xfrm>
              <a:off x="7127875" y="2260600"/>
              <a:ext cx="92075" cy="92075"/>
            </a:xfrm>
            <a:custGeom>
              <a:avLst/>
              <a:gdLst>
                <a:gd name="T0" fmla="*/ 12 w 24"/>
                <a:gd name="T1" fmla="*/ 24 h 24"/>
                <a:gd name="T2" fmla="*/ 24 w 24"/>
                <a:gd name="T3" fmla="*/ 12 h 24"/>
                <a:gd name="T4" fmla="*/ 12 w 24"/>
                <a:gd name="T5" fmla="*/ 0 h 24"/>
                <a:gd name="T6" fmla="*/ 0 w 24"/>
                <a:gd name="T7" fmla="*/ 12 h 24"/>
                <a:gd name="T8" fmla="*/ 12 w 24"/>
                <a:gd name="T9" fmla="*/ 24 h 24"/>
                <a:gd name="T10" fmla="*/ 12 w 24"/>
                <a:gd name="T11" fmla="*/ 4 h 24"/>
                <a:gd name="T12" fmla="*/ 20 w 24"/>
                <a:gd name="T13" fmla="*/ 12 h 24"/>
                <a:gd name="T14" fmla="*/ 12 w 24"/>
                <a:gd name="T15" fmla="*/ 20 h 24"/>
                <a:gd name="T16" fmla="*/ 4 w 24"/>
                <a:gd name="T17" fmla="*/ 12 h 24"/>
                <a:gd name="T18" fmla="*/ 12 w 24"/>
                <a:gd name="T1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24"/>
                  </a:move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9"/>
                    <a:pt x="5" y="24"/>
                    <a:pt x="12" y="24"/>
                  </a:cubicBezTo>
                  <a:close/>
                  <a:moveTo>
                    <a:pt x="12" y="4"/>
                  </a:moveTo>
                  <a:cubicBezTo>
                    <a:pt x="16" y="4"/>
                    <a:pt x="20" y="8"/>
                    <a:pt x="20" y="12"/>
                  </a:cubicBezTo>
                  <a:cubicBezTo>
                    <a:pt x="20" y="16"/>
                    <a:pt x="16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8"/>
                    <a:pt x="8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1985963" y="1980010"/>
            <a:ext cx="795731" cy="23852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100" b="1" dirty="0" smtClean="0">
                <a:solidFill>
                  <a:srgbClr val="E9344C"/>
                </a:solidFill>
                <a:latin typeface="Raleway" pitchFamily="34" charset="0"/>
              </a:rPr>
              <a:t>小标题 </a:t>
            </a:r>
            <a:r>
              <a:rPr lang="id-ID" sz="1100" b="1" dirty="0" smtClean="0">
                <a:solidFill>
                  <a:srgbClr val="E9344C"/>
                </a:solidFill>
                <a:latin typeface="Raleway" pitchFamily="34" charset="0"/>
              </a:rPr>
              <a:t> </a:t>
            </a:r>
            <a:r>
              <a:rPr lang="id-ID" sz="1100" b="1" dirty="0">
                <a:solidFill>
                  <a:srgbClr val="E9344C"/>
                </a:solidFill>
                <a:latin typeface="Raleway" pitchFamily="34" charset="0"/>
              </a:rPr>
              <a:t>02</a:t>
            </a:r>
            <a:endParaRPr lang="id-ID" sz="1100" b="1" dirty="0">
              <a:solidFill>
                <a:srgbClr val="E9344C"/>
              </a:solidFill>
              <a:latin typeface="Raleway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985963" y="2140744"/>
            <a:ext cx="1689497" cy="323850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4530"/>
            <a:r>
              <a:rPr lang="zh-CN" altLang="en-US" sz="8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800" b="1" dirty="0">
              <a:solidFill>
                <a:schemeClr val="bg1">
                  <a:lumMod val="50000"/>
                </a:schemeClr>
              </a:solidFill>
              <a:latin typeface="Signika Negative"/>
            </a:endParaRPr>
          </a:p>
        </p:txBody>
      </p:sp>
      <p:sp>
        <p:nvSpPr>
          <p:cNvPr id="68" name="Freeform 28"/>
          <p:cNvSpPr>
            <a:spLocks noEditPoints="1"/>
          </p:cNvSpPr>
          <p:nvPr/>
        </p:nvSpPr>
        <p:spPr bwMode="auto">
          <a:xfrm>
            <a:off x="4450557" y="1178719"/>
            <a:ext cx="226219" cy="226219"/>
          </a:xfrm>
          <a:custGeom>
            <a:avLst/>
            <a:gdLst>
              <a:gd name="T0" fmla="*/ 114 w 128"/>
              <a:gd name="T1" fmla="*/ 29 h 128"/>
              <a:gd name="T2" fmla="*/ 112 w 128"/>
              <a:gd name="T3" fmla="*/ 8 h 128"/>
              <a:gd name="T4" fmla="*/ 24 w 128"/>
              <a:gd name="T5" fmla="*/ 0 h 128"/>
              <a:gd name="T6" fmla="*/ 16 w 128"/>
              <a:gd name="T7" fmla="*/ 27 h 128"/>
              <a:gd name="T8" fmla="*/ 2 w 128"/>
              <a:gd name="T9" fmla="*/ 45 h 128"/>
              <a:gd name="T10" fmla="*/ 0 w 128"/>
              <a:gd name="T11" fmla="*/ 56 h 128"/>
              <a:gd name="T12" fmla="*/ 12 w 128"/>
              <a:gd name="T13" fmla="*/ 68 h 128"/>
              <a:gd name="T14" fmla="*/ 20 w 128"/>
              <a:gd name="T15" fmla="*/ 128 h 128"/>
              <a:gd name="T16" fmla="*/ 116 w 128"/>
              <a:gd name="T17" fmla="*/ 120 h 128"/>
              <a:gd name="T18" fmla="*/ 116 w 128"/>
              <a:gd name="T19" fmla="*/ 68 h 128"/>
              <a:gd name="T20" fmla="*/ 128 w 128"/>
              <a:gd name="T21" fmla="*/ 52 h 128"/>
              <a:gd name="T22" fmla="*/ 104 w 128"/>
              <a:gd name="T23" fmla="*/ 8 h 128"/>
              <a:gd name="T24" fmla="*/ 24 w 128"/>
              <a:gd name="T25" fmla="*/ 24 h 128"/>
              <a:gd name="T26" fmla="*/ 24 w 128"/>
              <a:gd name="T27" fmla="*/ 8 h 128"/>
              <a:gd name="T28" fmla="*/ 41 w 128"/>
              <a:gd name="T29" fmla="*/ 60 h 128"/>
              <a:gd name="T30" fmla="*/ 40 w 128"/>
              <a:gd name="T31" fmla="*/ 32 h 128"/>
              <a:gd name="T32" fmla="*/ 41 w 128"/>
              <a:gd name="T33" fmla="*/ 60 h 128"/>
              <a:gd name="T34" fmla="*/ 62 w 128"/>
              <a:gd name="T35" fmla="*/ 32 h 128"/>
              <a:gd name="T36" fmla="*/ 45 w 128"/>
              <a:gd name="T37" fmla="*/ 60 h 128"/>
              <a:gd name="T38" fmla="*/ 66 w 128"/>
              <a:gd name="T39" fmla="*/ 32 h 128"/>
              <a:gd name="T40" fmla="*/ 83 w 128"/>
              <a:gd name="T41" fmla="*/ 60 h 128"/>
              <a:gd name="T42" fmla="*/ 66 w 128"/>
              <a:gd name="T43" fmla="*/ 32 h 128"/>
              <a:gd name="T44" fmla="*/ 88 w 128"/>
              <a:gd name="T45" fmla="*/ 32 h 128"/>
              <a:gd name="T46" fmla="*/ 87 w 128"/>
              <a:gd name="T47" fmla="*/ 60 h 128"/>
              <a:gd name="T48" fmla="*/ 8 w 128"/>
              <a:gd name="T49" fmla="*/ 56 h 128"/>
              <a:gd name="T50" fmla="*/ 9 w 128"/>
              <a:gd name="T51" fmla="*/ 50 h 128"/>
              <a:gd name="T52" fmla="*/ 24 w 128"/>
              <a:gd name="T53" fmla="*/ 32 h 128"/>
              <a:gd name="T54" fmla="*/ 19 w 128"/>
              <a:gd name="T55" fmla="*/ 60 h 128"/>
              <a:gd name="T56" fmla="*/ 8 w 128"/>
              <a:gd name="T57" fmla="*/ 56 h 128"/>
              <a:gd name="T58" fmla="*/ 50 w 128"/>
              <a:gd name="T59" fmla="*/ 120 h 128"/>
              <a:gd name="T60" fmla="*/ 80 w 128"/>
              <a:gd name="T61" fmla="*/ 80 h 128"/>
              <a:gd name="T62" fmla="*/ 108 w 128"/>
              <a:gd name="T63" fmla="*/ 120 h 128"/>
              <a:gd name="T64" fmla="*/ 84 w 128"/>
              <a:gd name="T65" fmla="*/ 80 h 128"/>
              <a:gd name="T66" fmla="*/ 50 w 128"/>
              <a:gd name="T67" fmla="*/ 76 h 128"/>
              <a:gd name="T68" fmla="*/ 46 w 128"/>
              <a:gd name="T69" fmla="*/ 120 h 128"/>
              <a:gd name="T70" fmla="*/ 20 w 128"/>
              <a:gd name="T71" fmla="*/ 68 h 128"/>
              <a:gd name="T72" fmla="*/ 108 w 128"/>
              <a:gd name="T73" fmla="*/ 120 h 128"/>
              <a:gd name="T74" fmla="*/ 116 w 128"/>
              <a:gd name="T75" fmla="*/ 60 h 128"/>
              <a:gd name="T76" fmla="*/ 93 w 128"/>
              <a:gd name="T77" fmla="*/ 32 h 128"/>
              <a:gd name="T78" fmla="*/ 104 w 128"/>
              <a:gd name="T79" fmla="*/ 32 h 128"/>
              <a:gd name="T80" fmla="*/ 119 w 128"/>
              <a:gd name="T81" fmla="*/ 50 h 128"/>
              <a:gd name="T82" fmla="*/ 120 w 128"/>
              <a:gd name="T83" fmla="*/ 5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8" h="128">
                <a:moveTo>
                  <a:pt x="126" y="45"/>
                </a:moveTo>
                <a:cubicBezTo>
                  <a:pt x="114" y="29"/>
                  <a:pt x="114" y="29"/>
                  <a:pt x="114" y="29"/>
                </a:cubicBezTo>
                <a:cubicBezTo>
                  <a:pt x="113" y="28"/>
                  <a:pt x="113" y="28"/>
                  <a:pt x="112" y="27"/>
                </a:cubicBezTo>
                <a:cubicBezTo>
                  <a:pt x="112" y="8"/>
                  <a:pt x="112" y="8"/>
                  <a:pt x="112" y="8"/>
                </a:cubicBezTo>
                <a:cubicBezTo>
                  <a:pt x="112" y="4"/>
                  <a:pt x="108" y="0"/>
                  <a:pt x="10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0" y="0"/>
                  <a:pt x="16" y="4"/>
                  <a:pt x="16" y="8"/>
                </a:cubicBezTo>
                <a:cubicBezTo>
                  <a:pt x="16" y="27"/>
                  <a:pt x="16" y="27"/>
                  <a:pt x="16" y="27"/>
                </a:cubicBezTo>
                <a:cubicBezTo>
                  <a:pt x="15" y="28"/>
                  <a:pt x="15" y="28"/>
                  <a:pt x="14" y="29"/>
                </a:cubicBezTo>
                <a:cubicBezTo>
                  <a:pt x="2" y="45"/>
                  <a:pt x="2" y="45"/>
                  <a:pt x="2" y="45"/>
                </a:cubicBezTo>
                <a:cubicBezTo>
                  <a:pt x="1" y="47"/>
                  <a:pt x="0" y="49"/>
                  <a:pt x="0" y="5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3"/>
                  <a:pt x="5" y="68"/>
                  <a:pt x="12" y="68"/>
                </a:cubicBezTo>
                <a:cubicBezTo>
                  <a:pt x="12" y="68"/>
                  <a:pt x="12" y="68"/>
                  <a:pt x="12" y="68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12" y="124"/>
                  <a:pt x="16" y="128"/>
                  <a:pt x="20" y="128"/>
                </a:cubicBezTo>
                <a:cubicBezTo>
                  <a:pt x="108" y="128"/>
                  <a:pt x="108" y="128"/>
                  <a:pt x="108" y="128"/>
                </a:cubicBezTo>
                <a:cubicBezTo>
                  <a:pt x="112" y="128"/>
                  <a:pt x="116" y="124"/>
                  <a:pt x="116" y="120"/>
                </a:cubicBezTo>
                <a:cubicBezTo>
                  <a:pt x="116" y="68"/>
                  <a:pt x="116" y="68"/>
                  <a:pt x="116" y="68"/>
                </a:cubicBezTo>
                <a:cubicBezTo>
                  <a:pt x="116" y="68"/>
                  <a:pt x="116" y="68"/>
                  <a:pt x="116" y="68"/>
                </a:cubicBezTo>
                <a:cubicBezTo>
                  <a:pt x="123" y="68"/>
                  <a:pt x="128" y="63"/>
                  <a:pt x="128" y="56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28" y="49"/>
                  <a:pt x="127" y="47"/>
                  <a:pt x="126" y="45"/>
                </a:cubicBezTo>
                <a:close/>
                <a:moveTo>
                  <a:pt x="104" y="8"/>
                </a:moveTo>
                <a:cubicBezTo>
                  <a:pt x="104" y="24"/>
                  <a:pt x="104" y="24"/>
                  <a:pt x="10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8"/>
                  <a:pt x="24" y="8"/>
                  <a:pt x="24" y="8"/>
                </a:cubicBezTo>
                <a:lnTo>
                  <a:pt x="104" y="8"/>
                </a:lnTo>
                <a:close/>
                <a:moveTo>
                  <a:pt x="41" y="60"/>
                </a:moveTo>
                <a:cubicBezTo>
                  <a:pt x="24" y="60"/>
                  <a:pt x="24" y="60"/>
                  <a:pt x="24" y="60"/>
                </a:cubicBezTo>
                <a:cubicBezTo>
                  <a:pt x="40" y="32"/>
                  <a:pt x="40" y="32"/>
                  <a:pt x="40" y="32"/>
                </a:cubicBezTo>
                <a:cubicBezTo>
                  <a:pt x="49" y="32"/>
                  <a:pt x="49" y="32"/>
                  <a:pt x="49" y="32"/>
                </a:cubicBezTo>
                <a:lnTo>
                  <a:pt x="41" y="60"/>
                </a:lnTo>
                <a:close/>
                <a:moveTo>
                  <a:pt x="53" y="32"/>
                </a:moveTo>
                <a:cubicBezTo>
                  <a:pt x="62" y="32"/>
                  <a:pt x="62" y="32"/>
                  <a:pt x="62" y="32"/>
                </a:cubicBezTo>
                <a:cubicBezTo>
                  <a:pt x="62" y="60"/>
                  <a:pt x="62" y="60"/>
                  <a:pt x="62" y="60"/>
                </a:cubicBezTo>
                <a:cubicBezTo>
                  <a:pt x="45" y="60"/>
                  <a:pt x="45" y="60"/>
                  <a:pt x="45" y="60"/>
                </a:cubicBezTo>
                <a:lnTo>
                  <a:pt x="53" y="32"/>
                </a:lnTo>
                <a:close/>
                <a:moveTo>
                  <a:pt x="66" y="32"/>
                </a:moveTo>
                <a:cubicBezTo>
                  <a:pt x="75" y="32"/>
                  <a:pt x="75" y="32"/>
                  <a:pt x="75" y="32"/>
                </a:cubicBezTo>
                <a:cubicBezTo>
                  <a:pt x="83" y="60"/>
                  <a:pt x="83" y="60"/>
                  <a:pt x="83" y="60"/>
                </a:cubicBezTo>
                <a:cubicBezTo>
                  <a:pt x="66" y="60"/>
                  <a:pt x="66" y="60"/>
                  <a:pt x="66" y="60"/>
                </a:cubicBezTo>
                <a:lnTo>
                  <a:pt x="66" y="32"/>
                </a:lnTo>
                <a:close/>
                <a:moveTo>
                  <a:pt x="79" y="32"/>
                </a:moveTo>
                <a:cubicBezTo>
                  <a:pt x="88" y="32"/>
                  <a:pt x="88" y="32"/>
                  <a:pt x="88" y="32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87" y="60"/>
                  <a:pt x="87" y="60"/>
                  <a:pt x="87" y="60"/>
                </a:cubicBezTo>
                <a:lnTo>
                  <a:pt x="79" y="32"/>
                </a:lnTo>
                <a:close/>
                <a:moveTo>
                  <a:pt x="8" y="56"/>
                </a:moveTo>
                <a:cubicBezTo>
                  <a:pt x="8" y="52"/>
                  <a:pt x="8" y="52"/>
                  <a:pt x="8" y="52"/>
                </a:cubicBezTo>
                <a:cubicBezTo>
                  <a:pt x="8" y="51"/>
                  <a:pt x="8" y="50"/>
                  <a:pt x="9" y="50"/>
                </a:cubicBezTo>
                <a:cubicBezTo>
                  <a:pt x="21" y="34"/>
                  <a:pt x="21" y="34"/>
                  <a:pt x="21" y="34"/>
                </a:cubicBezTo>
                <a:cubicBezTo>
                  <a:pt x="22" y="33"/>
                  <a:pt x="23" y="32"/>
                  <a:pt x="24" y="32"/>
                </a:cubicBezTo>
                <a:cubicBezTo>
                  <a:pt x="35" y="32"/>
                  <a:pt x="35" y="32"/>
                  <a:pt x="35" y="32"/>
                </a:cubicBezTo>
                <a:cubicBezTo>
                  <a:pt x="19" y="60"/>
                  <a:pt x="19" y="60"/>
                  <a:pt x="19" y="60"/>
                </a:cubicBezTo>
                <a:cubicBezTo>
                  <a:pt x="12" y="60"/>
                  <a:pt x="12" y="60"/>
                  <a:pt x="12" y="60"/>
                </a:cubicBezTo>
                <a:cubicBezTo>
                  <a:pt x="10" y="60"/>
                  <a:pt x="8" y="58"/>
                  <a:pt x="8" y="56"/>
                </a:cubicBezTo>
                <a:close/>
                <a:moveTo>
                  <a:pt x="80" y="120"/>
                </a:moveTo>
                <a:cubicBezTo>
                  <a:pt x="50" y="120"/>
                  <a:pt x="50" y="120"/>
                  <a:pt x="50" y="120"/>
                </a:cubicBezTo>
                <a:cubicBezTo>
                  <a:pt x="50" y="80"/>
                  <a:pt x="50" y="80"/>
                  <a:pt x="50" y="80"/>
                </a:cubicBezTo>
                <a:cubicBezTo>
                  <a:pt x="80" y="80"/>
                  <a:pt x="80" y="80"/>
                  <a:pt x="80" y="80"/>
                </a:cubicBezTo>
                <a:lnTo>
                  <a:pt x="80" y="120"/>
                </a:lnTo>
                <a:close/>
                <a:moveTo>
                  <a:pt x="108" y="120"/>
                </a:moveTo>
                <a:cubicBezTo>
                  <a:pt x="84" y="120"/>
                  <a:pt x="84" y="120"/>
                  <a:pt x="84" y="120"/>
                </a:cubicBezTo>
                <a:cubicBezTo>
                  <a:pt x="84" y="80"/>
                  <a:pt x="84" y="80"/>
                  <a:pt x="84" y="80"/>
                </a:cubicBezTo>
                <a:cubicBezTo>
                  <a:pt x="84" y="78"/>
                  <a:pt x="82" y="76"/>
                  <a:pt x="80" y="76"/>
                </a:cubicBezTo>
                <a:cubicBezTo>
                  <a:pt x="50" y="76"/>
                  <a:pt x="50" y="76"/>
                  <a:pt x="50" y="76"/>
                </a:cubicBezTo>
                <a:cubicBezTo>
                  <a:pt x="48" y="76"/>
                  <a:pt x="46" y="78"/>
                  <a:pt x="46" y="8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20" y="120"/>
                  <a:pt x="20" y="120"/>
                  <a:pt x="20" y="120"/>
                </a:cubicBezTo>
                <a:cubicBezTo>
                  <a:pt x="20" y="68"/>
                  <a:pt x="20" y="68"/>
                  <a:pt x="20" y="68"/>
                </a:cubicBezTo>
                <a:cubicBezTo>
                  <a:pt x="108" y="68"/>
                  <a:pt x="108" y="68"/>
                  <a:pt x="108" y="68"/>
                </a:cubicBezTo>
                <a:lnTo>
                  <a:pt x="108" y="120"/>
                </a:lnTo>
                <a:close/>
                <a:moveTo>
                  <a:pt x="120" y="56"/>
                </a:moveTo>
                <a:cubicBezTo>
                  <a:pt x="120" y="58"/>
                  <a:pt x="118" y="60"/>
                  <a:pt x="116" y="60"/>
                </a:cubicBezTo>
                <a:cubicBezTo>
                  <a:pt x="109" y="60"/>
                  <a:pt x="109" y="60"/>
                  <a:pt x="109" y="60"/>
                </a:cubicBezTo>
                <a:cubicBezTo>
                  <a:pt x="93" y="32"/>
                  <a:pt x="93" y="32"/>
                  <a:pt x="93" y="32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5" y="32"/>
                  <a:pt x="106" y="33"/>
                  <a:pt x="107" y="34"/>
                </a:cubicBezTo>
                <a:cubicBezTo>
                  <a:pt x="119" y="50"/>
                  <a:pt x="119" y="50"/>
                  <a:pt x="119" y="50"/>
                </a:cubicBezTo>
                <a:cubicBezTo>
                  <a:pt x="120" y="50"/>
                  <a:pt x="120" y="51"/>
                  <a:pt x="120" y="52"/>
                </a:cubicBezTo>
                <a:lnTo>
                  <a:pt x="120" y="5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latin typeface="+mn-lt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185037" y="1410892"/>
            <a:ext cx="757259" cy="23852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1100" b="1" dirty="0">
                <a:solidFill>
                  <a:srgbClr val="E9344C"/>
                </a:solidFill>
                <a:latin typeface="Raleway" pitchFamily="34" charset="0"/>
              </a:rPr>
              <a:t>小标题</a:t>
            </a:r>
            <a:r>
              <a:rPr lang="id-ID" sz="1100" b="1" dirty="0" smtClean="0">
                <a:solidFill>
                  <a:srgbClr val="E9344C"/>
                </a:solidFill>
                <a:latin typeface="Raleway" pitchFamily="34" charset="0"/>
              </a:rPr>
              <a:t> </a:t>
            </a:r>
            <a:r>
              <a:rPr lang="id-ID" sz="1100" b="1" dirty="0">
                <a:solidFill>
                  <a:srgbClr val="E9344C"/>
                </a:solidFill>
                <a:latin typeface="Raleway" pitchFamily="34" charset="0"/>
              </a:rPr>
              <a:t>03</a:t>
            </a:r>
            <a:endParaRPr lang="id-ID" sz="1100" b="1" dirty="0">
              <a:solidFill>
                <a:srgbClr val="E9344C"/>
              </a:solidFill>
              <a:latin typeface="Raleway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840957" y="1588294"/>
            <a:ext cx="1445419" cy="450056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4530"/>
            <a:r>
              <a:rPr lang="zh-CN" altLang="en-US" sz="8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800" b="1" dirty="0">
              <a:solidFill>
                <a:schemeClr val="bg1">
                  <a:lumMod val="50000"/>
                </a:schemeClr>
              </a:solidFill>
              <a:latin typeface="Signika Negative"/>
            </a:endParaRPr>
          </a:p>
        </p:txBody>
      </p:sp>
      <p:grpSp>
        <p:nvGrpSpPr>
          <p:cNvPr id="71" name="Group 171"/>
          <p:cNvGrpSpPr/>
          <p:nvPr/>
        </p:nvGrpSpPr>
        <p:grpSpPr>
          <a:xfrm>
            <a:off x="5306709" y="2137171"/>
            <a:ext cx="227510" cy="225323"/>
            <a:chOff x="7219950" y="3429000"/>
            <a:chExt cx="495300" cy="490538"/>
          </a:xfrm>
          <a:solidFill>
            <a:schemeClr val="bg1">
              <a:lumMod val="65000"/>
            </a:schemeClr>
          </a:solidFill>
        </p:grpSpPr>
        <p:sp>
          <p:nvSpPr>
            <p:cNvPr id="72" name="Freeform 32"/>
            <p:cNvSpPr>
              <a:spLocks noEditPoints="1"/>
            </p:cNvSpPr>
            <p:nvPr/>
          </p:nvSpPr>
          <p:spPr bwMode="auto">
            <a:xfrm>
              <a:off x="7219950" y="3475038"/>
              <a:ext cx="452438" cy="444500"/>
            </a:xfrm>
            <a:custGeom>
              <a:avLst/>
              <a:gdLst>
                <a:gd name="T0" fmla="*/ 84 w 118"/>
                <a:gd name="T1" fmla="*/ 3 h 116"/>
                <a:gd name="T2" fmla="*/ 77 w 118"/>
                <a:gd name="T3" fmla="*/ 0 h 116"/>
                <a:gd name="T4" fmla="*/ 70 w 118"/>
                <a:gd name="T5" fmla="*/ 3 h 116"/>
                <a:gd name="T6" fmla="*/ 64 w 118"/>
                <a:gd name="T7" fmla="*/ 9 h 116"/>
                <a:gd name="T8" fmla="*/ 61 w 118"/>
                <a:gd name="T9" fmla="*/ 16 h 116"/>
                <a:gd name="T10" fmla="*/ 62 w 118"/>
                <a:gd name="T11" fmla="*/ 21 h 116"/>
                <a:gd name="T12" fmla="*/ 8 w 118"/>
                <a:gd name="T13" fmla="*/ 43 h 116"/>
                <a:gd name="T14" fmla="*/ 1 w 118"/>
                <a:gd name="T15" fmla="*/ 51 h 116"/>
                <a:gd name="T16" fmla="*/ 5 w 118"/>
                <a:gd name="T17" fmla="*/ 62 h 116"/>
                <a:gd name="T18" fmla="*/ 55 w 118"/>
                <a:gd name="T19" fmla="*/ 112 h 116"/>
                <a:gd name="T20" fmla="*/ 64 w 118"/>
                <a:gd name="T21" fmla="*/ 116 h 116"/>
                <a:gd name="T22" fmla="*/ 64 w 118"/>
                <a:gd name="T23" fmla="*/ 116 h 116"/>
                <a:gd name="T24" fmla="*/ 66 w 118"/>
                <a:gd name="T25" fmla="*/ 116 h 116"/>
                <a:gd name="T26" fmla="*/ 75 w 118"/>
                <a:gd name="T27" fmla="*/ 108 h 116"/>
                <a:gd name="T28" fmla="*/ 96 w 118"/>
                <a:gd name="T29" fmla="*/ 55 h 116"/>
                <a:gd name="T30" fmla="*/ 102 w 118"/>
                <a:gd name="T31" fmla="*/ 57 h 116"/>
                <a:gd name="T32" fmla="*/ 109 w 118"/>
                <a:gd name="T33" fmla="*/ 54 h 116"/>
                <a:gd name="T34" fmla="*/ 115 w 118"/>
                <a:gd name="T35" fmla="*/ 48 h 116"/>
                <a:gd name="T36" fmla="*/ 118 w 118"/>
                <a:gd name="T37" fmla="*/ 41 h 116"/>
                <a:gd name="T38" fmla="*/ 115 w 118"/>
                <a:gd name="T39" fmla="*/ 34 h 116"/>
                <a:gd name="T40" fmla="*/ 84 w 118"/>
                <a:gd name="T41" fmla="*/ 3 h 116"/>
                <a:gd name="T42" fmla="*/ 68 w 118"/>
                <a:gd name="T43" fmla="*/ 105 h 116"/>
                <a:gd name="T44" fmla="*/ 65 w 118"/>
                <a:gd name="T45" fmla="*/ 108 h 116"/>
                <a:gd name="T46" fmla="*/ 64 w 118"/>
                <a:gd name="T47" fmla="*/ 108 h 116"/>
                <a:gd name="T48" fmla="*/ 61 w 118"/>
                <a:gd name="T49" fmla="*/ 107 h 116"/>
                <a:gd name="T50" fmla="*/ 10 w 118"/>
                <a:gd name="T51" fmla="*/ 56 h 116"/>
                <a:gd name="T52" fmla="*/ 9 w 118"/>
                <a:gd name="T53" fmla="*/ 53 h 116"/>
                <a:gd name="T54" fmla="*/ 11 w 118"/>
                <a:gd name="T55" fmla="*/ 50 h 116"/>
                <a:gd name="T56" fmla="*/ 36 w 118"/>
                <a:gd name="T57" fmla="*/ 40 h 116"/>
                <a:gd name="T58" fmla="*/ 87 w 118"/>
                <a:gd name="T59" fmla="*/ 58 h 116"/>
                <a:gd name="T60" fmla="*/ 68 w 118"/>
                <a:gd name="T61" fmla="*/ 105 h 116"/>
                <a:gd name="T62" fmla="*/ 109 w 118"/>
                <a:gd name="T63" fmla="*/ 42 h 116"/>
                <a:gd name="T64" fmla="*/ 103 w 118"/>
                <a:gd name="T65" fmla="*/ 48 h 116"/>
                <a:gd name="T66" fmla="*/ 100 w 118"/>
                <a:gd name="T67" fmla="*/ 48 h 116"/>
                <a:gd name="T68" fmla="*/ 93 w 118"/>
                <a:gd name="T69" fmla="*/ 41 h 116"/>
                <a:gd name="T70" fmla="*/ 88 w 118"/>
                <a:gd name="T71" fmla="*/ 55 h 116"/>
                <a:gd name="T72" fmla="*/ 88 w 118"/>
                <a:gd name="T73" fmla="*/ 54 h 116"/>
                <a:gd name="T74" fmla="*/ 53 w 118"/>
                <a:gd name="T75" fmla="*/ 39 h 116"/>
                <a:gd name="T76" fmla="*/ 42 w 118"/>
                <a:gd name="T77" fmla="*/ 38 h 116"/>
                <a:gd name="T78" fmla="*/ 76 w 118"/>
                <a:gd name="T79" fmla="*/ 24 h 116"/>
                <a:gd name="T80" fmla="*/ 70 w 118"/>
                <a:gd name="T81" fmla="*/ 17 h 116"/>
                <a:gd name="T82" fmla="*/ 70 w 118"/>
                <a:gd name="T83" fmla="*/ 14 h 116"/>
                <a:gd name="T84" fmla="*/ 75 w 118"/>
                <a:gd name="T85" fmla="*/ 9 h 116"/>
                <a:gd name="T86" fmla="*/ 78 w 118"/>
                <a:gd name="T87" fmla="*/ 9 h 116"/>
                <a:gd name="T88" fmla="*/ 109 w 118"/>
                <a:gd name="T89" fmla="*/ 39 h 116"/>
                <a:gd name="T90" fmla="*/ 109 w 118"/>
                <a:gd name="T91" fmla="*/ 4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6">
                  <a:moveTo>
                    <a:pt x="84" y="3"/>
                  </a:moveTo>
                  <a:cubicBezTo>
                    <a:pt x="82" y="1"/>
                    <a:pt x="79" y="0"/>
                    <a:pt x="77" y="0"/>
                  </a:cubicBezTo>
                  <a:cubicBezTo>
                    <a:pt x="74" y="0"/>
                    <a:pt x="71" y="1"/>
                    <a:pt x="70" y="3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2" y="10"/>
                    <a:pt x="61" y="13"/>
                    <a:pt x="61" y="16"/>
                  </a:cubicBezTo>
                  <a:cubicBezTo>
                    <a:pt x="61" y="18"/>
                    <a:pt x="62" y="19"/>
                    <a:pt x="62" y="21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5" y="44"/>
                    <a:pt x="2" y="48"/>
                    <a:pt x="1" y="51"/>
                  </a:cubicBezTo>
                  <a:cubicBezTo>
                    <a:pt x="0" y="55"/>
                    <a:pt x="2" y="59"/>
                    <a:pt x="5" y="62"/>
                  </a:cubicBezTo>
                  <a:cubicBezTo>
                    <a:pt x="55" y="112"/>
                    <a:pt x="55" y="112"/>
                    <a:pt x="55" y="112"/>
                  </a:cubicBezTo>
                  <a:cubicBezTo>
                    <a:pt x="58" y="115"/>
                    <a:pt x="61" y="116"/>
                    <a:pt x="64" y="116"/>
                  </a:cubicBezTo>
                  <a:cubicBezTo>
                    <a:pt x="64" y="116"/>
                    <a:pt x="64" y="116"/>
                    <a:pt x="64" y="116"/>
                  </a:cubicBezTo>
                  <a:cubicBezTo>
                    <a:pt x="65" y="116"/>
                    <a:pt x="66" y="116"/>
                    <a:pt x="66" y="116"/>
                  </a:cubicBezTo>
                  <a:cubicBezTo>
                    <a:pt x="70" y="115"/>
                    <a:pt x="74" y="112"/>
                    <a:pt x="75" y="108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8" y="56"/>
                    <a:pt x="100" y="57"/>
                    <a:pt x="102" y="57"/>
                  </a:cubicBezTo>
                  <a:cubicBezTo>
                    <a:pt x="105" y="57"/>
                    <a:pt x="107" y="56"/>
                    <a:pt x="109" y="54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7" y="46"/>
                    <a:pt x="118" y="44"/>
                    <a:pt x="118" y="41"/>
                  </a:cubicBezTo>
                  <a:cubicBezTo>
                    <a:pt x="118" y="38"/>
                    <a:pt x="117" y="36"/>
                    <a:pt x="115" y="34"/>
                  </a:cubicBezTo>
                  <a:lnTo>
                    <a:pt x="84" y="3"/>
                  </a:lnTo>
                  <a:close/>
                  <a:moveTo>
                    <a:pt x="68" y="105"/>
                  </a:moveTo>
                  <a:cubicBezTo>
                    <a:pt x="67" y="107"/>
                    <a:pt x="66" y="108"/>
                    <a:pt x="65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3" y="108"/>
                    <a:pt x="62" y="108"/>
                    <a:pt x="61" y="107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9" y="56"/>
                    <a:pt x="9" y="54"/>
                    <a:pt x="9" y="53"/>
                  </a:cubicBezTo>
                  <a:cubicBezTo>
                    <a:pt x="9" y="52"/>
                    <a:pt x="10" y="51"/>
                    <a:pt x="11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53" y="46"/>
                    <a:pt x="70" y="40"/>
                    <a:pt x="87" y="58"/>
                  </a:cubicBezTo>
                  <a:lnTo>
                    <a:pt x="68" y="105"/>
                  </a:lnTo>
                  <a:close/>
                  <a:moveTo>
                    <a:pt x="109" y="42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3" y="49"/>
                    <a:pt x="101" y="49"/>
                    <a:pt x="100" y="48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76" y="42"/>
                    <a:pt x="64" y="41"/>
                    <a:pt x="53" y="39"/>
                  </a:cubicBezTo>
                  <a:cubicBezTo>
                    <a:pt x="49" y="39"/>
                    <a:pt x="46" y="38"/>
                    <a:pt x="42" y="38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9" y="16"/>
                    <a:pt x="69" y="15"/>
                    <a:pt x="70" y="14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76" y="8"/>
                    <a:pt x="77" y="8"/>
                    <a:pt x="78" y="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0" y="40"/>
                    <a:pt x="110" y="42"/>
                    <a:pt x="109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73" name="Freeform 33"/>
            <p:cNvSpPr>
              <a:spLocks noEditPoints="1"/>
            </p:cNvSpPr>
            <p:nvPr/>
          </p:nvSpPr>
          <p:spPr bwMode="auto">
            <a:xfrm>
              <a:off x="7439025" y="3675063"/>
              <a:ext cx="76200" cy="76200"/>
            </a:xfrm>
            <a:custGeom>
              <a:avLst/>
              <a:gdLst>
                <a:gd name="T0" fmla="*/ 10 w 20"/>
                <a:gd name="T1" fmla="*/ 20 h 20"/>
                <a:gd name="T2" fmla="*/ 20 w 20"/>
                <a:gd name="T3" fmla="*/ 10 h 20"/>
                <a:gd name="T4" fmla="*/ 10 w 20"/>
                <a:gd name="T5" fmla="*/ 0 h 20"/>
                <a:gd name="T6" fmla="*/ 0 w 20"/>
                <a:gd name="T7" fmla="*/ 10 h 20"/>
                <a:gd name="T8" fmla="*/ 10 w 20"/>
                <a:gd name="T9" fmla="*/ 20 h 20"/>
                <a:gd name="T10" fmla="*/ 10 w 20"/>
                <a:gd name="T11" fmla="*/ 4 h 20"/>
                <a:gd name="T12" fmla="*/ 16 w 20"/>
                <a:gd name="T13" fmla="*/ 10 h 20"/>
                <a:gd name="T14" fmla="*/ 10 w 20"/>
                <a:gd name="T15" fmla="*/ 16 h 20"/>
                <a:gd name="T16" fmla="*/ 4 w 20"/>
                <a:gd name="T17" fmla="*/ 10 h 20"/>
                <a:gd name="T18" fmla="*/ 10 w 20"/>
                <a:gd name="T1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74" name="Freeform 34"/>
            <p:cNvSpPr>
              <a:spLocks noEditPoints="1"/>
            </p:cNvSpPr>
            <p:nvPr/>
          </p:nvSpPr>
          <p:spPr bwMode="auto">
            <a:xfrm>
              <a:off x="7639050" y="3429000"/>
              <a:ext cx="76200" cy="76200"/>
            </a:xfrm>
            <a:custGeom>
              <a:avLst/>
              <a:gdLst>
                <a:gd name="T0" fmla="*/ 10 w 20"/>
                <a:gd name="T1" fmla="*/ 0 h 20"/>
                <a:gd name="T2" fmla="*/ 0 w 20"/>
                <a:gd name="T3" fmla="*/ 10 h 20"/>
                <a:gd name="T4" fmla="*/ 10 w 20"/>
                <a:gd name="T5" fmla="*/ 20 h 20"/>
                <a:gd name="T6" fmla="*/ 20 w 20"/>
                <a:gd name="T7" fmla="*/ 10 h 20"/>
                <a:gd name="T8" fmla="*/ 10 w 20"/>
                <a:gd name="T9" fmla="*/ 0 h 20"/>
                <a:gd name="T10" fmla="*/ 10 w 20"/>
                <a:gd name="T11" fmla="*/ 16 h 20"/>
                <a:gd name="T12" fmla="*/ 4 w 20"/>
                <a:gd name="T13" fmla="*/ 10 h 20"/>
                <a:gd name="T14" fmla="*/ 10 w 20"/>
                <a:gd name="T15" fmla="*/ 4 h 20"/>
                <a:gd name="T16" fmla="*/ 16 w 20"/>
                <a:gd name="T17" fmla="*/ 10 h 20"/>
                <a:gd name="T18" fmla="*/ 10 w 20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0"/>
                  </a:move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  <a:moveTo>
                    <a:pt x="10" y="16"/>
                  </a:move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75" name="Freeform 35"/>
            <p:cNvSpPr>
              <a:spLocks noEditPoints="1"/>
            </p:cNvSpPr>
            <p:nvPr/>
          </p:nvSpPr>
          <p:spPr bwMode="auto">
            <a:xfrm>
              <a:off x="7346950" y="3659188"/>
              <a:ext cx="61913" cy="61913"/>
            </a:xfrm>
            <a:custGeom>
              <a:avLst/>
              <a:gdLst>
                <a:gd name="T0" fmla="*/ 0 w 16"/>
                <a:gd name="T1" fmla="*/ 8 h 16"/>
                <a:gd name="T2" fmla="*/ 8 w 16"/>
                <a:gd name="T3" fmla="*/ 16 h 16"/>
                <a:gd name="T4" fmla="*/ 16 w 16"/>
                <a:gd name="T5" fmla="*/ 8 h 16"/>
                <a:gd name="T6" fmla="*/ 8 w 16"/>
                <a:gd name="T7" fmla="*/ 0 h 16"/>
                <a:gd name="T8" fmla="*/ 0 w 16"/>
                <a:gd name="T9" fmla="*/ 8 h 16"/>
                <a:gd name="T10" fmla="*/ 8 w 16"/>
                <a:gd name="T11" fmla="*/ 4 h 16"/>
                <a:gd name="T12" fmla="*/ 12 w 16"/>
                <a:gd name="T13" fmla="*/ 8 h 16"/>
                <a:gd name="T14" fmla="*/ 8 w 16"/>
                <a:gd name="T15" fmla="*/ 12 h 16"/>
                <a:gd name="T16" fmla="*/ 4 w 16"/>
                <a:gd name="T17" fmla="*/ 8 h 16"/>
                <a:gd name="T18" fmla="*/ 8 w 16"/>
                <a:gd name="T19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6">
                  <a:moveTo>
                    <a:pt x="0" y="8"/>
                  </a:moveTo>
                  <a:cubicBezTo>
                    <a:pt x="0" y="12"/>
                    <a:pt x="4" y="16"/>
                    <a:pt x="8" y="16"/>
                  </a:cubicBezTo>
                  <a:cubicBezTo>
                    <a:pt x="12" y="16"/>
                    <a:pt x="16" y="12"/>
                    <a:pt x="16" y="8"/>
                  </a:cubicBezTo>
                  <a:cubicBezTo>
                    <a:pt x="16" y="4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lose/>
                  <a:moveTo>
                    <a:pt x="8" y="4"/>
                  </a:moveTo>
                  <a:cubicBezTo>
                    <a:pt x="10" y="4"/>
                    <a:pt x="12" y="6"/>
                    <a:pt x="12" y="8"/>
                  </a:cubicBez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4" y="10"/>
                    <a:pt x="4" y="8"/>
                  </a:cubicBezTo>
                  <a:cubicBezTo>
                    <a:pt x="4" y="6"/>
                    <a:pt x="6" y="4"/>
                    <a:pt x="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76" name="Oval 36"/>
            <p:cNvSpPr>
              <a:spLocks noChangeArrowheads="1"/>
            </p:cNvSpPr>
            <p:nvPr/>
          </p:nvSpPr>
          <p:spPr bwMode="auto">
            <a:xfrm>
              <a:off x="7408863" y="3767138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77" name="Oval 37"/>
            <p:cNvSpPr>
              <a:spLocks noChangeArrowheads="1"/>
            </p:cNvSpPr>
            <p:nvPr/>
          </p:nvSpPr>
          <p:spPr bwMode="auto">
            <a:xfrm>
              <a:off x="7653338" y="3536950"/>
              <a:ext cx="31750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5585223" y="1976438"/>
            <a:ext cx="795731" cy="23852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100" b="1" dirty="0" smtClean="0">
                <a:solidFill>
                  <a:srgbClr val="E9344C"/>
                </a:solidFill>
                <a:latin typeface="Raleway" pitchFamily="34" charset="0"/>
              </a:rPr>
              <a:t>小标题 </a:t>
            </a:r>
            <a:r>
              <a:rPr lang="id-ID" sz="1100" b="1" dirty="0" smtClean="0">
                <a:solidFill>
                  <a:srgbClr val="E9344C"/>
                </a:solidFill>
                <a:latin typeface="Raleway" pitchFamily="34" charset="0"/>
              </a:rPr>
              <a:t> </a:t>
            </a:r>
            <a:r>
              <a:rPr lang="id-ID" sz="1100" b="1" dirty="0">
                <a:solidFill>
                  <a:srgbClr val="E9344C"/>
                </a:solidFill>
                <a:latin typeface="Raleway" pitchFamily="34" charset="0"/>
              </a:rPr>
              <a:t>04</a:t>
            </a:r>
            <a:endParaRPr lang="id-ID" sz="1100" b="1" dirty="0">
              <a:solidFill>
                <a:srgbClr val="E9344C"/>
              </a:solidFill>
              <a:latin typeface="Raleway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585223" y="2137172"/>
            <a:ext cx="1688306" cy="322659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4530"/>
            <a:r>
              <a:rPr lang="zh-CN" altLang="en-US" sz="8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800" b="1" dirty="0">
              <a:solidFill>
                <a:schemeClr val="bg1">
                  <a:lumMod val="50000"/>
                </a:schemeClr>
              </a:solidFill>
              <a:latin typeface="Signika Negative"/>
            </a:endParaRPr>
          </a:p>
        </p:txBody>
      </p:sp>
      <p:grpSp>
        <p:nvGrpSpPr>
          <p:cNvPr id="80" name="Group 182"/>
          <p:cNvGrpSpPr/>
          <p:nvPr/>
        </p:nvGrpSpPr>
        <p:grpSpPr>
          <a:xfrm>
            <a:off x="6483582" y="3000368"/>
            <a:ext cx="285717" cy="280275"/>
            <a:chOff x="6786562" y="796925"/>
            <a:chExt cx="500063" cy="490538"/>
          </a:xfrm>
          <a:solidFill>
            <a:schemeClr val="bg1">
              <a:lumMod val="65000"/>
            </a:schemeClr>
          </a:solidFill>
        </p:grpSpPr>
        <p:sp>
          <p:nvSpPr>
            <p:cNvPr id="81" name="Freeform 27"/>
            <p:cNvSpPr>
              <a:spLocks noEditPoints="1"/>
            </p:cNvSpPr>
            <p:nvPr/>
          </p:nvSpPr>
          <p:spPr bwMode="auto">
            <a:xfrm>
              <a:off x="6786562" y="796925"/>
              <a:ext cx="500063" cy="490538"/>
            </a:xfrm>
            <a:custGeom>
              <a:avLst/>
              <a:gdLst>
                <a:gd name="T0" fmla="*/ 127 w 130"/>
                <a:gd name="T1" fmla="*/ 42 h 128"/>
                <a:gd name="T2" fmla="*/ 87 w 130"/>
                <a:gd name="T3" fmla="*/ 2 h 128"/>
                <a:gd name="T4" fmla="*/ 79 w 130"/>
                <a:gd name="T5" fmla="*/ 0 h 128"/>
                <a:gd name="T6" fmla="*/ 75 w 130"/>
                <a:gd name="T7" fmla="*/ 2 h 128"/>
                <a:gd name="T8" fmla="*/ 73 w 130"/>
                <a:gd name="T9" fmla="*/ 6 h 128"/>
                <a:gd name="T10" fmla="*/ 64 w 130"/>
                <a:gd name="T11" fmla="*/ 21 h 128"/>
                <a:gd name="T12" fmla="*/ 41 w 130"/>
                <a:gd name="T13" fmla="*/ 37 h 128"/>
                <a:gd name="T14" fmla="*/ 15 w 130"/>
                <a:gd name="T15" fmla="*/ 55 h 128"/>
                <a:gd name="T16" fmla="*/ 1 w 130"/>
                <a:gd name="T17" fmla="*/ 78 h 128"/>
                <a:gd name="T18" fmla="*/ 3 w 130"/>
                <a:gd name="T19" fmla="*/ 86 h 128"/>
                <a:gd name="T20" fmla="*/ 43 w 130"/>
                <a:gd name="T21" fmla="*/ 126 h 128"/>
                <a:gd name="T22" fmla="*/ 51 w 130"/>
                <a:gd name="T23" fmla="*/ 128 h 128"/>
                <a:gd name="T24" fmla="*/ 55 w 130"/>
                <a:gd name="T25" fmla="*/ 126 h 128"/>
                <a:gd name="T26" fmla="*/ 57 w 130"/>
                <a:gd name="T27" fmla="*/ 122 h 128"/>
                <a:gd name="T28" fmla="*/ 66 w 130"/>
                <a:gd name="T29" fmla="*/ 107 h 128"/>
                <a:gd name="T30" fmla="*/ 89 w 130"/>
                <a:gd name="T31" fmla="*/ 91 h 128"/>
                <a:gd name="T32" fmla="*/ 115 w 130"/>
                <a:gd name="T33" fmla="*/ 73 h 128"/>
                <a:gd name="T34" fmla="*/ 129 w 130"/>
                <a:gd name="T35" fmla="*/ 50 h 128"/>
                <a:gd name="T36" fmla="*/ 127 w 130"/>
                <a:gd name="T37" fmla="*/ 42 h 128"/>
                <a:gd name="T38" fmla="*/ 49 w 130"/>
                <a:gd name="T39" fmla="*/ 120 h 128"/>
                <a:gd name="T40" fmla="*/ 9 w 130"/>
                <a:gd name="T41" fmla="*/ 80 h 128"/>
                <a:gd name="T42" fmla="*/ 81 w 130"/>
                <a:gd name="T43" fmla="*/ 8 h 128"/>
                <a:gd name="T44" fmla="*/ 121 w 130"/>
                <a:gd name="T45" fmla="*/ 48 h 128"/>
                <a:gd name="T46" fmla="*/ 49 w 130"/>
                <a:gd name="T47" fmla="*/ 12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0" h="128">
                  <a:moveTo>
                    <a:pt x="127" y="42"/>
                  </a:moveTo>
                  <a:cubicBezTo>
                    <a:pt x="87" y="2"/>
                    <a:pt x="87" y="2"/>
                    <a:pt x="87" y="2"/>
                  </a:cubicBezTo>
                  <a:cubicBezTo>
                    <a:pt x="85" y="0"/>
                    <a:pt x="82" y="0"/>
                    <a:pt x="79" y="0"/>
                  </a:cubicBezTo>
                  <a:cubicBezTo>
                    <a:pt x="78" y="1"/>
                    <a:pt x="76" y="1"/>
                    <a:pt x="75" y="2"/>
                  </a:cubicBezTo>
                  <a:cubicBezTo>
                    <a:pt x="74" y="3"/>
                    <a:pt x="74" y="4"/>
                    <a:pt x="73" y="6"/>
                  </a:cubicBezTo>
                  <a:cubicBezTo>
                    <a:pt x="72" y="12"/>
                    <a:pt x="68" y="17"/>
                    <a:pt x="64" y="21"/>
                  </a:cubicBezTo>
                  <a:cubicBezTo>
                    <a:pt x="58" y="27"/>
                    <a:pt x="50" y="32"/>
                    <a:pt x="41" y="37"/>
                  </a:cubicBezTo>
                  <a:cubicBezTo>
                    <a:pt x="32" y="42"/>
                    <a:pt x="23" y="48"/>
                    <a:pt x="15" y="55"/>
                  </a:cubicBezTo>
                  <a:cubicBezTo>
                    <a:pt x="8" y="62"/>
                    <a:pt x="4" y="69"/>
                    <a:pt x="1" y="78"/>
                  </a:cubicBezTo>
                  <a:cubicBezTo>
                    <a:pt x="0" y="80"/>
                    <a:pt x="1" y="84"/>
                    <a:pt x="3" y="8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5" y="128"/>
                    <a:pt x="48" y="128"/>
                    <a:pt x="51" y="128"/>
                  </a:cubicBezTo>
                  <a:cubicBezTo>
                    <a:pt x="52" y="127"/>
                    <a:pt x="54" y="127"/>
                    <a:pt x="55" y="126"/>
                  </a:cubicBezTo>
                  <a:cubicBezTo>
                    <a:pt x="56" y="125"/>
                    <a:pt x="56" y="124"/>
                    <a:pt x="57" y="122"/>
                  </a:cubicBezTo>
                  <a:cubicBezTo>
                    <a:pt x="58" y="116"/>
                    <a:pt x="62" y="111"/>
                    <a:pt x="66" y="107"/>
                  </a:cubicBezTo>
                  <a:cubicBezTo>
                    <a:pt x="72" y="101"/>
                    <a:pt x="80" y="96"/>
                    <a:pt x="89" y="91"/>
                  </a:cubicBezTo>
                  <a:cubicBezTo>
                    <a:pt x="98" y="86"/>
                    <a:pt x="107" y="80"/>
                    <a:pt x="115" y="73"/>
                  </a:cubicBezTo>
                  <a:cubicBezTo>
                    <a:pt x="122" y="66"/>
                    <a:pt x="126" y="59"/>
                    <a:pt x="129" y="50"/>
                  </a:cubicBezTo>
                  <a:cubicBezTo>
                    <a:pt x="130" y="48"/>
                    <a:pt x="129" y="44"/>
                    <a:pt x="127" y="42"/>
                  </a:cubicBezTo>
                  <a:close/>
                  <a:moveTo>
                    <a:pt x="49" y="120"/>
                  </a:moveTo>
                  <a:cubicBezTo>
                    <a:pt x="36" y="107"/>
                    <a:pt x="22" y="93"/>
                    <a:pt x="9" y="80"/>
                  </a:cubicBezTo>
                  <a:cubicBezTo>
                    <a:pt x="20" y="43"/>
                    <a:pt x="70" y="45"/>
                    <a:pt x="81" y="8"/>
                  </a:cubicBezTo>
                  <a:cubicBezTo>
                    <a:pt x="94" y="21"/>
                    <a:pt x="108" y="35"/>
                    <a:pt x="121" y="48"/>
                  </a:cubicBezTo>
                  <a:cubicBezTo>
                    <a:pt x="110" y="85"/>
                    <a:pt x="60" y="83"/>
                    <a:pt x="49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82" name="Freeform 28"/>
            <p:cNvSpPr>
              <a:spLocks noEditPoints="1"/>
            </p:cNvSpPr>
            <p:nvPr/>
          </p:nvSpPr>
          <p:spPr bwMode="auto">
            <a:xfrm>
              <a:off x="6967538" y="969963"/>
              <a:ext cx="134938" cy="138113"/>
            </a:xfrm>
            <a:custGeom>
              <a:avLst/>
              <a:gdLst>
                <a:gd name="T0" fmla="*/ 28 w 35"/>
                <a:gd name="T1" fmla="*/ 12 h 36"/>
                <a:gd name="T2" fmla="*/ 20 w 35"/>
                <a:gd name="T3" fmla="*/ 13 h 36"/>
                <a:gd name="T4" fmla="*/ 10 w 35"/>
                <a:gd name="T5" fmla="*/ 7 h 36"/>
                <a:gd name="T6" fmla="*/ 15 w 35"/>
                <a:gd name="T7" fmla="*/ 6 h 36"/>
                <a:gd name="T8" fmla="*/ 19 w 35"/>
                <a:gd name="T9" fmla="*/ 6 h 36"/>
                <a:gd name="T10" fmla="*/ 20 w 35"/>
                <a:gd name="T11" fmla="*/ 2 h 36"/>
                <a:gd name="T12" fmla="*/ 13 w 35"/>
                <a:gd name="T13" fmla="*/ 1 h 36"/>
                <a:gd name="T14" fmla="*/ 6 w 35"/>
                <a:gd name="T15" fmla="*/ 4 h 36"/>
                <a:gd name="T16" fmla="*/ 5 w 35"/>
                <a:gd name="T17" fmla="*/ 3 h 36"/>
                <a:gd name="T18" fmla="*/ 3 w 35"/>
                <a:gd name="T19" fmla="*/ 5 h 36"/>
                <a:gd name="T20" fmla="*/ 4 w 35"/>
                <a:gd name="T21" fmla="*/ 6 h 36"/>
                <a:gd name="T22" fmla="*/ 1 w 35"/>
                <a:gd name="T23" fmla="*/ 15 h 36"/>
                <a:gd name="T24" fmla="*/ 3 w 35"/>
                <a:gd name="T25" fmla="*/ 22 h 36"/>
                <a:gd name="T26" fmla="*/ 18 w 35"/>
                <a:gd name="T27" fmla="*/ 21 h 36"/>
                <a:gd name="T28" fmla="*/ 23 w 35"/>
                <a:gd name="T29" fmla="*/ 31 h 36"/>
                <a:gd name="T30" fmla="*/ 19 w 35"/>
                <a:gd name="T31" fmla="*/ 30 h 36"/>
                <a:gd name="T32" fmla="*/ 16 w 35"/>
                <a:gd name="T33" fmla="*/ 28 h 36"/>
                <a:gd name="T34" fmla="*/ 13 w 35"/>
                <a:gd name="T35" fmla="*/ 31 h 36"/>
                <a:gd name="T36" fmla="*/ 17 w 35"/>
                <a:gd name="T37" fmla="*/ 35 h 36"/>
                <a:gd name="T38" fmla="*/ 25 w 35"/>
                <a:gd name="T39" fmla="*/ 36 h 36"/>
                <a:gd name="T40" fmla="*/ 31 w 35"/>
                <a:gd name="T41" fmla="*/ 35 h 36"/>
                <a:gd name="T42" fmla="*/ 33 w 35"/>
                <a:gd name="T43" fmla="*/ 34 h 36"/>
                <a:gd name="T44" fmla="*/ 33 w 35"/>
                <a:gd name="T45" fmla="*/ 32 h 36"/>
                <a:gd name="T46" fmla="*/ 34 w 35"/>
                <a:gd name="T47" fmla="*/ 26 h 36"/>
                <a:gd name="T48" fmla="*/ 35 w 35"/>
                <a:gd name="T49" fmla="*/ 18 h 36"/>
                <a:gd name="T50" fmla="*/ 10 w 35"/>
                <a:gd name="T51" fmla="*/ 17 h 36"/>
                <a:gd name="T52" fmla="*/ 6 w 35"/>
                <a:gd name="T53" fmla="*/ 15 h 36"/>
                <a:gd name="T54" fmla="*/ 7 w 35"/>
                <a:gd name="T55" fmla="*/ 11 h 36"/>
                <a:gd name="T56" fmla="*/ 14 w 35"/>
                <a:gd name="T57" fmla="*/ 16 h 36"/>
                <a:gd name="T58" fmla="*/ 29 w 35"/>
                <a:gd name="T59" fmla="*/ 25 h 36"/>
                <a:gd name="T60" fmla="*/ 21 w 35"/>
                <a:gd name="T61" fmla="*/ 20 h 36"/>
                <a:gd name="T62" fmla="*/ 25 w 35"/>
                <a:gd name="T63" fmla="*/ 18 h 36"/>
                <a:gd name="T64" fmla="*/ 28 w 35"/>
                <a:gd name="T65" fmla="*/ 20 h 36"/>
                <a:gd name="T66" fmla="*/ 29 w 35"/>
                <a:gd name="T67" fmla="*/ 2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36">
                  <a:moveTo>
                    <a:pt x="32" y="15"/>
                  </a:moveTo>
                  <a:cubicBezTo>
                    <a:pt x="31" y="14"/>
                    <a:pt x="30" y="13"/>
                    <a:pt x="28" y="12"/>
                  </a:cubicBezTo>
                  <a:cubicBezTo>
                    <a:pt x="27" y="12"/>
                    <a:pt x="26" y="12"/>
                    <a:pt x="24" y="12"/>
                  </a:cubicBezTo>
                  <a:cubicBezTo>
                    <a:pt x="23" y="12"/>
                    <a:pt x="22" y="12"/>
                    <a:pt x="20" y="13"/>
                  </a:cubicBezTo>
                  <a:cubicBezTo>
                    <a:pt x="19" y="13"/>
                    <a:pt x="18" y="14"/>
                    <a:pt x="16" y="15"/>
                  </a:cubicBezTo>
                  <a:cubicBezTo>
                    <a:pt x="14" y="12"/>
                    <a:pt x="12" y="10"/>
                    <a:pt x="10" y="7"/>
                  </a:cubicBezTo>
                  <a:cubicBezTo>
                    <a:pt x="11" y="7"/>
                    <a:pt x="12" y="6"/>
                    <a:pt x="13" y="6"/>
                  </a:cubicBezTo>
                  <a:cubicBezTo>
                    <a:pt x="14" y="6"/>
                    <a:pt x="14" y="6"/>
                    <a:pt x="15" y="6"/>
                  </a:cubicBezTo>
                  <a:cubicBezTo>
                    <a:pt x="16" y="7"/>
                    <a:pt x="17" y="7"/>
                    <a:pt x="18" y="7"/>
                  </a:cubicBezTo>
                  <a:cubicBezTo>
                    <a:pt x="18" y="7"/>
                    <a:pt x="19" y="7"/>
                    <a:pt x="19" y="6"/>
                  </a:cubicBezTo>
                  <a:cubicBezTo>
                    <a:pt x="20" y="6"/>
                    <a:pt x="20" y="5"/>
                    <a:pt x="20" y="5"/>
                  </a:cubicBezTo>
                  <a:cubicBezTo>
                    <a:pt x="20" y="4"/>
                    <a:pt x="20" y="3"/>
                    <a:pt x="20" y="2"/>
                  </a:cubicBezTo>
                  <a:cubicBezTo>
                    <a:pt x="19" y="1"/>
                    <a:pt x="18" y="1"/>
                    <a:pt x="16" y="0"/>
                  </a:cubicBezTo>
                  <a:cubicBezTo>
                    <a:pt x="15" y="0"/>
                    <a:pt x="14" y="0"/>
                    <a:pt x="13" y="1"/>
                  </a:cubicBezTo>
                  <a:cubicBezTo>
                    <a:pt x="11" y="1"/>
                    <a:pt x="10" y="1"/>
                    <a:pt x="9" y="2"/>
                  </a:cubicBezTo>
                  <a:cubicBezTo>
                    <a:pt x="8" y="3"/>
                    <a:pt x="7" y="3"/>
                    <a:pt x="6" y="4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4"/>
                    <a:pt x="3" y="4"/>
                    <a:pt x="3" y="5"/>
                  </a:cubicBezTo>
                  <a:cubicBezTo>
                    <a:pt x="3" y="5"/>
                    <a:pt x="3" y="5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2" y="9"/>
                    <a:pt x="2" y="10"/>
                  </a:cubicBezTo>
                  <a:cubicBezTo>
                    <a:pt x="1" y="12"/>
                    <a:pt x="1" y="13"/>
                    <a:pt x="1" y="15"/>
                  </a:cubicBezTo>
                  <a:cubicBezTo>
                    <a:pt x="0" y="16"/>
                    <a:pt x="1" y="17"/>
                    <a:pt x="1" y="18"/>
                  </a:cubicBezTo>
                  <a:cubicBezTo>
                    <a:pt x="1" y="20"/>
                    <a:pt x="2" y="21"/>
                    <a:pt x="3" y="22"/>
                  </a:cubicBezTo>
                  <a:cubicBezTo>
                    <a:pt x="5" y="23"/>
                    <a:pt x="8" y="24"/>
                    <a:pt x="10" y="24"/>
                  </a:cubicBezTo>
                  <a:cubicBezTo>
                    <a:pt x="13" y="23"/>
                    <a:pt x="15" y="23"/>
                    <a:pt x="18" y="21"/>
                  </a:cubicBezTo>
                  <a:cubicBezTo>
                    <a:pt x="21" y="24"/>
                    <a:pt x="23" y="27"/>
                    <a:pt x="25" y="29"/>
                  </a:cubicBezTo>
                  <a:cubicBezTo>
                    <a:pt x="24" y="30"/>
                    <a:pt x="24" y="30"/>
                    <a:pt x="23" y="31"/>
                  </a:cubicBezTo>
                  <a:cubicBezTo>
                    <a:pt x="22" y="31"/>
                    <a:pt x="21" y="31"/>
                    <a:pt x="21" y="31"/>
                  </a:cubicBezTo>
                  <a:cubicBezTo>
                    <a:pt x="20" y="30"/>
                    <a:pt x="20" y="30"/>
                    <a:pt x="19" y="30"/>
                  </a:cubicBezTo>
                  <a:cubicBezTo>
                    <a:pt x="18" y="29"/>
                    <a:pt x="18" y="29"/>
                    <a:pt x="17" y="29"/>
                  </a:cubicBezTo>
                  <a:cubicBezTo>
                    <a:pt x="17" y="28"/>
                    <a:pt x="16" y="28"/>
                    <a:pt x="16" y="28"/>
                  </a:cubicBezTo>
                  <a:cubicBezTo>
                    <a:pt x="15" y="28"/>
                    <a:pt x="15" y="29"/>
                    <a:pt x="14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32"/>
                    <a:pt x="13" y="33"/>
                    <a:pt x="14" y="33"/>
                  </a:cubicBezTo>
                  <a:cubicBezTo>
                    <a:pt x="15" y="34"/>
                    <a:pt x="16" y="35"/>
                    <a:pt x="17" y="35"/>
                  </a:cubicBezTo>
                  <a:cubicBezTo>
                    <a:pt x="18" y="36"/>
                    <a:pt x="19" y="36"/>
                    <a:pt x="20" y="36"/>
                  </a:cubicBezTo>
                  <a:cubicBezTo>
                    <a:pt x="22" y="36"/>
                    <a:pt x="23" y="36"/>
                    <a:pt x="25" y="36"/>
                  </a:cubicBezTo>
                  <a:cubicBezTo>
                    <a:pt x="26" y="35"/>
                    <a:pt x="27" y="34"/>
                    <a:pt x="29" y="33"/>
                  </a:cubicBezTo>
                  <a:cubicBezTo>
                    <a:pt x="30" y="33"/>
                    <a:pt x="30" y="34"/>
                    <a:pt x="31" y="35"/>
                  </a:cubicBezTo>
                  <a:cubicBezTo>
                    <a:pt x="31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4"/>
                  </a:cubicBezTo>
                  <a:cubicBezTo>
                    <a:pt x="33" y="34"/>
                    <a:pt x="34" y="34"/>
                    <a:pt x="34" y="33"/>
                  </a:cubicBezTo>
                  <a:cubicBezTo>
                    <a:pt x="34" y="33"/>
                    <a:pt x="33" y="32"/>
                    <a:pt x="33" y="32"/>
                  </a:cubicBezTo>
                  <a:cubicBezTo>
                    <a:pt x="32" y="32"/>
                    <a:pt x="32" y="31"/>
                    <a:pt x="31" y="30"/>
                  </a:cubicBezTo>
                  <a:cubicBezTo>
                    <a:pt x="32" y="29"/>
                    <a:pt x="33" y="27"/>
                    <a:pt x="34" y="26"/>
                  </a:cubicBezTo>
                  <a:cubicBezTo>
                    <a:pt x="35" y="24"/>
                    <a:pt x="35" y="23"/>
                    <a:pt x="35" y="21"/>
                  </a:cubicBezTo>
                  <a:cubicBezTo>
                    <a:pt x="35" y="20"/>
                    <a:pt x="35" y="19"/>
                    <a:pt x="35" y="18"/>
                  </a:cubicBezTo>
                  <a:cubicBezTo>
                    <a:pt x="34" y="17"/>
                    <a:pt x="33" y="16"/>
                    <a:pt x="32" y="15"/>
                  </a:cubicBezTo>
                  <a:close/>
                  <a:moveTo>
                    <a:pt x="10" y="17"/>
                  </a:moveTo>
                  <a:cubicBezTo>
                    <a:pt x="9" y="17"/>
                    <a:pt x="8" y="17"/>
                    <a:pt x="7" y="16"/>
                  </a:cubicBezTo>
                  <a:cubicBezTo>
                    <a:pt x="7" y="16"/>
                    <a:pt x="6" y="15"/>
                    <a:pt x="6" y="15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3"/>
                    <a:pt x="6" y="12"/>
                    <a:pt x="7" y="11"/>
                  </a:cubicBezTo>
                  <a:cubicBezTo>
                    <a:pt x="7" y="11"/>
                    <a:pt x="7" y="10"/>
                    <a:pt x="8" y="9"/>
                  </a:cubicBezTo>
                  <a:cubicBezTo>
                    <a:pt x="10" y="11"/>
                    <a:pt x="12" y="14"/>
                    <a:pt x="14" y="16"/>
                  </a:cubicBezTo>
                  <a:cubicBezTo>
                    <a:pt x="12" y="17"/>
                    <a:pt x="11" y="17"/>
                    <a:pt x="10" y="17"/>
                  </a:cubicBezTo>
                  <a:close/>
                  <a:moveTo>
                    <a:pt x="29" y="25"/>
                  </a:moveTo>
                  <a:cubicBezTo>
                    <a:pt x="28" y="26"/>
                    <a:pt x="28" y="27"/>
                    <a:pt x="27" y="27"/>
                  </a:cubicBezTo>
                  <a:cubicBezTo>
                    <a:pt x="25" y="25"/>
                    <a:pt x="23" y="22"/>
                    <a:pt x="21" y="20"/>
                  </a:cubicBezTo>
                  <a:cubicBezTo>
                    <a:pt x="21" y="20"/>
                    <a:pt x="22" y="19"/>
                    <a:pt x="23" y="19"/>
                  </a:cubicBezTo>
                  <a:cubicBezTo>
                    <a:pt x="23" y="19"/>
                    <a:pt x="24" y="19"/>
                    <a:pt x="25" y="18"/>
                  </a:cubicBezTo>
                  <a:cubicBezTo>
                    <a:pt x="25" y="18"/>
                    <a:pt x="26" y="18"/>
                    <a:pt x="27" y="19"/>
                  </a:cubicBezTo>
                  <a:cubicBezTo>
                    <a:pt x="27" y="19"/>
                    <a:pt x="28" y="19"/>
                    <a:pt x="28" y="20"/>
                  </a:cubicBezTo>
                  <a:cubicBezTo>
                    <a:pt x="29" y="20"/>
                    <a:pt x="29" y="21"/>
                    <a:pt x="29" y="21"/>
                  </a:cubicBezTo>
                  <a:cubicBezTo>
                    <a:pt x="30" y="22"/>
                    <a:pt x="30" y="23"/>
                    <a:pt x="29" y="23"/>
                  </a:cubicBezTo>
                  <a:cubicBezTo>
                    <a:pt x="29" y="24"/>
                    <a:pt x="29" y="25"/>
                    <a:pt x="29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6956425" y="1135063"/>
              <a:ext cx="73025" cy="79375"/>
            </a:xfrm>
            <a:custGeom>
              <a:avLst/>
              <a:gdLst>
                <a:gd name="T0" fmla="*/ 16 w 19"/>
                <a:gd name="T1" fmla="*/ 1 h 21"/>
                <a:gd name="T2" fmla="*/ 16 w 19"/>
                <a:gd name="T3" fmla="*/ 1 h 21"/>
                <a:gd name="T4" fmla="*/ 9 w 19"/>
                <a:gd name="T5" fmla="*/ 7 h 21"/>
                <a:gd name="T6" fmla="*/ 3 w 19"/>
                <a:gd name="T7" fmla="*/ 14 h 21"/>
                <a:gd name="T8" fmla="*/ 0 w 19"/>
                <a:gd name="T9" fmla="*/ 17 h 21"/>
                <a:gd name="T10" fmla="*/ 0 w 19"/>
                <a:gd name="T11" fmla="*/ 17 h 21"/>
                <a:gd name="T12" fmla="*/ 0 w 19"/>
                <a:gd name="T13" fmla="*/ 20 h 21"/>
                <a:gd name="T14" fmla="*/ 3 w 19"/>
                <a:gd name="T15" fmla="*/ 20 h 21"/>
                <a:gd name="T16" fmla="*/ 3 w 19"/>
                <a:gd name="T17" fmla="*/ 20 h 21"/>
                <a:gd name="T18" fmla="*/ 6 w 19"/>
                <a:gd name="T19" fmla="*/ 16 h 21"/>
                <a:gd name="T20" fmla="*/ 11 w 19"/>
                <a:gd name="T21" fmla="*/ 10 h 21"/>
                <a:gd name="T22" fmla="*/ 18 w 19"/>
                <a:gd name="T23" fmla="*/ 4 h 21"/>
                <a:gd name="T24" fmla="*/ 18 w 19"/>
                <a:gd name="T25" fmla="*/ 4 h 21"/>
                <a:gd name="T26" fmla="*/ 19 w 19"/>
                <a:gd name="T27" fmla="*/ 4 h 21"/>
                <a:gd name="T28" fmla="*/ 19 w 19"/>
                <a:gd name="T29" fmla="*/ 1 h 21"/>
                <a:gd name="T30" fmla="*/ 16 w 19"/>
                <a:gd name="T31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21">
                  <a:moveTo>
                    <a:pt x="16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3" y="3"/>
                    <a:pt x="11" y="5"/>
                    <a:pt x="9" y="7"/>
                  </a:cubicBezTo>
                  <a:cubicBezTo>
                    <a:pt x="6" y="9"/>
                    <a:pt x="5" y="11"/>
                    <a:pt x="3" y="14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1" y="21"/>
                    <a:pt x="2" y="21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8" y="14"/>
                    <a:pt x="9" y="12"/>
                    <a:pt x="11" y="10"/>
                  </a:cubicBezTo>
                  <a:cubicBezTo>
                    <a:pt x="14" y="8"/>
                    <a:pt x="16" y="6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9" y="4"/>
                  </a:cubicBezTo>
                  <a:cubicBezTo>
                    <a:pt x="19" y="3"/>
                    <a:pt x="19" y="2"/>
                    <a:pt x="19" y="1"/>
                  </a:cubicBezTo>
                  <a:cubicBezTo>
                    <a:pt x="18" y="0"/>
                    <a:pt x="17" y="0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7043738" y="873125"/>
              <a:ext cx="77788" cy="80963"/>
            </a:xfrm>
            <a:custGeom>
              <a:avLst/>
              <a:gdLst>
                <a:gd name="T0" fmla="*/ 8 w 20"/>
                <a:gd name="T1" fmla="*/ 11 h 21"/>
                <a:gd name="T2" fmla="*/ 1 w 20"/>
                <a:gd name="T3" fmla="*/ 17 h 21"/>
                <a:gd name="T4" fmla="*/ 0 w 20"/>
                <a:gd name="T5" fmla="*/ 17 h 21"/>
                <a:gd name="T6" fmla="*/ 0 w 20"/>
                <a:gd name="T7" fmla="*/ 20 h 21"/>
                <a:gd name="T8" fmla="*/ 3 w 20"/>
                <a:gd name="T9" fmla="*/ 20 h 21"/>
                <a:gd name="T10" fmla="*/ 3 w 20"/>
                <a:gd name="T11" fmla="*/ 20 h 21"/>
                <a:gd name="T12" fmla="*/ 10 w 20"/>
                <a:gd name="T13" fmla="*/ 14 h 21"/>
                <a:gd name="T14" fmla="*/ 16 w 20"/>
                <a:gd name="T15" fmla="*/ 7 h 21"/>
                <a:gd name="T16" fmla="*/ 19 w 20"/>
                <a:gd name="T17" fmla="*/ 3 h 21"/>
                <a:gd name="T18" fmla="*/ 19 w 20"/>
                <a:gd name="T19" fmla="*/ 3 h 21"/>
                <a:gd name="T20" fmla="*/ 19 w 20"/>
                <a:gd name="T21" fmla="*/ 0 h 21"/>
                <a:gd name="T22" fmla="*/ 16 w 20"/>
                <a:gd name="T23" fmla="*/ 0 h 21"/>
                <a:gd name="T24" fmla="*/ 16 w 20"/>
                <a:gd name="T25" fmla="*/ 1 h 21"/>
                <a:gd name="T26" fmla="*/ 13 w 20"/>
                <a:gd name="T27" fmla="*/ 5 h 21"/>
                <a:gd name="T28" fmla="*/ 8 w 20"/>
                <a:gd name="T29" fmla="*/ 1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21">
                  <a:moveTo>
                    <a:pt x="8" y="11"/>
                  </a:moveTo>
                  <a:cubicBezTo>
                    <a:pt x="5" y="13"/>
                    <a:pt x="3" y="15"/>
                    <a:pt x="1" y="17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1" y="21"/>
                    <a:pt x="2" y="21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6" y="18"/>
                    <a:pt x="8" y="16"/>
                    <a:pt x="10" y="14"/>
                  </a:cubicBezTo>
                  <a:cubicBezTo>
                    <a:pt x="13" y="12"/>
                    <a:pt x="14" y="9"/>
                    <a:pt x="16" y="7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0" y="2"/>
                    <a:pt x="20" y="1"/>
                    <a:pt x="19" y="0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7"/>
                    <a:pt x="10" y="9"/>
                    <a:pt x="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6798469" y="2901554"/>
            <a:ext cx="795731" cy="23852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100" b="1" dirty="0" smtClean="0">
                <a:solidFill>
                  <a:srgbClr val="E9344C"/>
                </a:solidFill>
                <a:latin typeface="Raleway" pitchFamily="34" charset="0"/>
              </a:rPr>
              <a:t>小标题 </a:t>
            </a:r>
            <a:r>
              <a:rPr lang="id-ID" sz="1100" b="1" dirty="0" smtClean="0">
                <a:solidFill>
                  <a:srgbClr val="E9344C"/>
                </a:solidFill>
                <a:latin typeface="Raleway" pitchFamily="34" charset="0"/>
              </a:rPr>
              <a:t> </a:t>
            </a:r>
            <a:r>
              <a:rPr lang="id-ID" sz="1100" b="1" dirty="0">
                <a:solidFill>
                  <a:srgbClr val="E9344C"/>
                </a:solidFill>
                <a:latin typeface="Raleway" pitchFamily="34" charset="0"/>
              </a:rPr>
              <a:t>05</a:t>
            </a:r>
            <a:endParaRPr lang="id-ID" sz="1100" b="1" dirty="0">
              <a:solidFill>
                <a:srgbClr val="E9344C"/>
              </a:solidFill>
              <a:latin typeface="Raleway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798469" y="3063478"/>
            <a:ext cx="1688306" cy="322659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4530"/>
            <a:r>
              <a:rPr lang="zh-CN" altLang="en-US" sz="8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800" b="1" dirty="0">
              <a:solidFill>
                <a:schemeClr val="bg1">
                  <a:lumMod val="50000"/>
                </a:schemeClr>
              </a:solidFill>
              <a:latin typeface="Signika Negativ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14:prism isInverted="1" isContent="1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5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0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500"/>
                            </p:stCondLst>
                            <p:childTnLst>
                              <p:par>
                                <p:cTn id="1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000"/>
                            </p:stCondLst>
                            <p:childTnLst>
                              <p:par>
                                <p:cTn id="1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500"/>
                            </p:stCondLst>
                            <p:childTnLst>
                              <p:par>
                                <p:cTn id="1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4000"/>
                            </p:stCondLst>
                            <p:childTnLst>
                              <p:par>
                                <p:cTn id="1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4500"/>
                            </p:stCondLst>
                            <p:childTnLst>
                              <p:par>
                                <p:cTn id="2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60" grpId="0"/>
      <p:bldP spid="61" grpId="0"/>
      <p:bldP spid="66" grpId="0"/>
      <p:bldP spid="67" grpId="0"/>
      <p:bldP spid="69" grpId="0"/>
      <p:bldP spid="70" grpId="0"/>
      <p:bldP spid="78" grpId="0"/>
      <p:bldP spid="79" grpId="0"/>
      <p:bldP spid="85" grpId="0"/>
      <p:bldP spid="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60"/>
            <a:ext cx="9175273" cy="5143500"/>
          </a:xfrm>
          <a:prstGeom prst="rect">
            <a:avLst/>
          </a:prstGeom>
        </p:spPr>
      </p:pic>
      <p:sp>
        <p:nvSpPr>
          <p:cNvPr id="5" name="TextBox 10"/>
          <p:cNvSpPr txBox="1"/>
          <p:nvPr/>
        </p:nvSpPr>
        <p:spPr>
          <a:xfrm>
            <a:off x="1187624" y="3183868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关键技术与实践难点</a:t>
            </a:r>
            <a:endParaRPr lang="ko-KR" altLang="en-US" sz="2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2923" y="1865573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关键技术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72923" y="2348568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实践难点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72923" y="2831563"/>
            <a:ext cx="141577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案例对比分析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832228" y="2466330"/>
            <a:ext cx="923724" cy="81709"/>
            <a:chOff x="3832228" y="2466330"/>
            <a:chExt cx="923724" cy="81709"/>
          </a:xfrm>
        </p:grpSpPr>
        <p:cxnSp>
          <p:nvCxnSpPr>
            <p:cNvPr id="9" name="Straight Connector 109"/>
            <p:cNvCxnSpPr/>
            <p:nvPr/>
          </p:nvCxnSpPr>
          <p:spPr>
            <a:xfrm>
              <a:off x="3832228" y="2507185"/>
              <a:ext cx="854436" cy="647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45"/>
            <p:cNvSpPr/>
            <p:nvPr/>
          </p:nvSpPr>
          <p:spPr bwMode="auto">
            <a:xfrm>
              <a:off x="4674243" y="2466330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832228" y="2510422"/>
            <a:ext cx="923724" cy="525949"/>
            <a:chOff x="3832228" y="2510422"/>
            <a:chExt cx="923724" cy="525949"/>
          </a:xfrm>
        </p:grpSpPr>
        <p:cxnSp>
          <p:nvCxnSpPr>
            <p:cNvPr id="7" name="Straight Connector 107"/>
            <p:cNvCxnSpPr/>
            <p:nvPr/>
          </p:nvCxnSpPr>
          <p:spPr>
            <a:xfrm>
              <a:off x="3832228" y="2510422"/>
              <a:ext cx="858888" cy="488921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45"/>
            <p:cNvSpPr/>
            <p:nvPr/>
          </p:nvSpPr>
          <p:spPr bwMode="auto">
            <a:xfrm>
              <a:off x="4674243" y="2954662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731240" y="1993995"/>
            <a:ext cx="1024712" cy="582247"/>
            <a:chOff x="3731240" y="1993995"/>
            <a:chExt cx="1024712" cy="582247"/>
          </a:xfrm>
        </p:grpSpPr>
        <p:cxnSp>
          <p:nvCxnSpPr>
            <p:cNvPr id="8" name="Straight Connector 108"/>
            <p:cNvCxnSpPr/>
            <p:nvPr/>
          </p:nvCxnSpPr>
          <p:spPr>
            <a:xfrm flipV="1">
              <a:off x="3832228" y="2034850"/>
              <a:ext cx="854436" cy="468053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45"/>
            <p:cNvSpPr/>
            <p:nvPr/>
          </p:nvSpPr>
          <p:spPr bwMode="auto">
            <a:xfrm>
              <a:off x="4674243" y="1993995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Oval 45"/>
            <p:cNvSpPr/>
            <p:nvPr/>
          </p:nvSpPr>
          <p:spPr bwMode="auto">
            <a:xfrm>
              <a:off x="3731240" y="2459288"/>
              <a:ext cx="116954" cy="116954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995963" y="1828100"/>
            <a:ext cx="1224136" cy="1220781"/>
            <a:chOff x="1995963" y="1828100"/>
            <a:chExt cx="1224136" cy="1220781"/>
          </a:xfrm>
        </p:grpSpPr>
        <p:sp>
          <p:nvSpPr>
            <p:cNvPr id="6" name="Oval 67"/>
            <p:cNvSpPr/>
            <p:nvPr/>
          </p:nvSpPr>
          <p:spPr bwMode="auto">
            <a:xfrm>
              <a:off x="1995963" y="1828100"/>
              <a:ext cx="1224136" cy="1220781"/>
            </a:xfrm>
            <a:prstGeom prst="ellipse">
              <a:avLst/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8" name="Group 30"/>
            <p:cNvGrpSpPr/>
            <p:nvPr/>
          </p:nvGrpSpPr>
          <p:grpSpPr>
            <a:xfrm>
              <a:off x="2303954" y="2154484"/>
              <a:ext cx="647659" cy="568012"/>
              <a:chOff x="3175" y="-1587"/>
              <a:chExt cx="490538" cy="430212"/>
            </a:xfrm>
            <a:solidFill>
              <a:schemeClr val="bg1"/>
            </a:solidFill>
          </p:grpSpPr>
          <p:sp>
            <p:nvSpPr>
              <p:cNvPr id="19" name="Freeform 175"/>
              <p:cNvSpPr>
                <a:spLocks noEditPoints="1"/>
              </p:cNvSpPr>
              <p:nvPr/>
            </p:nvSpPr>
            <p:spPr bwMode="auto">
              <a:xfrm>
                <a:off x="3175" y="-1587"/>
                <a:ext cx="490538" cy="430212"/>
              </a:xfrm>
              <a:custGeom>
                <a:avLst/>
                <a:gdLst>
                  <a:gd name="T0" fmla="*/ 128 w 128"/>
                  <a:gd name="T1" fmla="*/ 66 h 112"/>
                  <a:gd name="T2" fmla="*/ 112 w 128"/>
                  <a:gd name="T3" fmla="*/ 6 h 112"/>
                  <a:gd name="T4" fmla="*/ 104 w 128"/>
                  <a:gd name="T5" fmla="*/ 0 h 112"/>
                  <a:gd name="T6" fmla="*/ 64 w 128"/>
                  <a:gd name="T7" fmla="*/ 0 h 112"/>
                  <a:gd name="T8" fmla="*/ 24 w 128"/>
                  <a:gd name="T9" fmla="*/ 0 h 112"/>
                  <a:gd name="T10" fmla="*/ 16 w 128"/>
                  <a:gd name="T11" fmla="*/ 6 h 112"/>
                  <a:gd name="T12" fmla="*/ 0 w 128"/>
                  <a:gd name="T13" fmla="*/ 66 h 112"/>
                  <a:gd name="T14" fmla="*/ 0 w 128"/>
                  <a:gd name="T15" fmla="*/ 68 h 112"/>
                  <a:gd name="T16" fmla="*/ 0 w 128"/>
                  <a:gd name="T17" fmla="*/ 96 h 112"/>
                  <a:gd name="T18" fmla="*/ 16 w 128"/>
                  <a:gd name="T19" fmla="*/ 112 h 112"/>
                  <a:gd name="T20" fmla="*/ 112 w 128"/>
                  <a:gd name="T21" fmla="*/ 112 h 112"/>
                  <a:gd name="T22" fmla="*/ 128 w 128"/>
                  <a:gd name="T23" fmla="*/ 96 h 112"/>
                  <a:gd name="T24" fmla="*/ 128 w 128"/>
                  <a:gd name="T25" fmla="*/ 68 h 112"/>
                  <a:gd name="T26" fmla="*/ 128 w 128"/>
                  <a:gd name="T27" fmla="*/ 66 h 112"/>
                  <a:gd name="T28" fmla="*/ 120 w 128"/>
                  <a:gd name="T29" fmla="*/ 96 h 112"/>
                  <a:gd name="T30" fmla="*/ 112 w 128"/>
                  <a:gd name="T31" fmla="*/ 104 h 112"/>
                  <a:gd name="T32" fmla="*/ 16 w 128"/>
                  <a:gd name="T33" fmla="*/ 104 h 112"/>
                  <a:gd name="T34" fmla="*/ 8 w 128"/>
                  <a:gd name="T35" fmla="*/ 96 h 112"/>
                  <a:gd name="T36" fmla="*/ 8 w 128"/>
                  <a:gd name="T37" fmla="*/ 68 h 112"/>
                  <a:gd name="T38" fmla="*/ 24 w 128"/>
                  <a:gd name="T39" fmla="*/ 8 h 112"/>
                  <a:gd name="T40" fmla="*/ 104 w 128"/>
                  <a:gd name="T41" fmla="*/ 8 h 112"/>
                  <a:gd name="T42" fmla="*/ 120 w 128"/>
                  <a:gd name="T43" fmla="*/ 68 h 112"/>
                  <a:gd name="T44" fmla="*/ 120 w 128"/>
                  <a:gd name="T45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8" h="112">
                    <a:moveTo>
                      <a:pt x="128" y="66"/>
                    </a:moveTo>
                    <a:cubicBezTo>
                      <a:pt x="112" y="6"/>
                      <a:pt x="112" y="6"/>
                      <a:pt x="112" y="6"/>
                    </a:cubicBezTo>
                    <a:cubicBezTo>
                      <a:pt x="111" y="2"/>
                      <a:pt x="108" y="0"/>
                      <a:pt x="104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0" y="0"/>
                      <a:pt x="17" y="2"/>
                      <a:pt x="16" y="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67"/>
                      <a:pt x="0" y="67"/>
                      <a:pt x="0" y="68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05"/>
                      <a:pt x="7" y="112"/>
                      <a:pt x="16" y="112"/>
                    </a:cubicBezTo>
                    <a:cubicBezTo>
                      <a:pt x="112" y="112"/>
                      <a:pt x="112" y="112"/>
                      <a:pt x="112" y="112"/>
                    </a:cubicBezTo>
                    <a:cubicBezTo>
                      <a:pt x="121" y="112"/>
                      <a:pt x="128" y="105"/>
                      <a:pt x="128" y="96"/>
                    </a:cubicBezTo>
                    <a:cubicBezTo>
                      <a:pt x="128" y="68"/>
                      <a:pt x="128" y="68"/>
                      <a:pt x="128" y="68"/>
                    </a:cubicBezTo>
                    <a:cubicBezTo>
                      <a:pt x="128" y="67"/>
                      <a:pt x="128" y="67"/>
                      <a:pt x="128" y="66"/>
                    </a:cubicBezTo>
                    <a:close/>
                    <a:moveTo>
                      <a:pt x="120" y="96"/>
                    </a:moveTo>
                    <a:cubicBezTo>
                      <a:pt x="120" y="100"/>
                      <a:pt x="116" y="104"/>
                      <a:pt x="112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2" y="104"/>
                      <a:pt x="8" y="100"/>
                      <a:pt x="8" y="96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20" y="68"/>
                      <a:pt x="120" y="68"/>
                      <a:pt x="120" y="68"/>
                    </a:cubicBezTo>
                    <a:lnTo>
                      <a:pt x="120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</a:endParaRPr>
              </a:p>
            </p:txBody>
          </p:sp>
          <p:sp>
            <p:nvSpPr>
              <p:cNvPr id="20" name="Freeform 176"/>
              <p:cNvSpPr>
                <a:spLocks noEditPoints="1"/>
              </p:cNvSpPr>
              <p:nvPr/>
            </p:nvSpPr>
            <p:spPr bwMode="auto">
              <a:xfrm>
                <a:off x="60325" y="58738"/>
                <a:ext cx="374650" cy="277812"/>
              </a:xfrm>
              <a:custGeom>
                <a:avLst/>
                <a:gdLst>
                  <a:gd name="T0" fmla="*/ 80 w 98"/>
                  <a:gd name="T1" fmla="*/ 0 h 72"/>
                  <a:gd name="T2" fmla="*/ 18 w 98"/>
                  <a:gd name="T3" fmla="*/ 0 h 72"/>
                  <a:gd name="T4" fmla="*/ 14 w 98"/>
                  <a:gd name="T5" fmla="*/ 3 h 72"/>
                  <a:gd name="T6" fmla="*/ 0 w 98"/>
                  <a:gd name="T7" fmla="*/ 51 h 72"/>
                  <a:gd name="T8" fmla="*/ 1 w 98"/>
                  <a:gd name="T9" fmla="*/ 54 h 72"/>
                  <a:gd name="T10" fmla="*/ 4 w 98"/>
                  <a:gd name="T11" fmla="*/ 56 h 72"/>
                  <a:gd name="T12" fmla="*/ 16 w 98"/>
                  <a:gd name="T13" fmla="*/ 56 h 72"/>
                  <a:gd name="T14" fmla="*/ 20 w 98"/>
                  <a:gd name="T15" fmla="*/ 56 h 72"/>
                  <a:gd name="T16" fmla="*/ 23 w 98"/>
                  <a:gd name="T17" fmla="*/ 56 h 72"/>
                  <a:gd name="T18" fmla="*/ 28 w 98"/>
                  <a:gd name="T19" fmla="*/ 68 h 72"/>
                  <a:gd name="T20" fmla="*/ 35 w 98"/>
                  <a:gd name="T21" fmla="*/ 72 h 72"/>
                  <a:gd name="T22" fmla="*/ 63 w 98"/>
                  <a:gd name="T23" fmla="*/ 72 h 72"/>
                  <a:gd name="T24" fmla="*/ 70 w 98"/>
                  <a:gd name="T25" fmla="*/ 68 h 72"/>
                  <a:gd name="T26" fmla="*/ 75 w 98"/>
                  <a:gd name="T27" fmla="*/ 56 h 72"/>
                  <a:gd name="T28" fmla="*/ 78 w 98"/>
                  <a:gd name="T29" fmla="*/ 56 h 72"/>
                  <a:gd name="T30" fmla="*/ 82 w 98"/>
                  <a:gd name="T31" fmla="*/ 56 h 72"/>
                  <a:gd name="T32" fmla="*/ 94 w 98"/>
                  <a:gd name="T33" fmla="*/ 56 h 72"/>
                  <a:gd name="T34" fmla="*/ 97 w 98"/>
                  <a:gd name="T35" fmla="*/ 54 h 72"/>
                  <a:gd name="T36" fmla="*/ 98 w 98"/>
                  <a:gd name="T37" fmla="*/ 51 h 72"/>
                  <a:gd name="T38" fmla="*/ 84 w 98"/>
                  <a:gd name="T39" fmla="*/ 3 h 72"/>
                  <a:gd name="T40" fmla="*/ 80 w 98"/>
                  <a:gd name="T41" fmla="*/ 0 h 72"/>
                  <a:gd name="T42" fmla="*/ 82 w 98"/>
                  <a:gd name="T43" fmla="*/ 48 h 72"/>
                  <a:gd name="T44" fmla="*/ 75 w 98"/>
                  <a:gd name="T45" fmla="*/ 48 h 72"/>
                  <a:gd name="T46" fmla="*/ 68 w 98"/>
                  <a:gd name="T47" fmla="*/ 52 h 72"/>
                  <a:gd name="T48" fmla="*/ 63 w 98"/>
                  <a:gd name="T49" fmla="*/ 64 h 72"/>
                  <a:gd name="T50" fmla="*/ 35 w 98"/>
                  <a:gd name="T51" fmla="*/ 64 h 72"/>
                  <a:gd name="T52" fmla="*/ 30 w 98"/>
                  <a:gd name="T53" fmla="*/ 52 h 72"/>
                  <a:gd name="T54" fmla="*/ 23 w 98"/>
                  <a:gd name="T55" fmla="*/ 48 h 72"/>
                  <a:gd name="T56" fmla="*/ 16 w 98"/>
                  <a:gd name="T57" fmla="*/ 48 h 72"/>
                  <a:gd name="T58" fmla="*/ 6 w 98"/>
                  <a:gd name="T59" fmla="*/ 48 h 72"/>
                  <a:gd name="T60" fmla="*/ 18 w 98"/>
                  <a:gd name="T61" fmla="*/ 4 h 72"/>
                  <a:gd name="T62" fmla="*/ 80 w 98"/>
                  <a:gd name="T63" fmla="*/ 4 h 72"/>
                  <a:gd name="T64" fmla="*/ 92 w 98"/>
                  <a:gd name="T65" fmla="*/ 48 h 72"/>
                  <a:gd name="T66" fmla="*/ 82 w 98"/>
                  <a:gd name="T67" fmla="*/ 48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8" h="72">
                    <a:moveTo>
                      <a:pt x="80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6" y="0"/>
                      <a:pt x="15" y="1"/>
                      <a:pt x="14" y="3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0" y="53"/>
                      <a:pt x="1" y="54"/>
                    </a:cubicBezTo>
                    <a:cubicBezTo>
                      <a:pt x="2" y="55"/>
                      <a:pt x="3" y="56"/>
                      <a:pt x="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70"/>
                      <a:pt x="32" y="72"/>
                      <a:pt x="35" y="72"/>
                    </a:cubicBezTo>
                    <a:cubicBezTo>
                      <a:pt x="63" y="72"/>
                      <a:pt x="63" y="72"/>
                      <a:pt x="63" y="72"/>
                    </a:cubicBezTo>
                    <a:cubicBezTo>
                      <a:pt x="66" y="72"/>
                      <a:pt x="68" y="70"/>
                      <a:pt x="70" y="68"/>
                    </a:cubicBezTo>
                    <a:cubicBezTo>
                      <a:pt x="75" y="56"/>
                      <a:pt x="75" y="56"/>
                      <a:pt x="75" y="5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94" y="56"/>
                      <a:pt x="94" y="56"/>
                      <a:pt x="94" y="56"/>
                    </a:cubicBezTo>
                    <a:cubicBezTo>
                      <a:pt x="95" y="56"/>
                      <a:pt x="96" y="55"/>
                      <a:pt x="97" y="54"/>
                    </a:cubicBezTo>
                    <a:cubicBezTo>
                      <a:pt x="98" y="53"/>
                      <a:pt x="98" y="52"/>
                      <a:pt x="98" y="51"/>
                    </a:cubicBezTo>
                    <a:cubicBezTo>
                      <a:pt x="84" y="3"/>
                      <a:pt x="84" y="3"/>
                      <a:pt x="84" y="3"/>
                    </a:cubicBezTo>
                    <a:cubicBezTo>
                      <a:pt x="83" y="1"/>
                      <a:pt x="82" y="0"/>
                      <a:pt x="80" y="0"/>
                    </a:cubicBezTo>
                    <a:close/>
                    <a:moveTo>
                      <a:pt x="82" y="48"/>
                    </a:moveTo>
                    <a:cubicBezTo>
                      <a:pt x="75" y="48"/>
                      <a:pt x="75" y="48"/>
                      <a:pt x="75" y="48"/>
                    </a:cubicBezTo>
                    <a:cubicBezTo>
                      <a:pt x="72" y="48"/>
                      <a:pt x="70" y="50"/>
                      <a:pt x="68" y="52"/>
                    </a:cubicBezTo>
                    <a:cubicBezTo>
                      <a:pt x="63" y="64"/>
                      <a:pt x="63" y="64"/>
                      <a:pt x="63" y="64"/>
                    </a:cubicBezTo>
                    <a:cubicBezTo>
                      <a:pt x="35" y="64"/>
                      <a:pt x="35" y="64"/>
                      <a:pt x="35" y="64"/>
                    </a:cubicBezTo>
                    <a:cubicBezTo>
                      <a:pt x="30" y="52"/>
                      <a:pt x="30" y="52"/>
                      <a:pt x="30" y="52"/>
                    </a:cubicBezTo>
                    <a:cubicBezTo>
                      <a:pt x="28" y="50"/>
                      <a:pt x="26" y="48"/>
                      <a:pt x="23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92" y="48"/>
                      <a:pt x="92" y="48"/>
                      <a:pt x="92" y="48"/>
                    </a:cubicBezTo>
                    <a:lnTo>
                      <a:pt x="8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14:prism isInverted="1" isContent="1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49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49"/>
                            </p:stCondLst>
                            <p:childTnLst>
                              <p:par>
                                <p:cTn id="3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99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99"/>
                            </p:stCondLst>
                            <p:childTnLst>
                              <p:par>
                                <p:cTn id="4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50"/>
                            </p:stCondLst>
                            <p:childTnLst>
                              <p:par>
                                <p:cTn id="52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关键技术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1" name="Oval 87"/>
          <p:cNvSpPr/>
          <p:nvPr/>
        </p:nvSpPr>
        <p:spPr>
          <a:xfrm>
            <a:off x="3764056" y="1973983"/>
            <a:ext cx="1553968" cy="155495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88900" cap="flat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E3D29D"/>
              </a:solidFill>
            </a:endParaRPr>
          </a:p>
        </p:txBody>
      </p:sp>
      <p:sp>
        <p:nvSpPr>
          <p:cNvPr id="22" name="Oval 88"/>
          <p:cNvSpPr/>
          <p:nvPr/>
        </p:nvSpPr>
        <p:spPr>
          <a:xfrm>
            <a:off x="2848346" y="2224014"/>
            <a:ext cx="1056222" cy="1056084"/>
          </a:xfrm>
          <a:prstGeom prst="ellipse">
            <a:avLst/>
          </a:prstGeom>
          <a:solidFill>
            <a:srgbClr val="E9344C">
              <a:alpha val="80000"/>
            </a:srgbClr>
          </a:solidFill>
          <a:ln w="88900" cap="flat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E3D29D"/>
              </a:solidFill>
            </a:endParaRPr>
          </a:p>
        </p:txBody>
      </p:sp>
      <p:sp>
        <p:nvSpPr>
          <p:cNvPr id="23" name="Oval 89"/>
          <p:cNvSpPr/>
          <p:nvPr/>
        </p:nvSpPr>
        <p:spPr>
          <a:xfrm>
            <a:off x="5176321" y="2224014"/>
            <a:ext cx="1057413" cy="1056084"/>
          </a:xfrm>
          <a:prstGeom prst="ellipse">
            <a:avLst/>
          </a:prstGeom>
          <a:solidFill>
            <a:srgbClr val="E9344C">
              <a:alpha val="80000"/>
            </a:srgbClr>
          </a:solidFill>
          <a:ln w="88900" cap="flat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E3D29D"/>
              </a:solidFill>
            </a:endParaRPr>
          </a:p>
        </p:txBody>
      </p:sp>
      <p:sp>
        <p:nvSpPr>
          <p:cNvPr id="24" name="Oval 90"/>
          <p:cNvSpPr/>
          <p:nvPr/>
        </p:nvSpPr>
        <p:spPr>
          <a:xfrm rot="16200000">
            <a:off x="4012998" y="3387186"/>
            <a:ext cx="1056085" cy="1056222"/>
          </a:xfrm>
          <a:prstGeom prst="ellipse">
            <a:avLst/>
          </a:prstGeom>
          <a:solidFill>
            <a:srgbClr val="E9344C">
              <a:alpha val="80000"/>
            </a:srgbClr>
          </a:solidFill>
          <a:ln w="88900" cap="flat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E3D29D"/>
              </a:solidFill>
            </a:endParaRPr>
          </a:p>
        </p:txBody>
      </p:sp>
      <p:sp>
        <p:nvSpPr>
          <p:cNvPr id="25" name="Oval 92"/>
          <p:cNvSpPr/>
          <p:nvPr/>
        </p:nvSpPr>
        <p:spPr>
          <a:xfrm rot="16200000">
            <a:off x="4012998" y="1059513"/>
            <a:ext cx="1056084" cy="1056222"/>
          </a:xfrm>
          <a:prstGeom prst="ellipse">
            <a:avLst/>
          </a:prstGeom>
          <a:solidFill>
            <a:srgbClr val="E9344C">
              <a:alpha val="80000"/>
            </a:srgbClr>
          </a:solidFill>
          <a:ln w="88900" cap="flat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E3D29D"/>
              </a:solidFill>
            </a:endParaRPr>
          </a:p>
        </p:txBody>
      </p:sp>
      <p:cxnSp>
        <p:nvCxnSpPr>
          <p:cNvPr id="26" name="Elbow Connector 93"/>
          <p:cNvCxnSpPr>
            <a:stCxn id="22" idx="2"/>
          </p:cNvCxnSpPr>
          <p:nvPr/>
        </p:nvCxnSpPr>
        <p:spPr>
          <a:xfrm rot="10800000" flipV="1">
            <a:off x="752573" y="2751460"/>
            <a:ext cx="2095773" cy="320279"/>
          </a:xfrm>
          <a:prstGeom prst="bentConnector3">
            <a:avLst>
              <a:gd name="adj1" fmla="val 41821"/>
            </a:avLst>
          </a:prstGeom>
          <a:ln w="12700" cmpd="dbl">
            <a:solidFill>
              <a:schemeClr val="bg1">
                <a:lumMod val="65000"/>
              </a:schemeClr>
            </a:solidFill>
            <a:prstDash val="lgDash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94"/>
          <p:cNvCxnSpPr>
            <a:stCxn id="24" idx="0"/>
          </p:cNvCxnSpPr>
          <p:nvPr/>
        </p:nvCxnSpPr>
        <p:spPr>
          <a:xfrm rot="10800000" flipV="1">
            <a:off x="1675428" y="3915892"/>
            <a:ext cx="2337501" cy="327422"/>
          </a:xfrm>
          <a:prstGeom prst="bentConnector3">
            <a:avLst/>
          </a:prstGeom>
          <a:ln w="12700" cmpd="dbl">
            <a:solidFill>
              <a:schemeClr val="bg1">
                <a:lumMod val="65000"/>
              </a:schemeClr>
            </a:solidFill>
            <a:prstDash val="lgDash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95"/>
          <p:cNvCxnSpPr>
            <a:stCxn id="25" idx="4"/>
          </p:cNvCxnSpPr>
          <p:nvPr/>
        </p:nvCxnSpPr>
        <p:spPr>
          <a:xfrm flipV="1">
            <a:off x="5069151" y="1231032"/>
            <a:ext cx="2500638" cy="355997"/>
          </a:xfrm>
          <a:prstGeom prst="bentConnector3">
            <a:avLst/>
          </a:prstGeom>
          <a:ln w="12700" cmpd="dbl">
            <a:solidFill>
              <a:schemeClr val="bg1">
                <a:lumMod val="65000"/>
              </a:schemeClr>
            </a:solidFill>
            <a:prstDash val="lgDash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96"/>
          <p:cNvCxnSpPr>
            <a:stCxn id="23" idx="6"/>
          </p:cNvCxnSpPr>
          <p:nvPr/>
        </p:nvCxnSpPr>
        <p:spPr>
          <a:xfrm flipV="1">
            <a:off x="6233734" y="2428801"/>
            <a:ext cx="2095773" cy="322659"/>
          </a:xfrm>
          <a:prstGeom prst="bentConnector3">
            <a:avLst>
              <a:gd name="adj1" fmla="val 44158"/>
            </a:avLst>
          </a:prstGeom>
          <a:ln w="12700" cmpd="dbl">
            <a:solidFill>
              <a:schemeClr val="bg1">
                <a:lumMod val="65000"/>
              </a:schemeClr>
            </a:solidFill>
            <a:prstDash val="lgDash"/>
            <a:tailEnd type="diamond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97"/>
          <p:cNvSpPr/>
          <p:nvPr/>
        </p:nvSpPr>
        <p:spPr>
          <a:xfrm>
            <a:off x="1573021" y="3527221"/>
            <a:ext cx="1297950" cy="623248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id-ID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Rectangle 98"/>
          <p:cNvSpPr/>
          <p:nvPr/>
        </p:nvSpPr>
        <p:spPr>
          <a:xfrm>
            <a:off x="611560" y="2381266"/>
            <a:ext cx="1297950" cy="623248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id-ID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Rectangle 99"/>
          <p:cNvSpPr/>
          <p:nvPr/>
        </p:nvSpPr>
        <p:spPr>
          <a:xfrm>
            <a:off x="7185167" y="2509764"/>
            <a:ext cx="1297950" cy="623248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id-ID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ectangle 100"/>
          <p:cNvSpPr/>
          <p:nvPr/>
        </p:nvSpPr>
        <p:spPr>
          <a:xfrm>
            <a:off x="6342095" y="1263179"/>
            <a:ext cx="1297950" cy="623248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id-ID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Rectangle 101"/>
          <p:cNvSpPr/>
          <p:nvPr/>
        </p:nvSpPr>
        <p:spPr>
          <a:xfrm>
            <a:off x="1986221" y="2810991"/>
            <a:ext cx="713571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4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小标题</a:t>
            </a:r>
            <a:endParaRPr lang="id-ID" sz="14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5" name="Rectangle 102"/>
          <p:cNvSpPr/>
          <p:nvPr/>
        </p:nvSpPr>
        <p:spPr>
          <a:xfrm>
            <a:off x="5614424" y="1292945"/>
            <a:ext cx="769348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小标题</a:t>
            </a:r>
            <a:endParaRPr lang="id-ID" altLang="zh-CN" sz="14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6" name="Rectangle 103"/>
          <p:cNvSpPr/>
          <p:nvPr/>
        </p:nvSpPr>
        <p:spPr>
          <a:xfrm>
            <a:off x="6461261" y="2471664"/>
            <a:ext cx="693396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小标题</a:t>
            </a:r>
            <a:endParaRPr lang="id-ID" altLang="zh-CN" sz="14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7" name="Rectangle 104"/>
          <p:cNvSpPr/>
          <p:nvPr/>
        </p:nvSpPr>
        <p:spPr>
          <a:xfrm>
            <a:off x="2857872" y="3965898"/>
            <a:ext cx="697798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小标题</a:t>
            </a:r>
            <a:endParaRPr lang="id-ID" altLang="zh-CN" sz="14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38" name="Group 105"/>
          <p:cNvGrpSpPr/>
          <p:nvPr/>
        </p:nvGrpSpPr>
        <p:grpSpPr>
          <a:xfrm>
            <a:off x="4372456" y="3681022"/>
            <a:ext cx="329807" cy="397867"/>
            <a:chOff x="134906" y="3220464"/>
            <a:chExt cx="730251" cy="881063"/>
          </a:xfrm>
          <a:noFill/>
        </p:grpSpPr>
        <p:sp>
          <p:nvSpPr>
            <p:cNvPr id="39" name="Freeform 34"/>
            <p:cNvSpPr/>
            <p:nvPr/>
          </p:nvSpPr>
          <p:spPr bwMode="auto">
            <a:xfrm>
              <a:off x="134906" y="3220464"/>
              <a:ext cx="730251" cy="577851"/>
            </a:xfrm>
            <a:custGeom>
              <a:avLst/>
              <a:gdLst>
                <a:gd name="T0" fmla="*/ 124 w 192"/>
                <a:gd name="T1" fmla="*/ 96 h 152"/>
                <a:gd name="T2" fmla="*/ 116 w 192"/>
                <a:gd name="T3" fmla="*/ 92 h 152"/>
                <a:gd name="T4" fmla="*/ 116 w 192"/>
                <a:gd name="T5" fmla="*/ 80 h 152"/>
                <a:gd name="T6" fmla="*/ 120 w 192"/>
                <a:gd name="T7" fmla="*/ 60 h 152"/>
                <a:gd name="T8" fmla="*/ 121 w 192"/>
                <a:gd name="T9" fmla="*/ 25 h 152"/>
                <a:gd name="T10" fmla="*/ 96 w 192"/>
                <a:gd name="T11" fmla="*/ 0 h 152"/>
                <a:gd name="T12" fmla="*/ 72 w 192"/>
                <a:gd name="T13" fmla="*/ 24 h 152"/>
                <a:gd name="T14" fmla="*/ 72 w 192"/>
                <a:gd name="T15" fmla="*/ 60 h 152"/>
                <a:gd name="T16" fmla="*/ 76 w 192"/>
                <a:gd name="T17" fmla="*/ 80 h 152"/>
                <a:gd name="T18" fmla="*/ 76 w 192"/>
                <a:gd name="T19" fmla="*/ 92 h 152"/>
                <a:gd name="T20" fmla="*/ 68 w 192"/>
                <a:gd name="T21" fmla="*/ 96 h 152"/>
                <a:gd name="T22" fmla="*/ 16 w 192"/>
                <a:gd name="T23" fmla="*/ 96 h 152"/>
                <a:gd name="T24" fmla="*/ 0 w 192"/>
                <a:gd name="T25" fmla="*/ 116 h 152"/>
                <a:gd name="T26" fmla="*/ 0 w 192"/>
                <a:gd name="T27" fmla="*/ 152 h 152"/>
                <a:gd name="T28" fmla="*/ 192 w 192"/>
                <a:gd name="T29" fmla="*/ 152 h 152"/>
                <a:gd name="T30" fmla="*/ 192 w 192"/>
                <a:gd name="T31" fmla="*/ 116 h 152"/>
                <a:gd name="T32" fmla="*/ 176 w 192"/>
                <a:gd name="T33" fmla="*/ 96 h 152"/>
                <a:gd name="T34" fmla="*/ 124 w 192"/>
                <a:gd name="T35" fmla="*/ 9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2" h="152">
                  <a:moveTo>
                    <a:pt x="124" y="96"/>
                  </a:moveTo>
                  <a:cubicBezTo>
                    <a:pt x="121" y="96"/>
                    <a:pt x="118" y="95"/>
                    <a:pt x="116" y="92"/>
                  </a:cubicBezTo>
                  <a:cubicBezTo>
                    <a:pt x="114" y="89"/>
                    <a:pt x="115" y="83"/>
                    <a:pt x="116" y="80"/>
                  </a:cubicBezTo>
                  <a:cubicBezTo>
                    <a:pt x="119" y="72"/>
                    <a:pt x="120" y="68"/>
                    <a:pt x="120" y="60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11"/>
                    <a:pt x="110" y="0"/>
                    <a:pt x="96" y="0"/>
                  </a:cubicBezTo>
                  <a:cubicBezTo>
                    <a:pt x="82" y="0"/>
                    <a:pt x="72" y="10"/>
                    <a:pt x="72" y="24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8"/>
                    <a:pt x="73" y="72"/>
                    <a:pt x="76" y="80"/>
                  </a:cubicBezTo>
                  <a:cubicBezTo>
                    <a:pt x="77" y="83"/>
                    <a:pt x="78" y="89"/>
                    <a:pt x="76" y="92"/>
                  </a:cubicBezTo>
                  <a:cubicBezTo>
                    <a:pt x="74" y="95"/>
                    <a:pt x="71" y="96"/>
                    <a:pt x="68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8" y="96"/>
                    <a:pt x="0" y="108"/>
                    <a:pt x="0" y="116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92" y="152"/>
                    <a:pt x="192" y="152"/>
                    <a:pt x="192" y="152"/>
                  </a:cubicBezTo>
                  <a:cubicBezTo>
                    <a:pt x="192" y="116"/>
                    <a:pt x="192" y="116"/>
                    <a:pt x="192" y="116"/>
                  </a:cubicBezTo>
                  <a:cubicBezTo>
                    <a:pt x="192" y="108"/>
                    <a:pt x="184" y="96"/>
                    <a:pt x="176" y="96"/>
                  </a:cubicBezTo>
                  <a:lnTo>
                    <a:pt x="124" y="96"/>
                  </a:lnTo>
                  <a:close/>
                </a:path>
              </a:pathLst>
            </a:cu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40" name="Freeform 35"/>
            <p:cNvSpPr/>
            <p:nvPr/>
          </p:nvSpPr>
          <p:spPr bwMode="auto">
            <a:xfrm>
              <a:off x="165069" y="3798314"/>
              <a:ext cx="669926" cy="303213"/>
            </a:xfrm>
            <a:custGeom>
              <a:avLst/>
              <a:gdLst>
                <a:gd name="T0" fmla="*/ 422 w 422"/>
                <a:gd name="T1" fmla="*/ 191 h 191"/>
                <a:gd name="T2" fmla="*/ 115 w 422"/>
                <a:gd name="T3" fmla="*/ 191 h 191"/>
                <a:gd name="T4" fmla="*/ 115 w 422"/>
                <a:gd name="T5" fmla="*/ 95 h 191"/>
                <a:gd name="T6" fmla="*/ 67 w 422"/>
                <a:gd name="T7" fmla="*/ 191 h 191"/>
                <a:gd name="T8" fmla="*/ 0 w 422"/>
                <a:gd name="T9" fmla="*/ 191 h 191"/>
                <a:gd name="T10" fmla="*/ 0 w 422"/>
                <a:gd name="T11" fmla="*/ 0 h 191"/>
                <a:gd name="T12" fmla="*/ 422 w 422"/>
                <a:gd name="T13" fmla="*/ 0 h 191"/>
                <a:gd name="T14" fmla="*/ 422 w 422"/>
                <a:gd name="T1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2" h="191">
                  <a:moveTo>
                    <a:pt x="422" y="191"/>
                  </a:moveTo>
                  <a:lnTo>
                    <a:pt x="115" y="191"/>
                  </a:lnTo>
                  <a:lnTo>
                    <a:pt x="115" y="95"/>
                  </a:lnTo>
                  <a:lnTo>
                    <a:pt x="67" y="191"/>
                  </a:lnTo>
                  <a:lnTo>
                    <a:pt x="0" y="191"/>
                  </a:lnTo>
                  <a:lnTo>
                    <a:pt x="0" y="0"/>
                  </a:lnTo>
                  <a:lnTo>
                    <a:pt x="422" y="0"/>
                  </a:lnTo>
                  <a:lnTo>
                    <a:pt x="422" y="191"/>
                  </a:lnTo>
                  <a:close/>
                </a:path>
              </a:pathLst>
            </a:cu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742919" y="3904677"/>
              <a:ext cx="0" cy="196850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652432" y="3949127"/>
              <a:ext cx="0" cy="152400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>
              <a:off x="560357" y="4011039"/>
              <a:ext cx="0" cy="90488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44" name="Oval 39"/>
            <p:cNvSpPr>
              <a:spLocks noChangeArrowheads="1"/>
            </p:cNvSpPr>
            <p:nvPr/>
          </p:nvSpPr>
          <p:spPr bwMode="auto">
            <a:xfrm>
              <a:off x="480981" y="3296664"/>
              <a:ext cx="38100" cy="38100"/>
            </a:xfrm>
            <a:prstGeom prst="ellips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</p:grpSp>
      <p:grpSp>
        <p:nvGrpSpPr>
          <p:cNvPr id="45" name="Group 112"/>
          <p:cNvGrpSpPr/>
          <p:nvPr/>
        </p:nvGrpSpPr>
        <p:grpSpPr bwMode="auto">
          <a:xfrm>
            <a:off x="3191291" y="2585964"/>
            <a:ext cx="364379" cy="363140"/>
            <a:chOff x="6264275" y="814388"/>
            <a:chExt cx="881063" cy="881063"/>
          </a:xfrm>
        </p:grpSpPr>
        <p:sp>
          <p:nvSpPr>
            <p:cNvPr id="46" name="Freeform 25"/>
            <p:cNvSpPr/>
            <p:nvPr/>
          </p:nvSpPr>
          <p:spPr bwMode="auto">
            <a:xfrm>
              <a:off x="6264275" y="904876"/>
              <a:ext cx="365125" cy="790575"/>
            </a:xfrm>
            <a:custGeom>
              <a:avLst/>
              <a:gdLst>
                <a:gd name="T0" fmla="*/ 365125 w 96"/>
                <a:gd name="T1" fmla="*/ 790575 h 208"/>
                <a:gd name="T2" fmla="*/ 79871 w 96"/>
                <a:gd name="T3" fmla="*/ 790575 h 208"/>
                <a:gd name="T4" fmla="*/ 0 w 96"/>
                <a:gd name="T5" fmla="*/ 714558 h 208"/>
                <a:gd name="T6" fmla="*/ 0 w 96"/>
                <a:gd name="T7" fmla="*/ 0 h 2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208">
                  <a:moveTo>
                    <a:pt x="96" y="208"/>
                  </a:moveTo>
                  <a:cubicBezTo>
                    <a:pt x="21" y="208"/>
                    <a:pt x="21" y="208"/>
                    <a:pt x="21" y="208"/>
                  </a:cubicBezTo>
                  <a:cubicBezTo>
                    <a:pt x="9" y="208"/>
                    <a:pt x="0" y="199"/>
                    <a:pt x="0" y="18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47" name="Line 26"/>
            <p:cNvSpPr>
              <a:spLocks noChangeShapeType="1"/>
            </p:cNvSpPr>
            <p:nvPr/>
          </p:nvSpPr>
          <p:spPr bwMode="auto">
            <a:xfrm>
              <a:off x="6354763" y="904876"/>
              <a:ext cx="608013" cy="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48" name="Freeform 27"/>
            <p:cNvSpPr/>
            <p:nvPr/>
          </p:nvSpPr>
          <p:spPr bwMode="auto">
            <a:xfrm>
              <a:off x="6264275" y="814388"/>
              <a:ext cx="728663" cy="303213"/>
            </a:xfrm>
            <a:custGeom>
              <a:avLst/>
              <a:gdLst>
                <a:gd name="T0" fmla="*/ 728663 w 192"/>
                <a:gd name="T1" fmla="*/ 0 h 80"/>
                <a:gd name="T2" fmla="*/ 91083 w 192"/>
                <a:gd name="T3" fmla="*/ 0 h 80"/>
                <a:gd name="T4" fmla="*/ 0 w 192"/>
                <a:gd name="T5" fmla="*/ 90964 h 80"/>
                <a:gd name="T6" fmla="*/ 91083 w 192"/>
                <a:gd name="T7" fmla="*/ 181928 h 80"/>
                <a:gd name="T8" fmla="*/ 728663 w 192"/>
                <a:gd name="T9" fmla="*/ 181928 h 80"/>
                <a:gd name="T10" fmla="*/ 728663 w 192"/>
                <a:gd name="T11" fmla="*/ 303213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2" h="80">
                  <a:moveTo>
                    <a:pt x="192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2" y="80"/>
                    <a:pt x="192" y="80"/>
                    <a:pt x="192" y="80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49" name="Line 28"/>
            <p:cNvSpPr>
              <a:spLocks noChangeShapeType="1"/>
            </p:cNvSpPr>
            <p:nvPr/>
          </p:nvSpPr>
          <p:spPr bwMode="auto">
            <a:xfrm flipV="1">
              <a:off x="6902450" y="1346201"/>
              <a:ext cx="0" cy="212725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50" name="Freeform 29"/>
            <p:cNvSpPr/>
            <p:nvPr/>
          </p:nvSpPr>
          <p:spPr bwMode="auto">
            <a:xfrm>
              <a:off x="6810375" y="1466851"/>
              <a:ext cx="182563" cy="92075"/>
            </a:xfrm>
            <a:custGeom>
              <a:avLst/>
              <a:gdLst>
                <a:gd name="T0" fmla="*/ 0 w 115"/>
                <a:gd name="T1" fmla="*/ 0 h 58"/>
                <a:gd name="T2" fmla="*/ 92075 w 115"/>
                <a:gd name="T3" fmla="*/ 92075 h 58"/>
                <a:gd name="T4" fmla="*/ 182563 w 115"/>
                <a:gd name="T5" fmla="*/ 0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5" h="58">
                  <a:moveTo>
                    <a:pt x="0" y="0"/>
                  </a:moveTo>
                  <a:lnTo>
                    <a:pt x="58" y="58"/>
                  </a:lnTo>
                  <a:lnTo>
                    <a:pt x="115" y="0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51" name="Oval 30"/>
            <p:cNvSpPr>
              <a:spLocks noChangeArrowheads="1"/>
            </p:cNvSpPr>
            <p:nvPr/>
          </p:nvSpPr>
          <p:spPr bwMode="auto">
            <a:xfrm>
              <a:off x="6659563" y="1209676"/>
              <a:ext cx="485775" cy="485775"/>
            </a:xfrm>
            <a:prstGeom prst="ellipse">
              <a:avLst/>
            </a:prstGeom>
            <a:noFill/>
            <a:ln w="15875" cap="rnd">
              <a:solidFill>
                <a:schemeClr val="bg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pPr eaLnBrk="1" hangingPunct="1"/>
              <a:endParaRPr lang="zh-CN" altLang="zh-CN" sz="1800"/>
            </a:p>
          </p:txBody>
        </p:sp>
      </p:grpSp>
      <p:grpSp>
        <p:nvGrpSpPr>
          <p:cNvPr id="52" name="Group 119"/>
          <p:cNvGrpSpPr/>
          <p:nvPr/>
        </p:nvGrpSpPr>
        <p:grpSpPr bwMode="auto">
          <a:xfrm>
            <a:off x="5526410" y="2556198"/>
            <a:ext cx="356043" cy="355997"/>
            <a:chOff x="6399213" y="695325"/>
            <a:chExt cx="850899" cy="850901"/>
          </a:xfrm>
        </p:grpSpPr>
        <p:sp>
          <p:nvSpPr>
            <p:cNvPr id="53" name="Freeform 34"/>
            <p:cNvSpPr/>
            <p:nvPr/>
          </p:nvSpPr>
          <p:spPr bwMode="auto">
            <a:xfrm>
              <a:off x="6565900" y="862013"/>
              <a:ext cx="684212" cy="684213"/>
            </a:xfrm>
            <a:custGeom>
              <a:avLst/>
              <a:gdLst>
                <a:gd name="T0" fmla="*/ 684212 w 431"/>
                <a:gd name="T1" fmla="*/ 0 h 431"/>
                <a:gd name="T2" fmla="*/ 684212 w 431"/>
                <a:gd name="T3" fmla="*/ 684213 h 431"/>
                <a:gd name="T4" fmla="*/ 0 w 431"/>
                <a:gd name="T5" fmla="*/ 684213 h 4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" h="431">
                  <a:moveTo>
                    <a:pt x="431" y="0"/>
                  </a:moveTo>
                  <a:lnTo>
                    <a:pt x="431" y="431"/>
                  </a:lnTo>
                  <a:lnTo>
                    <a:pt x="0" y="431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54" name="Freeform 35"/>
            <p:cNvSpPr/>
            <p:nvPr/>
          </p:nvSpPr>
          <p:spPr bwMode="auto">
            <a:xfrm>
              <a:off x="6473825" y="769938"/>
              <a:ext cx="715962" cy="715963"/>
            </a:xfrm>
            <a:custGeom>
              <a:avLst/>
              <a:gdLst>
                <a:gd name="T0" fmla="*/ 715962 w 451"/>
                <a:gd name="T1" fmla="*/ 0 h 451"/>
                <a:gd name="T2" fmla="*/ 715962 w 451"/>
                <a:gd name="T3" fmla="*/ 715963 h 451"/>
                <a:gd name="T4" fmla="*/ 0 w 451"/>
                <a:gd name="T5" fmla="*/ 715963 h 4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1" h="451">
                  <a:moveTo>
                    <a:pt x="451" y="0"/>
                  </a:moveTo>
                  <a:lnTo>
                    <a:pt x="451" y="451"/>
                  </a:lnTo>
                  <a:lnTo>
                    <a:pt x="0" y="451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55" name="Rectangle 36"/>
            <p:cNvSpPr>
              <a:spLocks noChangeArrowheads="1"/>
            </p:cNvSpPr>
            <p:nvPr/>
          </p:nvSpPr>
          <p:spPr bwMode="auto">
            <a:xfrm>
              <a:off x="6399213" y="695325"/>
              <a:ext cx="728662" cy="728663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pPr eaLnBrk="1" hangingPunct="1"/>
              <a:endParaRPr lang="zh-CN" altLang="zh-CN" sz="1800"/>
            </a:p>
          </p:txBody>
        </p:sp>
        <p:sp>
          <p:nvSpPr>
            <p:cNvPr id="56" name="Freeform 37"/>
            <p:cNvSpPr/>
            <p:nvPr/>
          </p:nvSpPr>
          <p:spPr bwMode="auto">
            <a:xfrm>
              <a:off x="6550025" y="965200"/>
              <a:ext cx="482600" cy="307975"/>
            </a:xfrm>
            <a:custGeom>
              <a:avLst/>
              <a:gdLst>
                <a:gd name="T0" fmla="*/ 482600 w 304"/>
                <a:gd name="T1" fmla="*/ 307975 h 194"/>
                <a:gd name="T2" fmla="*/ 365125 w 304"/>
                <a:gd name="T3" fmla="*/ 0 h 194"/>
                <a:gd name="T4" fmla="*/ 212725 w 304"/>
                <a:gd name="T5" fmla="*/ 227013 h 194"/>
                <a:gd name="T6" fmla="*/ 119063 w 304"/>
                <a:gd name="T7" fmla="*/ 112713 h 194"/>
                <a:gd name="T8" fmla="*/ 0 w 304"/>
                <a:gd name="T9" fmla="*/ 307975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194">
                  <a:moveTo>
                    <a:pt x="304" y="194"/>
                  </a:moveTo>
                  <a:lnTo>
                    <a:pt x="230" y="0"/>
                  </a:lnTo>
                  <a:lnTo>
                    <a:pt x="134" y="143"/>
                  </a:lnTo>
                  <a:lnTo>
                    <a:pt x="75" y="71"/>
                  </a:lnTo>
                  <a:lnTo>
                    <a:pt x="0" y="194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57" name="Oval 38"/>
            <p:cNvSpPr>
              <a:spLocks noChangeArrowheads="1"/>
            </p:cNvSpPr>
            <p:nvPr/>
          </p:nvSpPr>
          <p:spPr bwMode="auto">
            <a:xfrm>
              <a:off x="6550025" y="808038"/>
              <a:ext cx="119062" cy="119063"/>
            </a:xfrm>
            <a:prstGeom prst="ellipse">
              <a:avLst/>
            </a:prstGeom>
            <a:noFill/>
            <a:ln w="158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pPr eaLnBrk="1" hangingPunct="1"/>
              <a:endParaRPr lang="zh-CN" altLang="zh-CN" sz="1800"/>
            </a:p>
          </p:txBody>
        </p:sp>
        <p:sp>
          <p:nvSpPr>
            <p:cNvPr id="58" name="Line 39"/>
            <p:cNvSpPr>
              <a:spLocks noChangeShapeType="1"/>
            </p:cNvSpPr>
            <p:nvPr/>
          </p:nvSpPr>
          <p:spPr bwMode="auto">
            <a:xfrm flipH="1">
              <a:off x="6399213" y="1273175"/>
              <a:ext cx="728662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</p:grpSp>
      <p:grpSp>
        <p:nvGrpSpPr>
          <p:cNvPr id="59" name="Group 126"/>
          <p:cNvGrpSpPr/>
          <p:nvPr/>
        </p:nvGrpSpPr>
        <p:grpSpPr bwMode="auto">
          <a:xfrm>
            <a:off x="4395170" y="1391766"/>
            <a:ext cx="307221" cy="348854"/>
            <a:chOff x="6873875" y="742950"/>
            <a:chExt cx="771526" cy="879476"/>
          </a:xfrm>
        </p:grpSpPr>
        <p:sp>
          <p:nvSpPr>
            <p:cNvPr id="60" name="Line 43"/>
            <p:cNvSpPr>
              <a:spLocks noChangeShapeType="1"/>
            </p:cNvSpPr>
            <p:nvPr/>
          </p:nvSpPr>
          <p:spPr bwMode="auto">
            <a:xfrm>
              <a:off x="7162800" y="1471613"/>
              <a:ext cx="0" cy="7620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61" name="Line 44"/>
            <p:cNvSpPr>
              <a:spLocks noChangeShapeType="1"/>
            </p:cNvSpPr>
            <p:nvPr/>
          </p:nvSpPr>
          <p:spPr bwMode="auto">
            <a:xfrm>
              <a:off x="7223125" y="1471613"/>
              <a:ext cx="0" cy="7620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62" name="Freeform 45"/>
            <p:cNvSpPr/>
            <p:nvPr/>
          </p:nvSpPr>
          <p:spPr bwMode="auto">
            <a:xfrm>
              <a:off x="6964363" y="1547813"/>
              <a:ext cx="457200" cy="74613"/>
            </a:xfrm>
            <a:custGeom>
              <a:avLst/>
              <a:gdLst>
                <a:gd name="T0" fmla="*/ 457200 w 120"/>
                <a:gd name="T1" fmla="*/ 74613 h 20"/>
                <a:gd name="T2" fmla="*/ 228600 w 120"/>
                <a:gd name="T3" fmla="*/ 0 h 20"/>
                <a:gd name="T4" fmla="*/ 0 w 120"/>
                <a:gd name="T5" fmla="*/ 74613 h 20"/>
                <a:gd name="T6" fmla="*/ 457200 w 120"/>
                <a:gd name="T7" fmla="*/ 7461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" h="20">
                  <a:moveTo>
                    <a:pt x="120" y="20"/>
                  </a:moveTo>
                  <a:cubicBezTo>
                    <a:pt x="103" y="7"/>
                    <a:pt x="83" y="0"/>
                    <a:pt x="60" y="0"/>
                  </a:cubicBezTo>
                  <a:cubicBezTo>
                    <a:pt x="37" y="0"/>
                    <a:pt x="17" y="7"/>
                    <a:pt x="0" y="20"/>
                  </a:cubicBezTo>
                  <a:lnTo>
                    <a:pt x="120" y="20"/>
                  </a:lnTo>
                  <a:close/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63" name="Oval 46"/>
            <p:cNvSpPr>
              <a:spLocks noChangeArrowheads="1"/>
            </p:cNvSpPr>
            <p:nvPr/>
          </p:nvSpPr>
          <p:spPr bwMode="auto">
            <a:xfrm>
              <a:off x="6904038" y="773113"/>
              <a:ext cx="577850" cy="576263"/>
            </a:xfrm>
            <a:prstGeom prst="ellips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pPr eaLnBrk="1" hangingPunct="1"/>
              <a:endParaRPr lang="zh-CN" altLang="zh-CN" sz="1800"/>
            </a:p>
          </p:txBody>
        </p:sp>
        <p:sp>
          <p:nvSpPr>
            <p:cNvPr id="64" name="Freeform 47"/>
            <p:cNvSpPr/>
            <p:nvPr/>
          </p:nvSpPr>
          <p:spPr bwMode="auto">
            <a:xfrm>
              <a:off x="6904038" y="773113"/>
              <a:ext cx="741363" cy="739775"/>
            </a:xfrm>
            <a:custGeom>
              <a:avLst/>
              <a:gdLst>
                <a:gd name="T0" fmla="*/ 577883 w 195"/>
                <a:gd name="T1" fmla="*/ 0 h 195"/>
                <a:gd name="T2" fmla="*/ 577883 w 195"/>
                <a:gd name="T3" fmla="*/ 576645 h 195"/>
                <a:gd name="T4" fmla="*/ 0 w 195"/>
                <a:gd name="T5" fmla="*/ 576645 h 1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5" h="195">
                  <a:moveTo>
                    <a:pt x="152" y="0"/>
                  </a:moveTo>
                  <a:cubicBezTo>
                    <a:pt x="195" y="42"/>
                    <a:pt x="195" y="110"/>
                    <a:pt x="152" y="152"/>
                  </a:cubicBezTo>
                  <a:cubicBezTo>
                    <a:pt x="110" y="195"/>
                    <a:pt x="42" y="195"/>
                    <a:pt x="0" y="152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65" name="Line 48"/>
            <p:cNvSpPr>
              <a:spLocks noChangeShapeType="1"/>
            </p:cNvSpPr>
            <p:nvPr/>
          </p:nvSpPr>
          <p:spPr bwMode="auto">
            <a:xfrm flipV="1">
              <a:off x="6873875" y="1319213"/>
              <a:ext cx="60325" cy="60325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66" name="Line 49"/>
            <p:cNvSpPr>
              <a:spLocks noChangeShapeType="1"/>
            </p:cNvSpPr>
            <p:nvPr/>
          </p:nvSpPr>
          <p:spPr bwMode="auto">
            <a:xfrm flipV="1">
              <a:off x="7451725" y="742950"/>
              <a:ext cx="60325" cy="60325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</p:grpSp>
      <p:grpSp>
        <p:nvGrpSpPr>
          <p:cNvPr id="67" name="Group 134"/>
          <p:cNvGrpSpPr/>
          <p:nvPr/>
        </p:nvGrpSpPr>
        <p:grpSpPr>
          <a:xfrm flipH="1">
            <a:off x="4214430" y="2445637"/>
            <a:ext cx="628649" cy="637493"/>
            <a:chOff x="1909763" y="950913"/>
            <a:chExt cx="782637" cy="793750"/>
          </a:xfrm>
          <a:solidFill>
            <a:schemeClr val="bg1"/>
          </a:solidFill>
        </p:grpSpPr>
        <p:sp>
          <p:nvSpPr>
            <p:cNvPr id="68" name="Freeform 59"/>
            <p:cNvSpPr>
              <a:spLocks noEditPoints="1"/>
            </p:cNvSpPr>
            <p:nvPr/>
          </p:nvSpPr>
          <p:spPr bwMode="auto">
            <a:xfrm>
              <a:off x="1909763" y="1204913"/>
              <a:ext cx="539750" cy="539750"/>
            </a:xfrm>
            <a:custGeom>
              <a:avLst/>
              <a:gdLst>
                <a:gd name="T0" fmla="*/ 0 w 340"/>
                <a:gd name="T1" fmla="*/ 340 h 340"/>
                <a:gd name="T2" fmla="*/ 340 w 340"/>
                <a:gd name="T3" fmla="*/ 340 h 340"/>
                <a:gd name="T4" fmla="*/ 340 w 340"/>
                <a:gd name="T5" fmla="*/ 0 h 340"/>
                <a:gd name="T6" fmla="*/ 0 w 340"/>
                <a:gd name="T7" fmla="*/ 0 h 340"/>
                <a:gd name="T8" fmla="*/ 0 w 340"/>
                <a:gd name="T9" fmla="*/ 340 h 340"/>
                <a:gd name="T10" fmla="*/ 304 w 340"/>
                <a:gd name="T11" fmla="*/ 251 h 340"/>
                <a:gd name="T12" fmla="*/ 35 w 340"/>
                <a:gd name="T13" fmla="*/ 251 h 340"/>
                <a:gd name="T14" fmla="*/ 35 w 340"/>
                <a:gd name="T15" fmla="*/ 36 h 340"/>
                <a:gd name="T16" fmla="*/ 304 w 340"/>
                <a:gd name="T17" fmla="*/ 36 h 340"/>
                <a:gd name="T18" fmla="*/ 304 w 340"/>
                <a:gd name="T19" fmla="*/ 251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340">
                  <a:moveTo>
                    <a:pt x="0" y="340"/>
                  </a:moveTo>
                  <a:lnTo>
                    <a:pt x="340" y="340"/>
                  </a:lnTo>
                  <a:lnTo>
                    <a:pt x="340" y="0"/>
                  </a:lnTo>
                  <a:lnTo>
                    <a:pt x="0" y="0"/>
                  </a:lnTo>
                  <a:lnTo>
                    <a:pt x="0" y="340"/>
                  </a:lnTo>
                  <a:close/>
                  <a:moveTo>
                    <a:pt x="304" y="251"/>
                  </a:moveTo>
                  <a:lnTo>
                    <a:pt x="35" y="251"/>
                  </a:lnTo>
                  <a:lnTo>
                    <a:pt x="35" y="36"/>
                  </a:lnTo>
                  <a:lnTo>
                    <a:pt x="304" y="36"/>
                  </a:lnTo>
                  <a:lnTo>
                    <a:pt x="304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69" name="Freeform 60"/>
            <p:cNvSpPr/>
            <p:nvPr/>
          </p:nvSpPr>
          <p:spPr bwMode="auto">
            <a:xfrm>
              <a:off x="2060575" y="950913"/>
              <a:ext cx="631825" cy="569913"/>
            </a:xfrm>
            <a:custGeom>
              <a:avLst/>
              <a:gdLst>
                <a:gd name="T0" fmla="*/ 334 w 398"/>
                <a:gd name="T1" fmla="*/ 0 h 359"/>
                <a:gd name="T2" fmla="*/ 0 w 398"/>
                <a:gd name="T3" fmla="*/ 64 h 359"/>
                <a:gd name="T4" fmla="*/ 15 w 398"/>
                <a:gd name="T5" fmla="*/ 143 h 359"/>
                <a:gd name="T6" fmla="*/ 51 w 398"/>
                <a:gd name="T7" fmla="*/ 143 h 359"/>
                <a:gd name="T8" fmla="*/ 41 w 398"/>
                <a:gd name="T9" fmla="*/ 93 h 359"/>
                <a:gd name="T10" fmla="*/ 305 w 398"/>
                <a:gd name="T11" fmla="*/ 40 h 359"/>
                <a:gd name="T12" fmla="*/ 346 w 398"/>
                <a:gd name="T13" fmla="*/ 251 h 359"/>
                <a:gd name="T14" fmla="*/ 262 w 398"/>
                <a:gd name="T15" fmla="*/ 268 h 359"/>
                <a:gd name="T16" fmla="*/ 262 w 398"/>
                <a:gd name="T17" fmla="*/ 359 h 359"/>
                <a:gd name="T18" fmla="*/ 398 w 398"/>
                <a:gd name="T19" fmla="*/ 332 h 359"/>
                <a:gd name="T20" fmla="*/ 334 w 398"/>
                <a:gd name="T21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8" h="359">
                  <a:moveTo>
                    <a:pt x="334" y="0"/>
                  </a:moveTo>
                  <a:lnTo>
                    <a:pt x="0" y="64"/>
                  </a:lnTo>
                  <a:lnTo>
                    <a:pt x="15" y="143"/>
                  </a:lnTo>
                  <a:lnTo>
                    <a:pt x="51" y="143"/>
                  </a:lnTo>
                  <a:lnTo>
                    <a:pt x="41" y="93"/>
                  </a:lnTo>
                  <a:lnTo>
                    <a:pt x="305" y="40"/>
                  </a:lnTo>
                  <a:lnTo>
                    <a:pt x="346" y="251"/>
                  </a:lnTo>
                  <a:lnTo>
                    <a:pt x="262" y="268"/>
                  </a:lnTo>
                  <a:lnTo>
                    <a:pt x="262" y="359"/>
                  </a:lnTo>
                  <a:lnTo>
                    <a:pt x="398" y="332"/>
                  </a:lnTo>
                  <a:lnTo>
                    <a:pt x="3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14:prism isInverted="1" isContent="1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5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0"/>
                            </p:stCondLst>
                            <p:childTnLst>
                              <p:par>
                                <p:cTn id="8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1" grpId="0" animBg="1"/>
      <p:bldP spid="22" grpId="0" animBg="1"/>
      <p:bldP spid="23" grpId="0" animBg="1"/>
      <p:bldP spid="24" grpId="0" animBg="1"/>
      <p:bldP spid="25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实践难点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1" name="Freeform 199"/>
          <p:cNvSpPr/>
          <p:nvPr/>
        </p:nvSpPr>
        <p:spPr bwMode="auto">
          <a:xfrm flipH="1">
            <a:off x="7928213" y="123478"/>
            <a:ext cx="509654" cy="2021681"/>
          </a:xfrm>
          <a:custGeom>
            <a:avLst/>
            <a:gdLst>
              <a:gd name="T0" fmla="*/ 680103 w 192"/>
              <a:gd name="T1" fmla="*/ 2564555 h 761"/>
              <a:gd name="T2" fmla="*/ 0 w 192"/>
              <a:gd name="T3" fmla="*/ 0 h 761"/>
              <a:gd name="T4" fmla="*/ 0 w 192"/>
              <a:gd name="T5" fmla="*/ 789911 h 761"/>
              <a:gd name="T6" fmla="*/ 680103 w 192"/>
              <a:gd name="T7" fmla="*/ 2695617 h 761"/>
              <a:gd name="T8" fmla="*/ 680103 w 192"/>
              <a:gd name="T9" fmla="*/ 2564555 h 7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2" h="761">
                <a:moveTo>
                  <a:pt x="192" y="724"/>
                </a:moveTo>
                <a:lnTo>
                  <a:pt x="0" y="0"/>
                </a:lnTo>
                <a:lnTo>
                  <a:pt x="0" y="223"/>
                </a:lnTo>
                <a:lnTo>
                  <a:pt x="192" y="761"/>
                </a:lnTo>
                <a:lnTo>
                  <a:pt x="192" y="724"/>
                </a:ln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2" name="Freeform 200"/>
          <p:cNvSpPr/>
          <p:nvPr/>
        </p:nvSpPr>
        <p:spPr bwMode="auto">
          <a:xfrm flipH="1">
            <a:off x="7923450" y="1143844"/>
            <a:ext cx="528706" cy="1178719"/>
          </a:xfrm>
          <a:custGeom>
            <a:avLst/>
            <a:gdLst>
              <a:gd name="T0" fmla="*/ 704900 w 199"/>
              <a:gd name="T1" fmla="*/ 1445220 h 444"/>
              <a:gd name="T2" fmla="*/ 0 w 199"/>
              <a:gd name="T3" fmla="*/ 0 h 444"/>
              <a:gd name="T4" fmla="*/ 0 w 199"/>
              <a:gd name="T5" fmla="*/ 807623 h 444"/>
              <a:gd name="T6" fmla="*/ 704900 w 199"/>
              <a:gd name="T7" fmla="*/ 1572739 h 444"/>
              <a:gd name="T8" fmla="*/ 704900 w 199"/>
              <a:gd name="T9" fmla="*/ 1445220 h 4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9" h="444">
                <a:moveTo>
                  <a:pt x="199" y="408"/>
                </a:moveTo>
                <a:lnTo>
                  <a:pt x="0" y="0"/>
                </a:lnTo>
                <a:lnTo>
                  <a:pt x="0" y="228"/>
                </a:lnTo>
                <a:lnTo>
                  <a:pt x="199" y="444"/>
                </a:lnTo>
                <a:lnTo>
                  <a:pt x="199" y="408"/>
                </a:ln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3" name="Freeform 201"/>
          <p:cNvSpPr/>
          <p:nvPr/>
        </p:nvSpPr>
        <p:spPr bwMode="auto">
          <a:xfrm flipH="1">
            <a:off x="7936550" y="2158256"/>
            <a:ext cx="515607" cy="600075"/>
          </a:xfrm>
          <a:custGeom>
            <a:avLst/>
            <a:gdLst>
              <a:gd name="T0" fmla="*/ 194 w 194"/>
              <a:gd name="T1" fmla="*/ 98 h 226"/>
              <a:gd name="T2" fmla="*/ 0 w 194"/>
              <a:gd name="T3" fmla="*/ 0 h 226"/>
              <a:gd name="T4" fmla="*/ 0 w 194"/>
              <a:gd name="T5" fmla="*/ 226 h 226"/>
              <a:gd name="T6" fmla="*/ 194 w 194"/>
              <a:gd name="T7" fmla="*/ 133 h 226"/>
              <a:gd name="T8" fmla="*/ 194 w 194"/>
              <a:gd name="T9" fmla="*/ 98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4" h="226">
                <a:moveTo>
                  <a:pt x="194" y="98"/>
                </a:moveTo>
                <a:lnTo>
                  <a:pt x="0" y="0"/>
                </a:lnTo>
                <a:lnTo>
                  <a:pt x="0" y="226"/>
                </a:lnTo>
                <a:lnTo>
                  <a:pt x="194" y="133"/>
                </a:lnTo>
                <a:lnTo>
                  <a:pt x="194" y="9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>
              <a:defRPr/>
            </a:pPr>
            <a:endParaRPr lang="id-ID">
              <a:latin typeface="+mn-lt"/>
            </a:endParaRPr>
          </a:p>
        </p:txBody>
      </p:sp>
      <p:sp>
        <p:nvSpPr>
          <p:cNvPr id="24" name="Freeform 202"/>
          <p:cNvSpPr/>
          <p:nvPr/>
        </p:nvSpPr>
        <p:spPr bwMode="auto">
          <a:xfrm flipH="1">
            <a:off x="7923450" y="2607121"/>
            <a:ext cx="528706" cy="1176338"/>
          </a:xfrm>
          <a:custGeom>
            <a:avLst/>
            <a:gdLst>
              <a:gd name="T0" fmla="*/ 199 w 199"/>
              <a:gd name="T1" fmla="*/ 0 h 443"/>
              <a:gd name="T2" fmla="*/ 0 w 199"/>
              <a:gd name="T3" fmla="*/ 218 h 443"/>
              <a:gd name="T4" fmla="*/ 0 w 199"/>
              <a:gd name="T5" fmla="*/ 443 h 443"/>
              <a:gd name="T6" fmla="*/ 199 w 199"/>
              <a:gd name="T7" fmla="*/ 35 h 443"/>
              <a:gd name="T8" fmla="*/ 199 w 199"/>
              <a:gd name="T9" fmla="*/ 0 h 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9" h="443">
                <a:moveTo>
                  <a:pt x="199" y="0"/>
                </a:moveTo>
                <a:lnTo>
                  <a:pt x="0" y="218"/>
                </a:lnTo>
                <a:lnTo>
                  <a:pt x="0" y="443"/>
                </a:lnTo>
                <a:lnTo>
                  <a:pt x="199" y="35"/>
                </a:lnTo>
                <a:lnTo>
                  <a:pt x="199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>
              <a:defRPr/>
            </a:pPr>
            <a:endParaRPr lang="id-ID">
              <a:latin typeface="+mn-lt"/>
            </a:endParaRPr>
          </a:p>
        </p:txBody>
      </p:sp>
      <p:sp>
        <p:nvSpPr>
          <p:cNvPr id="26" name="Rectangle 37"/>
          <p:cNvSpPr>
            <a:spLocks noChangeArrowheads="1"/>
          </p:cNvSpPr>
          <p:nvPr/>
        </p:nvSpPr>
        <p:spPr bwMode="auto">
          <a:xfrm flipH="1">
            <a:off x="8437868" y="123478"/>
            <a:ext cx="707323" cy="591741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pPr eaLnBrk="1" hangingPunct="1"/>
            <a:endParaRPr lang="zh-CN" altLang="zh-CN"/>
          </a:p>
        </p:txBody>
      </p:sp>
      <p:sp>
        <p:nvSpPr>
          <p:cNvPr id="27" name="Rectangle 38"/>
          <p:cNvSpPr>
            <a:spLocks noChangeArrowheads="1"/>
          </p:cNvSpPr>
          <p:nvPr/>
        </p:nvSpPr>
        <p:spPr bwMode="auto">
          <a:xfrm flipH="1">
            <a:off x="8452157" y="1143844"/>
            <a:ext cx="693034" cy="604838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pPr eaLnBrk="1" hangingPunct="1"/>
            <a:endParaRPr lang="zh-CN" altLang="zh-CN"/>
          </a:p>
        </p:txBody>
      </p:sp>
      <p:sp>
        <p:nvSpPr>
          <p:cNvPr id="28" name="Rectangle 39"/>
          <p:cNvSpPr>
            <a:spLocks noChangeArrowheads="1"/>
          </p:cNvSpPr>
          <p:nvPr/>
        </p:nvSpPr>
        <p:spPr bwMode="auto">
          <a:xfrm flipH="1">
            <a:off x="8452157" y="2158256"/>
            <a:ext cx="693034" cy="600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hangingPunct="1"/>
            <a:endParaRPr lang="zh-CN" altLang="zh-CN"/>
          </a:p>
        </p:txBody>
      </p:sp>
      <p:sp>
        <p:nvSpPr>
          <p:cNvPr id="29" name="Rectangle 40"/>
          <p:cNvSpPr>
            <a:spLocks noChangeArrowheads="1"/>
          </p:cNvSpPr>
          <p:nvPr/>
        </p:nvSpPr>
        <p:spPr bwMode="auto">
          <a:xfrm flipH="1">
            <a:off x="8446203" y="3181003"/>
            <a:ext cx="698987" cy="5976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hangingPunct="1"/>
            <a:endParaRPr lang="zh-CN" altLang="zh-CN"/>
          </a:p>
        </p:txBody>
      </p:sp>
      <p:sp>
        <p:nvSpPr>
          <p:cNvPr id="31" name="Rectangle 42"/>
          <p:cNvSpPr>
            <a:spLocks noChangeArrowheads="1"/>
          </p:cNvSpPr>
          <p:nvPr/>
        </p:nvSpPr>
        <p:spPr bwMode="auto">
          <a:xfrm flipH="1">
            <a:off x="7058944" y="2046337"/>
            <a:ext cx="869269" cy="98822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pPr eaLnBrk="1" hangingPunct="1"/>
            <a:endParaRPr lang="zh-CN" altLang="zh-CN"/>
          </a:p>
        </p:txBody>
      </p:sp>
      <p:sp>
        <p:nvSpPr>
          <p:cNvPr id="32" name="Freeform 43"/>
          <p:cNvSpPr>
            <a:spLocks noEditPoints="1"/>
          </p:cNvSpPr>
          <p:nvPr/>
        </p:nvSpPr>
        <p:spPr bwMode="auto">
          <a:xfrm flipH="1">
            <a:off x="6384963" y="500906"/>
            <a:ext cx="584673" cy="1160859"/>
          </a:xfrm>
          <a:custGeom>
            <a:avLst/>
            <a:gdLst>
              <a:gd name="T0" fmla="*/ 427350 w 93"/>
              <a:gd name="T1" fmla="*/ 782384 h 184"/>
              <a:gd name="T2" fmla="*/ 779285 w 93"/>
              <a:gd name="T3" fmla="*/ 395398 h 184"/>
              <a:gd name="T4" fmla="*/ 385453 w 93"/>
              <a:gd name="T5" fmla="*/ 0 h 184"/>
              <a:gd name="T6" fmla="*/ 0 w 93"/>
              <a:gd name="T7" fmla="*/ 395398 h 184"/>
              <a:gd name="T8" fmla="*/ 301659 w 93"/>
              <a:gd name="T9" fmla="*/ 773972 h 184"/>
              <a:gd name="T10" fmla="*/ 301659 w 93"/>
              <a:gd name="T11" fmla="*/ 1547943 h 184"/>
              <a:gd name="T12" fmla="*/ 427350 w 93"/>
              <a:gd name="T13" fmla="*/ 1547943 h 184"/>
              <a:gd name="T14" fmla="*/ 427350 w 93"/>
              <a:gd name="T15" fmla="*/ 782384 h 184"/>
              <a:gd name="T16" fmla="*/ 159209 w 93"/>
              <a:gd name="T17" fmla="*/ 395398 h 184"/>
              <a:gd name="T18" fmla="*/ 385453 w 93"/>
              <a:gd name="T19" fmla="*/ 159842 h 184"/>
              <a:gd name="T20" fmla="*/ 620076 w 93"/>
              <a:gd name="T21" fmla="*/ 395398 h 184"/>
              <a:gd name="T22" fmla="*/ 385453 w 93"/>
              <a:gd name="T23" fmla="*/ 622542 h 184"/>
              <a:gd name="T24" fmla="*/ 159209 w 93"/>
              <a:gd name="T25" fmla="*/ 395398 h 18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3" h="184">
                <a:moveTo>
                  <a:pt x="51" y="93"/>
                </a:moveTo>
                <a:cubicBezTo>
                  <a:pt x="75" y="90"/>
                  <a:pt x="93" y="71"/>
                  <a:pt x="93" y="47"/>
                </a:cubicBezTo>
                <a:cubicBezTo>
                  <a:pt x="93" y="21"/>
                  <a:pt x="72" y="0"/>
                  <a:pt x="46" y="0"/>
                </a:cubicBezTo>
                <a:cubicBezTo>
                  <a:pt x="21" y="0"/>
                  <a:pt x="0" y="21"/>
                  <a:pt x="0" y="47"/>
                </a:cubicBezTo>
                <a:cubicBezTo>
                  <a:pt x="0" y="69"/>
                  <a:pt x="15" y="87"/>
                  <a:pt x="36" y="92"/>
                </a:cubicBezTo>
                <a:cubicBezTo>
                  <a:pt x="36" y="184"/>
                  <a:pt x="36" y="184"/>
                  <a:pt x="36" y="184"/>
                </a:cubicBezTo>
                <a:cubicBezTo>
                  <a:pt x="51" y="184"/>
                  <a:pt x="51" y="184"/>
                  <a:pt x="51" y="184"/>
                </a:cubicBezTo>
                <a:lnTo>
                  <a:pt x="51" y="93"/>
                </a:lnTo>
                <a:close/>
                <a:moveTo>
                  <a:pt x="19" y="47"/>
                </a:moveTo>
                <a:cubicBezTo>
                  <a:pt x="19" y="32"/>
                  <a:pt x="31" y="19"/>
                  <a:pt x="46" y="19"/>
                </a:cubicBezTo>
                <a:cubicBezTo>
                  <a:pt x="61" y="19"/>
                  <a:pt x="74" y="32"/>
                  <a:pt x="74" y="47"/>
                </a:cubicBezTo>
                <a:cubicBezTo>
                  <a:pt x="74" y="62"/>
                  <a:pt x="61" y="74"/>
                  <a:pt x="46" y="74"/>
                </a:cubicBezTo>
                <a:cubicBezTo>
                  <a:pt x="31" y="74"/>
                  <a:pt x="19" y="62"/>
                  <a:pt x="19" y="47"/>
                </a:cubicBez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3" name="Freeform 44"/>
          <p:cNvSpPr/>
          <p:nvPr/>
        </p:nvSpPr>
        <p:spPr bwMode="auto">
          <a:xfrm flipH="1">
            <a:off x="6650507" y="1661766"/>
            <a:ext cx="408437" cy="483394"/>
          </a:xfrm>
          <a:custGeom>
            <a:avLst/>
            <a:gdLst>
              <a:gd name="T0" fmla="*/ 419615 w 65"/>
              <a:gd name="T1" fmla="*/ 0 h 77"/>
              <a:gd name="T2" fmla="*/ 419615 w 65"/>
              <a:gd name="T3" fmla="*/ 0 h 77"/>
              <a:gd name="T4" fmla="*/ 16785 w 65"/>
              <a:gd name="T5" fmla="*/ 510721 h 77"/>
              <a:gd name="T6" fmla="*/ 0 w 65"/>
              <a:gd name="T7" fmla="*/ 510721 h 77"/>
              <a:gd name="T8" fmla="*/ 0 w 65"/>
              <a:gd name="T9" fmla="*/ 644681 h 77"/>
              <a:gd name="T10" fmla="*/ 16785 w 65"/>
              <a:gd name="T11" fmla="*/ 644681 h 77"/>
              <a:gd name="T12" fmla="*/ 360869 w 65"/>
              <a:gd name="T13" fmla="*/ 527466 h 77"/>
              <a:gd name="T14" fmla="*/ 545500 w 65"/>
              <a:gd name="T15" fmla="*/ 0 h 77"/>
              <a:gd name="T16" fmla="*/ 545500 w 65"/>
              <a:gd name="T17" fmla="*/ 0 h 77"/>
              <a:gd name="T18" fmla="*/ 419615 w 65"/>
              <a:gd name="T19" fmla="*/ 0 h 7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5" h="77">
                <a:moveTo>
                  <a:pt x="50" y="0"/>
                </a:moveTo>
                <a:cubicBezTo>
                  <a:pt x="50" y="0"/>
                  <a:pt x="50" y="0"/>
                  <a:pt x="50" y="0"/>
                </a:cubicBezTo>
                <a:cubicBezTo>
                  <a:pt x="50" y="23"/>
                  <a:pt x="44" y="61"/>
                  <a:pt x="2" y="61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77"/>
                  <a:pt x="0" y="77"/>
                  <a:pt x="0" y="77"/>
                </a:cubicBezTo>
                <a:cubicBezTo>
                  <a:pt x="2" y="77"/>
                  <a:pt x="2" y="77"/>
                  <a:pt x="2" y="77"/>
                </a:cubicBezTo>
                <a:cubicBezTo>
                  <a:pt x="13" y="77"/>
                  <a:pt x="29" y="75"/>
                  <a:pt x="43" y="63"/>
                </a:cubicBezTo>
                <a:cubicBezTo>
                  <a:pt x="58" y="50"/>
                  <a:pt x="65" y="29"/>
                  <a:pt x="65" y="0"/>
                </a:cubicBezTo>
                <a:cubicBezTo>
                  <a:pt x="65" y="0"/>
                  <a:pt x="65" y="0"/>
                  <a:pt x="65" y="0"/>
                </a:cubicBezTo>
                <a:lnTo>
                  <a:pt x="50" y="0"/>
                </a:ln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4" name="Rectangle 45"/>
          <p:cNvSpPr>
            <a:spLocks noChangeArrowheads="1"/>
          </p:cNvSpPr>
          <p:nvPr/>
        </p:nvSpPr>
        <p:spPr bwMode="auto">
          <a:xfrm flipH="1">
            <a:off x="5531174" y="2227313"/>
            <a:ext cx="2392277" cy="9525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pPr eaLnBrk="1" hangingPunct="1"/>
            <a:endParaRPr lang="zh-CN" altLang="zh-CN"/>
          </a:p>
        </p:txBody>
      </p:sp>
      <p:sp>
        <p:nvSpPr>
          <p:cNvPr id="35" name="Freeform 46"/>
          <p:cNvSpPr/>
          <p:nvPr/>
        </p:nvSpPr>
        <p:spPr bwMode="auto">
          <a:xfrm flipH="1">
            <a:off x="5140598" y="1842741"/>
            <a:ext cx="390576" cy="478631"/>
          </a:xfrm>
          <a:custGeom>
            <a:avLst/>
            <a:gdLst>
              <a:gd name="T0" fmla="*/ 386330 w 62"/>
              <a:gd name="T1" fmla="*/ 0 h 76"/>
              <a:gd name="T2" fmla="*/ 386330 w 62"/>
              <a:gd name="T3" fmla="*/ 0 h 76"/>
              <a:gd name="T4" fmla="*/ 8398 w 62"/>
              <a:gd name="T5" fmla="*/ 511755 h 76"/>
              <a:gd name="T6" fmla="*/ 0 w 62"/>
              <a:gd name="T7" fmla="*/ 511755 h 76"/>
              <a:gd name="T8" fmla="*/ 0 w 62"/>
              <a:gd name="T9" fmla="*/ 637597 h 76"/>
              <a:gd name="T10" fmla="*/ 8398 w 62"/>
              <a:gd name="T11" fmla="*/ 637597 h 76"/>
              <a:gd name="T12" fmla="*/ 520705 w 62"/>
              <a:gd name="T13" fmla="*/ 0 h 76"/>
              <a:gd name="T14" fmla="*/ 520705 w 62"/>
              <a:gd name="T15" fmla="*/ 0 h 76"/>
              <a:gd name="T16" fmla="*/ 386330 w 62"/>
              <a:gd name="T17" fmla="*/ 0 h 7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2" h="76">
                <a:moveTo>
                  <a:pt x="46" y="0"/>
                </a:moveTo>
                <a:cubicBezTo>
                  <a:pt x="46" y="0"/>
                  <a:pt x="46" y="0"/>
                  <a:pt x="46" y="0"/>
                </a:cubicBezTo>
                <a:cubicBezTo>
                  <a:pt x="46" y="55"/>
                  <a:pt x="14" y="61"/>
                  <a:pt x="1" y="61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76"/>
                  <a:pt x="0" y="76"/>
                  <a:pt x="0" y="76"/>
                </a:cubicBezTo>
                <a:cubicBezTo>
                  <a:pt x="1" y="76"/>
                  <a:pt x="1" y="76"/>
                  <a:pt x="1" y="76"/>
                </a:cubicBezTo>
                <a:cubicBezTo>
                  <a:pt x="38" y="76"/>
                  <a:pt x="62" y="47"/>
                  <a:pt x="62" y="0"/>
                </a:cubicBezTo>
                <a:cubicBezTo>
                  <a:pt x="62" y="0"/>
                  <a:pt x="62" y="0"/>
                  <a:pt x="62" y="0"/>
                </a:cubicBezTo>
                <a:lnTo>
                  <a:pt x="46" y="0"/>
                </a:ln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6" name="Freeform 47"/>
          <p:cNvSpPr>
            <a:spLocks noEditPoints="1"/>
          </p:cNvSpPr>
          <p:nvPr/>
        </p:nvSpPr>
        <p:spPr bwMode="auto">
          <a:xfrm flipH="1">
            <a:off x="4895297" y="498526"/>
            <a:ext cx="579909" cy="1344215"/>
          </a:xfrm>
          <a:custGeom>
            <a:avLst/>
            <a:gdLst>
              <a:gd name="T0" fmla="*/ 444855 w 92"/>
              <a:gd name="T1" fmla="*/ 782578 h 213"/>
              <a:gd name="T2" fmla="*/ 772201 w 92"/>
              <a:gd name="T3" fmla="*/ 395496 h 213"/>
              <a:gd name="T4" fmla="*/ 386101 w 92"/>
              <a:gd name="T5" fmla="*/ 0 h 213"/>
              <a:gd name="T6" fmla="*/ 0 w 92"/>
              <a:gd name="T7" fmla="*/ 395496 h 213"/>
              <a:gd name="T8" fmla="*/ 310559 w 92"/>
              <a:gd name="T9" fmla="*/ 774163 h 213"/>
              <a:gd name="T10" fmla="*/ 310559 w 92"/>
              <a:gd name="T11" fmla="*/ 1792356 h 213"/>
              <a:gd name="T12" fmla="*/ 444855 w 92"/>
              <a:gd name="T13" fmla="*/ 1792356 h 213"/>
              <a:gd name="T14" fmla="*/ 444855 w 92"/>
              <a:gd name="T15" fmla="*/ 782578 h 213"/>
              <a:gd name="T16" fmla="*/ 159476 w 92"/>
              <a:gd name="T17" fmla="*/ 395496 h 213"/>
              <a:gd name="T18" fmla="*/ 386101 w 92"/>
              <a:gd name="T19" fmla="*/ 159882 h 213"/>
              <a:gd name="T20" fmla="*/ 612725 w 92"/>
              <a:gd name="T21" fmla="*/ 395496 h 213"/>
              <a:gd name="T22" fmla="*/ 386101 w 92"/>
              <a:gd name="T23" fmla="*/ 622696 h 213"/>
              <a:gd name="T24" fmla="*/ 159476 w 92"/>
              <a:gd name="T25" fmla="*/ 395496 h 21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" h="213">
                <a:moveTo>
                  <a:pt x="53" y="93"/>
                </a:moveTo>
                <a:cubicBezTo>
                  <a:pt x="75" y="89"/>
                  <a:pt x="92" y="70"/>
                  <a:pt x="92" y="47"/>
                </a:cubicBezTo>
                <a:cubicBezTo>
                  <a:pt x="92" y="21"/>
                  <a:pt x="72" y="0"/>
                  <a:pt x="46" y="0"/>
                </a:cubicBezTo>
                <a:cubicBezTo>
                  <a:pt x="20" y="0"/>
                  <a:pt x="0" y="21"/>
                  <a:pt x="0" y="47"/>
                </a:cubicBezTo>
                <a:cubicBezTo>
                  <a:pt x="0" y="69"/>
                  <a:pt x="16" y="88"/>
                  <a:pt x="37" y="92"/>
                </a:cubicBezTo>
                <a:cubicBezTo>
                  <a:pt x="37" y="213"/>
                  <a:pt x="37" y="213"/>
                  <a:pt x="37" y="213"/>
                </a:cubicBezTo>
                <a:cubicBezTo>
                  <a:pt x="53" y="213"/>
                  <a:pt x="53" y="213"/>
                  <a:pt x="53" y="213"/>
                </a:cubicBezTo>
                <a:lnTo>
                  <a:pt x="53" y="93"/>
                </a:lnTo>
                <a:close/>
                <a:moveTo>
                  <a:pt x="19" y="47"/>
                </a:moveTo>
                <a:cubicBezTo>
                  <a:pt x="19" y="32"/>
                  <a:pt x="31" y="19"/>
                  <a:pt x="46" y="19"/>
                </a:cubicBezTo>
                <a:cubicBezTo>
                  <a:pt x="61" y="19"/>
                  <a:pt x="73" y="32"/>
                  <a:pt x="73" y="47"/>
                </a:cubicBezTo>
                <a:cubicBezTo>
                  <a:pt x="73" y="62"/>
                  <a:pt x="61" y="74"/>
                  <a:pt x="46" y="74"/>
                </a:cubicBezTo>
                <a:cubicBezTo>
                  <a:pt x="31" y="74"/>
                  <a:pt x="19" y="62"/>
                  <a:pt x="19" y="47"/>
                </a:cubicBez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7" name="Rectangle 48"/>
          <p:cNvSpPr>
            <a:spLocks noChangeArrowheads="1"/>
          </p:cNvSpPr>
          <p:nvPr/>
        </p:nvSpPr>
        <p:spPr bwMode="auto">
          <a:xfrm flipH="1">
            <a:off x="4429760" y="2423160"/>
            <a:ext cx="3507105" cy="882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 eaLnBrk="1" hangingPunct="1"/>
            <a:endParaRPr lang="zh-CN" altLang="zh-CN"/>
          </a:p>
        </p:txBody>
      </p:sp>
      <p:sp>
        <p:nvSpPr>
          <p:cNvPr id="38" name="Freeform 49"/>
          <p:cNvSpPr>
            <a:spLocks noEditPoints="1"/>
          </p:cNvSpPr>
          <p:nvPr/>
        </p:nvSpPr>
        <p:spPr bwMode="auto">
          <a:xfrm rot="10800000" flipH="1">
            <a:off x="3730350" y="2872632"/>
            <a:ext cx="584673" cy="1450181"/>
          </a:xfrm>
          <a:custGeom>
            <a:avLst/>
            <a:gdLst>
              <a:gd name="T0" fmla="*/ 54 w 93"/>
              <a:gd name="T1" fmla="*/ 92 h 230"/>
              <a:gd name="T2" fmla="*/ 93 w 93"/>
              <a:gd name="T3" fmla="*/ 47 h 230"/>
              <a:gd name="T4" fmla="*/ 47 w 93"/>
              <a:gd name="T5" fmla="*/ 0 h 230"/>
              <a:gd name="T6" fmla="*/ 0 w 93"/>
              <a:gd name="T7" fmla="*/ 47 h 230"/>
              <a:gd name="T8" fmla="*/ 39 w 93"/>
              <a:gd name="T9" fmla="*/ 92 h 230"/>
              <a:gd name="T10" fmla="*/ 39 w 93"/>
              <a:gd name="T11" fmla="*/ 230 h 230"/>
              <a:gd name="T12" fmla="*/ 54 w 93"/>
              <a:gd name="T13" fmla="*/ 230 h 230"/>
              <a:gd name="T14" fmla="*/ 54 w 93"/>
              <a:gd name="T15" fmla="*/ 92 h 230"/>
              <a:gd name="T16" fmla="*/ 19 w 93"/>
              <a:gd name="T17" fmla="*/ 47 h 230"/>
              <a:gd name="T18" fmla="*/ 47 w 93"/>
              <a:gd name="T19" fmla="*/ 19 h 230"/>
              <a:gd name="T20" fmla="*/ 74 w 93"/>
              <a:gd name="T21" fmla="*/ 47 h 230"/>
              <a:gd name="T22" fmla="*/ 47 w 93"/>
              <a:gd name="T23" fmla="*/ 74 h 230"/>
              <a:gd name="T24" fmla="*/ 19 w 93"/>
              <a:gd name="T25" fmla="*/ 47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3" h="230">
                <a:moveTo>
                  <a:pt x="54" y="92"/>
                </a:moveTo>
                <a:cubicBezTo>
                  <a:pt x="76" y="89"/>
                  <a:pt x="93" y="70"/>
                  <a:pt x="93" y="47"/>
                </a:cubicBezTo>
                <a:cubicBezTo>
                  <a:pt x="93" y="21"/>
                  <a:pt x="72" y="0"/>
                  <a:pt x="47" y="0"/>
                </a:cubicBezTo>
                <a:cubicBezTo>
                  <a:pt x="21" y="0"/>
                  <a:pt x="0" y="21"/>
                  <a:pt x="0" y="47"/>
                </a:cubicBezTo>
                <a:cubicBezTo>
                  <a:pt x="0" y="70"/>
                  <a:pt x="17" y="89"/>
                  <a:pt x="39" y="92"/>
                </a:cubicBezTo>
                <a:cubicBezTo>
                  <a:pt x="39" y="230"/>
                  <a:pt x="39" y="230"/>
                  <a:pt x="39" y="230"/>
                </a:cubicBezTo>
                <a:cubicBezTo>
                  <a:pt x="54" y="230"/>
                  <a:pt x="54" y="230"/>
                  <a:pt x="54" y="230"/>
                </a:cubicBezTo>
                <a:lnTo>
                  <a:pt x="54" y="92"/>
                </a:lnTo>
                <a:close/>
                <a:moveTo>
                  <a:pt x="19" y="47"/>
                </a:moveTo>
                <a:cubicBezTo>
                  <a:pt x="19" y="32"/>
                  <a:pt x="31" y="19"/>
                  <a:pt x="47" y="19"/>
                </a:cubicBezTo>
                <a:cubicBezTo>
                  <a:pt x="62" y="19"/>
                  <a:pt x="74" y="32"/>
                  <a:pt x="74" y="47"/>
                </a:cubicBezTo>
                <a:cubicBezTo>
                  <a:pt x="74" y="62"/>
                  <a:pt x="62" y="74"/>
                  <a:pt x="47" y="74"/>
                </a:cubicBezTo>
                <a:cubicBezTo>
                  <a:pt x="31" y="74"/>
                  <a:pt x="19" y="62"/>
                  <a:pt x="19" y="4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>
              <a:defRPr/>
            </a:pPr>
            <a:endParaRPr lang="id-ID">
              <a:latin typeface="+mn-lt"/>
            </a:endParaRPr>
          </a:p>
        </p:txBody>
      </p:sp>
      <p:sp>
        <p:nvSpPr>
          <p:cNvPr id="39" name="Freeform 50"/>
          <p:cNvSpPr/>
          <p:nvPr/>
        </p:nvSpPr>
        <p:spPr bwMode="auto">
          <a:xfrm flipH="1" flipV="1">
            <a:off x="3971925" y="2421890"/>
            <a:ext cx="457200" cy="523875"/>
          </a:xfrm>
          <a:custGeom>
            <a:avLst/>
            <a:gdLst>
              <a:gd name="T0" fmla="*/ 58 w 73"/>
              <a:gd name="T1" fmla="*/ 0 h 89"/>
              <a:gd name="T2" fmla="*/ 58 w 73"/>
              <a:gd name="T3" fmla="*/ 1 h 89"/>
              <a:gd name="T4" fmla="*/ 1 w 73"/>
              <a:gd name="T5" fmla="*/ 74 h 89"/>
              <a:gd name="T6" fmla="*/ 0 w 73"/>
              <a:gd name="T7" fmla="*/ 74 h 89"/>
              <a:gd name="T8" fmla="*/ 0 w 73"/>
              <a:gd name="T9" fmla="*/ 89 h 89"/>
              <a:gd name="T10" fmla="*/ 1 w 73"/>
              <a:gd name="T11" fmla="*/ 89 h 89"/>
              <a:gd name="T12" fmla="*/ 58 w 73"/>
              <a:gd name="T13" fmla="*/ 60 h 89"/>
              <a:gd name="T14" fmla="*/ 73 w 73"/>
              <a:gd name="T15" fmla="*/ 1 h 89"/>
              <a:gd name="T16" fmla="*/ 73 w 73"/>
              <a:gd name="T17" fmla="*/ 0 h 89"/>
              <a:gd name="T18" fmla="*/ 58 w 73"/>
              <a:gd name="T19" fmla="*/ 0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3" h="89">
                <a:moveTo>
                  <a:pt x="58" y="0"/>
                </a:moveTo>
                <a:cubicBezTo>
                  <a:pt x="58" y="1"/>
                  <a:pt x="58" y="1"/>
                  <a:pt x="58" y="1"/>
                </a:cubicBezTo>
                <a:cubicBezTo>
                  <a:pt x="58" y="23"/>
                  <a:pt x="52" y="74"/>
                  <a:pt x="1" y="74"/>
                </a:cubicBezTo>
                <a:cubicBezTo>
                  <a:pt x="0" y="74"/>
                  <a:pt x="0" y="74"/>
                  <a:pt x="0" y="74"/>
                </a:cubicBezTo>
                <a:cubicBezTo>
                  <a:pt x="0" y="89"/>
                  <a:pt x="0" y="89"/>
                  <a:pt x="0" y="89"/>
                </a:cubicBezTo>
                <a:cubicBezTo>
                  <a:pt x="1" y="89"/>
                  <a:pt x="1" y="89"/>
                  <a:pt x="1" y="89"/>
                </a:cubicBezTo>
                <a:cubicBezTo>
                  <a:pt x="26" y="89"/>
                  <a:pt x="45" y="79"/>
                  <a:pt x="58" y="60"/>
                </a:cubicBezTo>
                <a:cubicBezTo>
                  <a:pt x="71" y="41"/>
                  <a:pt x="73" y="17"/>
                  <a:pt x="73" y="1"/>
                </a:cubicBezTo>
                <a:cubicBezTo>
                  <a:pt x="73" y="0"/>
                  <a:pt x="73" y="0"/>
                  <a:pt x="73" y="0"/>
                </a:cubicBezTo>
                <a:lnTo>
                  <a:pt x="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>
              <a:defRPr/>
            </a:pPr>
            <a:endParaRPr lang="id-ID">
              <a:latin typeface="+mn-lt"/>
            </a:endParaRPr>
          </a:p>
        </p:txBody>
      </p:sp>
      <p:sp>
        <p:nvSpPr>
          <p:cNvPr id="40" name="Freeform 51"/>
          <p:cNvSpPr/>
          <p:nvPr/>
        </p:nvSpPr>
        <p:spPr bwMode="auto">
          <a:xfrm flipH="1">
            <a:off x="6087285" y="2611488"/>
            <a:ext cx="383431" cy="503634"/>
          </a:xfrm>
          <a:custGeom>
            <a:avLst/>
            <a:gdLst>
              <a:gd name="T0" fmla="*/ 61 w 61"/>
              <a:gd name="T1" fmla="*/ 78 h 80"/>
              <a:gd name="T2" fmla="*/ 4 w 61"/>
              <a:gd name="T3" fmla="*/ 1 h 80"/>
              <a:gd name="T4" fmla="*/ 0 w 61"/>
              <a:gd name="T5" fmla="*/ 0 h 80"/>
              <a:gd name="T6" fmla="*/ 0 w 61"/>
              <a:gd name="T7" fmla="*/ 16 h 80"/>
              <a:gd name="T8" fmla="*/ 3 w 61"/>
              <a:gd name="T9" fmla="*/ 16 h 80"/>
              <a:gd name="T10" fmla="*/ 46 w 61"/>
              <a:gd name="T11" fmla="*/ 78 h 80"/>
              <a:gd name="T12" fmla="*/ 46 w 61"/>
              <a:gd name="T13" fmla="*/ 80 h 80"/>
              <a:gd name="T14" fmla="*/ 61 w 61"/>
              <a:gd name="T15" fmla="*/ 80 h 80"/>
              <a:gd name="T16" fmla="*/ 61 w 61"/>
              <a:gd name="T17" fmla="*/ 78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80">
                <a:moveTo>
                  <a:pt x="61" y="78"/>
                </a:moveTo>
                <a:cubicBezTo>
                  <a:pt x="61" y="26"/>
                  <a:pt x="45" y="3"/>
                  <a:pt x="4" y="1"/>
                </a:cubicBezTo>
                <a:cubicBezTo>
                  <a:pt x="3" y="1"/>
                  <a:pt x="2" y="1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1" y="16"/>
                  <a:pt x="2" y="16"/>
                  <a:pt x="3" y="16"/>
                </a:cubicBezTo>
                <a:cubicBezTo>
                  <a:pt x="26" y="18"/>
                  <a:pt x="46" y="24"/>
                  <a:pt x="46" y="78"/>
                </a:cubicBezTo>
                <a:cubicBezTo>
                  <a:pt x="46" y="80"/>
                  <a:pt x="46" y="80"/>
                  <a:pt x="46" y="80"/>
                </a:cubicBezTo>
                <a:cubicBezTo>
                  <a:pt x="61" y="80"/>
                  <a:pt x="61" y="80"/>
                  <a:pt x="61" y="80"/>
                </a:cubicBezTo>
                <a:lnTo>
                  <a:pt x="61" y="7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>
              <a:defRPr/>
            </a:pPr>
            <a:endParaRPr lang="id-ID">
              <a:latin typeface="+mn-lt"/>
            </a:endParaRPr>
          </a:p>
        </p:txBody>
      </p:sp>
      <p:sp>
        <p:nvSpPr>
          <p:cNvPr id="41" name="Freeform 52"/>
          <p:cNvSpPr/>
          <p:nvPr/>
        </p:nvSpPr>
        <p:spPr bwMode="auto">
          <a:xfrm flipH="1">
            <a:off x="6384925" y="2619375"/>
            <a:ext cx="1538605" cy="92075"/>
          </a:xfrm>
          <a:custGeom>
            <a:avLst/>
            <a:gdLst>
              <a:gd name="T0" fmla="*/ 0 w 501"/>
              <a:gd name="T1" fmla="*/ 2 h 17"/>
              <a:gd name="T2" fmla="*/ 0 w 501"/>
              <a:gd name="T3" fmla="*/ 17 h 17"/>
              <a:gd name="T4" fmla="*/ 501 w 501"/>
              <a:gd name="T5" fmla="*/ 17 h 17"/>
              <a:gd name="T6" fmla="*/ 501 w 501"/>
              <a:gd name="T7" fmla="*/ 1 h 17"/>
              <a:gd name="T8" fmla="*/ 0 w 501"/>
              <a:gd name="T9" fmla="*/ 2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1" h="17">
                <a:moveTo>
                  <a:pt x="0" y="2"/>
                </a:moveTo>
                <a:cubicBezTo>
                  <a:pt x="0" y="17"/>
                  <a:pt x="0" y="17"/>
                  <a:pt x="0" y="17"/>
                </a:cubicBezTo>
                <a:cubicBezTo>
                  <a:pt x="4" y="17"/>
                  <a:pt x="447" y="15"/>
                  <a:pt x="501" y="17"/>
                </a:cubicBezTo>
                <a:cubicBezTo>
                  <a:pt x="501" y="1"/>
                  <a:pt x="501" y="1"/>
                  <a:pt x="501" y="1"/>
                </a:cubicBezTo>
                <a:cubicBezTo>
                  <a:pt x="443" y="0"/>
                  <a:pt x="18" y="2"/>
                  <a:pt x="0" y="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>
              <a:defRPr/>
            </a:pPr>
            <a:endParaRPr lang="id-ID">
              <a:latin typeface="+mn-lt"/>
            </a:endParaRPr>
          </a:p>
        </p:txBody>
      </p:sp>
      <p:sp>
        <p:nvSpPr>
          <p:cNvPr id="42" name="Freeform 53"/>
          <p:cNvSpPr>
            <a:spLocks noEditPoints="1"/>
          </p:cNvSpPr>
          <p:nvPr/>
        </p:nvSpPr>
        <p:spPr bwMode="auto">
          <a:xfrm flipH="1">
            <a:off x="5855083" y="3103692"/>
            <a:ext cx="584673" cy="1331119"/>
          </a:xfrm>
          <a:custGeom>
            <a:avLst/>
            <a:gdLst>
              <a:gd name="T0" fmla="*/ 56 w 93"/>
              <a:gd name="T1" fmla="*/ 119 h 211"/>
              <a:gd name="T2" fmla="*/ 56 w 93"/>
              <a:gd name="T3" fmla="*/ 0 h 211"/>
              <a:gd name="T4" fmla="*/ 41 w 93"/>
              <a:gd name="T5" fmla="*/ 0 h 211"/>
              <a:gd name="T6" fmla="*/ 41 w 93"/>
              <a:gd name="T7" fmla="*/ 118 h 211"/>
              <a:gd name="T8" fmla="*/ 0 w 93"/>
              <a:gd name="T9" fmla="*/ 164 h 211"/>
              <a:gd name="T10" fmla="*/ 46 w 93"/>
              <a:gd name="T11" fmla="*/ 211 h 211"/>
              <a:gd name="T12" fmla="*/ 93 w 93"/>
              <a:gd name="T13" fmla="*/ 164 h 211"/>
              <a:gd name="T14" fmla="*/ 56 w 93"/>
              <a:gd name="T15" fmla="*/ 119 h 211"/>
              <a:gd name="T16" fmla="*/ 46 w 93"/>
              <a:gd name="T17" fmla="*/ 191 h 211"/>
              <a:gd name="T18" fmla="*/ 19 w 93"/>
              <a:gd name="T19" fmla="*/ 164 h 211"/>
              <a:gd name="T20" fmla="*/ 46 w 93"/>
              <a:gd name="T21" fmla="*/ 137 h 211"/>
              <a:gd name="T22" fmla="*/ 74 w 93"/>
              <a:gd name="T23" fmla="*/ 164 h 211"/>
              <a:gd name="T24" fmla="*/ 46 w 93"/>
              <a:gd name="T25" fmla="*/ 191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3" h="211">
                <a:moveTo>
                  <a:pt x="56" y="119"/>
                </a:moveTo>
                <a:cubicBezTo>
                  <a:pt x="56" y="0"/>
                  <a:pt x="56" y="0"/>
                  <a:pt x="56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118"/>
                  <a:pt x="41" y="118"/>
                  <a:pt x="41" y="118"/>
                </a:cubicBezTo>
                <a:cubicBezTo>
                  <a:pt x="18" y="121"/>
                  <a:pt x="0" y="141"/>
                  <a:pt x="0" y="164"/>
                </a:cubicBezTo>
                <a:cubicBezTo>
                  <a:pt x="0" y="190"/>
                  <a:pt x="21" y="211"/>
                  <a:pt x="46" y="211"/>
                </a:cubicBezTo>
                <a:cubicBezTo>
                  <a:pt x="72" y="211"/>
                  <a:pt x="93" y="190"/>
                  <a:pt x="93" y="164"/>
                </a:cubicBezTo>
                <a:cubicBezTo>
                  <a:pt x="93" y="142"/>
                  <a:pt x="77" y="123"/>
                  <a:pt x="56" y="119"/>
                </a:cubicBezTo>
                <a:close/>
                <a:moveTo>
                  <a:pt x="46" y="191"/>
                </a:moveTo>
                <a:cubicBezTo>
                  <a:pt x="31" y="191"/>
                  <a:pt x="19" y="179"/>
                  <a:pt x="19" y="164"/>
                </a:cubicBezTo>
                <a:cubicBezTo>
                  <a:pt x="19" y="149"/>
                  <a:pt x="31" y="137"/>
                  <a:pt x="46" y="137"/>
                </a:cubicBezTo>
                <a:cubicBezTo>
                  <a:pt x="61" y="137"/>
                  <a:pt x="74" y="149"/>
                  <a:pt x="74" y="164"/>
                </a:cubicBezTo>
                <a:cubicBezTo>
                  <a:pt x="74" y="179"/>
                  <a:pt x="61" y="191"/>
                  <a:pt x="46" y="191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>
              <a:defRPr/>
            </a:pPr>
            <a:endParaRPr lang="id-ID">
              <a:latin typeface="+mn-lt"/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6550660" y="570230"/>
            <a:ext cx="430530" cy="3911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id-ID" sz="2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id-ID" sz="2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 flipH="1">
            <a:off x="5048885" y="581660"/>
            <a:ext cx="363855" cy="3911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id-ID" sz="2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endParaRPr lang="id-ID" sz="2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 flipH="1">
            <a:off x="3885786" y="3838308"/>
            <a:ext cx="275070" cy="3911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id-ID" sz="2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endParaRPr lang="id-ID" sz="2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 flipH="1">
            <a:off x="6011075" y="3939510"/>
            <a:ext cx="276261" cy="391716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id-ID" sz="2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  <a:endParaRPr lang="id-ID" sz="2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1" name="Group 229"/>
          <p:cNvGrpSpPr/>
          <p:nvPr/>
        </p:nvGrpSpPr>
        <p:grpSpPr>
          <a:xfrm flipH="1">
            <a:off x="8697958" y="240338"/>
            <a:ext cx="242585" cy="292645"/>
            <a:chOff x="134906" y="3220464"/>
            <a:chExt cx="730251" cy="881063"/>
          </a:xfrm>
          <a:noFill/>
        </p:grpSpPr>
        <p:sp>
          <p:nvSpPr>
            <p:cNvPr id="52" name="Freeform 34"/>
            <p:cNvSpPr/>
            <p:nvPr/>
          </p:nvSpPr>
          <p:spPr bwMode="auto">
            <a:xfrm>
              <a:off x="134906" y="3220464"/>
              <a:ext cx="730251" cy="577851"/>
            </a:xfrm>
            <a:custGeom>
              <a:avLst/>
              <a:gdLst>
                <a:gd name="T0" fmla="*/ 124 w 192"/>
                <a:gd name="T1" fmla="*/ 96 h 152"/>
                <a:gd name="T2" fmla="*/ 116 w 192"/>
                <a:gd name="T3" fmla="*/ 92 h 152"/>
                <a:gd name="T4" fmla="*/ 116 w 192"/>
                <a:gd name="T5" fmla="*/ 80 h 152"/>
                <a:gd name="T6" fmla="*/ 120 w 192"/>
                <a:gd name="T7" fmla="*/ 60 h 152"/>
                <a:gd name="T8" fmla="*/ 121 w 192"/>
                <a:gd name="T9" fmla="*/ 25 h 152"/>
                <a:gd name="T10" fmla="*/ 96 w 192"/>
                <a:gd name="T11" fmla="*/ 0 h 152"/>
                <a:gd name="T12" fmla="*/ 72 w 192"/>
                <a:gd name="T13" fmla="*/ 24 h 152"/>
                <a:gd name="T14" fmla="*/ 72 w 192"/>
                <a:gd name="T15" fmla="*/ 60 h 152"/>
                <a:gd name="T16" fmla="*/ 76 w 192"/>
                <a:gd name="T17" fmla="*/ 80 h 152"/>
                <a:gd name="T18" fmla="*/ 76 w 192"/>
                <a:gd name="T19" fmla="*/ 92 h 152"/>
                <a:gd name="T20" fmla="*/ 68 w 192"/>
                <a:gd name="T21" fmla="*/ 96 h 152"/>
                <a:gd name="T22" fmla="*/ 16 w 192"/>
                <a:gd name="T23" fmla="*/ 96 h 152"/>
                <a:gd name="T24" fmla="*/ 0 w 192"/>
                <a:gd name="T25" fmla="*/ 116 h 152"/>
                <a:gd name="T26" fmla="*/ 0 w 192"/>
                <a:gd name="T27" fmla="*/ 152 h 152"/>
                <a:gd name="T28" fmla="*/ 192 w 192"/>
                <a:gd name="T29" fmla="*/ 152 h 152"/>
                <a:gd name="T30" fmla="*/ 192 w 192"/>
                <a:gd name="T31" fmla="*/ 116 h 152"/>
                <a:gd name="T32" fmla="*/ 176 w 192"/>
                <a:gd name="T33" fmla="*/ 96 h 152"/>
                <a:gd name="T34" fmla="*/ 124 w 192"/>
                <a:gd name="T35" fmla="*/ 9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2" h="152">
                  <a:moveTo>
                    <a:pt x="124" y="96"/>
                  </a:moveTo>
                  <a:cubicBezTo>
                    <a:pt x="121" y="96"/>
                    <a:pt x="118" y="95"/>
                    <a:pt x="116" y="92"/>
                  </a:cubicBezTo>
                  <a:cubicBezTo>
                    <a:pt x="114" y="89"/>
                    <a:pt x="115" y="83"/>
                    <a:pt x="116" y="80"/>
                  </a:cubicBezTo>
                  <a:cubicBezTo>
                    <a:pt x="119" y="72"/>
                    <a:pt x="120" y="68"/>
                    <a:pt x="120" y="60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11"/>
                    <a:pt x="110" y="0"/>
                    <a:pt x="96" y="0"/>
                  </a:cubicBezTo>
                  <a:cubicBezTo>
                    <a:pt x="82" y="0"/>
                    <a:pt x="72" y="10"/>
                    <a:pt x="72" y="24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8"/>
                    <a:pt x="73" y="72"/>
                    <a:pt x="76" y="80"/>
                  </a:cubicBezTo>
                  <a:cubicBezTo>
                    <a:pt x="77" y="83"/>
                    <a:pt x="78" y="89"/>
                    <a:pt x="76" y="92"/>
                  </a:cubicBezTo>
                  <a:cubicBezTo>
                    <a:pt x="74" y="95"/>
                    <a:pt x="71" y="96"/>
                    <a:pt x="68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8" y="96"/>
                    <a:pt x="0" y="108"/>
                    <a:pt x="0" y="116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92" y="152"/>
                    <a:pt x="192" y="152"/>
                    <a:pt x="192" y="152"/>
                  </a:cubicBezTo>
                  <a:cubicBezTo>
                    <a:pt x="192" y="116"/>
                    <a:pt x="192" y="116"/>
                    <a:pt x="192" y="116"/>
                  </a:cubicBezTo>
                  <a:cubicBezTo>
                    <a:pt x="192" y="108"/>
                    <a:pt x="184" y="96"/>
                    <a:pt x="176" y="96"/>
                  </a:cubicBezTo>
                  <a:lnTo>
                    <a:pt x="124" y="96"/>
                  </a:lnTo>
                  <a:close/>
                </a:path>
              </a:pathLst>
            </a:cu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53" name="Freeform 35"/>
            <p:cNvSpPr/>
            <p:nvPr/>
          </p:nvSpPr>
          <p:spPr bwMode="auto">
            <a:xfrm>
              <a:off x="165069" y="3798314"/>
              <a:ext cx="669926" cy="303213"/>
            </a:xfrm>
            <a:custGeom>
              <a:avLst/>
              <a:gdLst>
                <a:gd name="T0" fmla="*/ 422 w 422"/>
                <a:gd name="T1" fmla="*/ 191 h 191"/>
                <a:gd name="T2" fmla="*/ 115 w 422"/>
                <a:gd name="T3" fmla="*/ 191 h 191"/>
                <a:gd name="T4" fmla="*/ 115 w 422"/>
                <a:gd name="T5" fmla="*/ 95 h 191"/>
                <a:gd name="T6" fmla="*/ 67 w 422"/>
                <a:gd name="T7" fmla="*/ 191 h 191"/>
                <a:gd name="T8" fmla="*/ 0 w 422"/>
                <a:gd name="T9" fmla="*/ 191 h 191"/>
                <a:gd name="T10" fmla="*/ 0 w 422"/>
                <a:gd name="T11" fmla="*/ 0 h 191"/>
                <a:gd name="T12" fmla="*/ 422 w 422"/>
                <a:gd name="T13" fmla="*/ 0 h 191"/>
                <a:gd name="T14" fmla="*/ 422 w 422"/>
                <a:gd name="T1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2" h="191">
                  <a:moveTo>
                    <a:pt x="422" y="191"/>
                  </a:moveTo>
                  <a:lnTo>
                    <a:pt x="115" y="191"/>
                  </a:lnTo>
                  <a:lnTo>
                    <a:pt x="115" y="95"/>
                  </a:lnTo>
                  <a:lnTo>
                    <a:pt x="67" y="191"/>
                  </a:lnTo>
                  <a:lnTo>
                    <a:pt x="0" y="191"/>
                  </a:lnTo>
                  <a:lnTo>
                    <a:pt x="0" y="0"/>
                  </a:lnTo>
                  <a:lnTo>
                    <a:pt x="422" y="0"/>
                  </a:lnTo>
                  <a:lnTo>
                    <a:pt x="422" y="191"/>
                  </a:lnTo>
                  <a:close/>
                </a:path>
              </a:pathLst>
            </a:cu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54" name="Line 36"/>
            <p:cNvSpPr>
              <a:spLocks noChangeShapeType="1"/>
            </p:cNvSpPr>
            <p:nvPr/>
          </p:nvSpPr>
          <p:spPr bwMode="auto">
            <a:xfrm>
              <a:off x="742919" y="3904677"/>
              <a:ext cx="0" cy="196850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55" name="Line 37"/>
            <p:cNvSpPr>
              <a:spLocks noChangeShapeType="1"/>
            </p:cNvSpPr>
            <p:nvPr/>
          </p:nvSpPr>
          <p:spPr bwMode="auto">
            <a:xfrm>
              <a:off x="652432" y="3949127"/>
              <a:ext cx="0" cy="152400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56" name="Line 38"/>
            <p:cNvSpPr>
              <a:spLocks noChangeShapeType="1"/>
            </p:cNvSpPr>
            <p:nvPr/>
          </p:nvSpPr>
          <p:spPr bwMode="auto">
            <a:xfrm>
              <a:off x="560357" y="4011039"/>
              <a:ext cx="0" cy="90488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57" name="Oval 39"/>
            <p:cNvSpPr>
              <a:spLocks noChangeArrowheads="1"/>
            </p:cNvSpPr>
            <p:nvPr/>
          </p:nvSpPr>
          <p:spPr bwMode="auto">
            <a:xfrm>
              <a:off x="480981" y="3296664"/>
              <a:ext cx="38100" cy="38100"/>
            </a:xfrm>
            <a:prstGeom prst="ellips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</p:grpSp>
      <p:sp>
        <p:nvSpPr>
          <p:cNvPr id="58" name="Freeform 5"/>
          <p:cNvSpPr>
            <a:spLocks noEditPoints="1"/>
          </p:cNvSpPr>
          <p:nvPr/>
        </p:nvSpPr>
        <p:spPr bwMode="auto">
          <a:xfrm flipH="1">
            <a:off x="8687931" y="1329581"/>
            <a:ext cx="263163" cy="257175"/>
          </a:xfrm>
          <a:custGeom>
            <a:avLst/>
            <a:gdLst>
              <a:gd name="T0" fmla="*/ 301244 w 208"/>
              <a:gd name="T1" fmla="*/ 132842 h 204"/>
              <a:gd name="T2" fmla="*/ 292829 w 208"/>
              <a:gd name="T3" fmla="*/ 110982 h 204"/>
              <a:gd name="T4" fmla="*/ 311342 w 208"/>
              <a:gd name="T5" fmla="*/ 63899 h 204"/>
              <a:gd name="T6" fmla="*/ 284415 w 208"/>
              <a:gd name="T7" fmla="*/ 36994 h 204"/>
              <a:gd name="T8" fmla="*/ 235610 w 208"/>
              <a:gd name="T9" fmla="*/ 55491 h 204"/>
              <a:gd name="T10" fmla="*/ 215415 w 208"/>
              <a:gd name="T11" fmla="*/ 47083 h 204"/>
              <a:gd name="T12" fmla="*/ 193537 w 208"/>
              <a:gd name="T13" fmla="*/ 0 h 204"/>
              <a:gd name="T14" fmla="*/ 154829 w 208"/>
              <a:gd name="T15" fmla="*/ 0 h 204"/>
              <a:gd name="T16" fmla="*/ 134634 w 208"/>
              <a:gd name="T17" fmla="*/ 47083 h 204"/>
              <a:gd name="T18" fmla="*/ 112756 w 208"/>
              <a:gd name="T19" fmla="*/ 55491 h 204"/>
              <a:gd name="T20" fmla="*/ 63951 w 208"/>
              <a:gd name="T21" fmla="*/ 36994 h 204"/>
              <a:gd name="T22" fmla="*/ 37024 w 208"/>
              <a:gd name="T23" fmla="*/ 63899 h 204"/>
              <a:gd name="T24" fmla="*/ 57220 w 208"/>
              <a:gd name="T25" fmla="*/ 110982 h 204"/>
              <a:gd name="T26" fmla="*/ 47122 w 208"/>
              <a:gd name="T27" fmla="*/ 132842 h 204"/>
              <a:gd name="T28" fmla="*/ 0 w 208"/>
              <a:gd name="T29" fmla="*/ 153021 h 204"/>
              <a:gd name="T30" fmla="*/ 0 w 208"/>
              <a:gd name="T31" fmla="*/ 191696 h 204"/>
              <a:gd name="T32" fmla="*/ 47122 w 208"/>
              <a:gd name="T33" fmla="*/ 210193 h 204"/>
              <a:gd name="T34" fmla="*/ 57220 w 208"/>
              <a:gd name="T35" fmla="*/ 232053 h 204"/>
              <a:gd name="T36" fmla="*/ 37024 w 208"/>
              <a:gd name="T37" fmla="*/ 280818 h 204"/>
              <a:gd name="T38" fmla="*/ 65634 w 208"/>
              <a:gd name="T39" fmla="*/ 306041 h 204"/>
              <a:gd name="T40" fmla="*/ 112756 w 208"/>
              <a:gd name="T41" fmla="*/ 287544 h 204"/>
              <a:gd name="T42" fmla="*/ 134634 w 208"/>
              <a:gd name="T43" fmla="*/ 295952 h 204"/>
              <a:gd name="T44" fmla="*/ 156512 w 208"/>
              <a:gd name="T45" fmla="*/ 343035 h 204"/>
              <a:gd name="T46" fmla="*/ 195220 w 208"/>
              <a:gd name="T47" fmla="*/ 343035 h 204"/>
              <a:gd name="T48" fmla="*/ 215415 w 208"/>
              <a:gd name="T49" fmla="*/ 295952 h 204"/>
              <a:gd name="T50" fmla="*/ 237293 w 208"/>
              <a:gd name="T51" fmla="*/ 287544 h 204"/>
              <a:gd name="T52" fmla="*/ 286098 w 208"/>
              <a:gd name="T53" fmla="*/ 306041 h 204"/>
              <a:gd name="T54" fmla="*/ 313025 w 208"/>
              <a:gd name="T55" fmla="*/ 279136 h 204"/>
              <a:gd name="T56" fmla="*/ 292829 w 208"/>
              <a:gd name="T57" fmla="*/ 232053 h 204"/>
              <a:gd name="T58" fmla="*/ 301244 w 208"/>
              <a:gd name="T59" fmla="*/ 210193 h 204"/>
              <a:gd name="T60" fmla="*/ 350049 w 208"/>
              <a:gd name="T61" fmla="*/ 190014 h 204"/>
              <a:gd name="T62" fmla="*/ 350049 w 208"/>
              <a:gd name="T63" fmla="*/ 151339 h 204"/>
              <a:gd name="T64" fmla="*/ 301244 w 208"/>
              <a:gd name="T65" fmla="*/ 132842 h 204"/>
              <a:gd name="T66" fmla="*/ 230561 w 208"/>
              <a:gd name="T67" fmla="*/ 171518 h 204"/>
              <a:gd name="T68" fmla="*/ 175025 w 208"/>
              <a:gd name="T69" fmla="*/ 227008 h 204"/>
              <a:gd name="T70" fmla="*/ 117805 w 208"/>
              <a:gd name="T71" fmla="*/ 171518 h 204"/>
              <a:gd name="T72" fmla="*/ 175025 w 208"/>
              <a:gd name="T73" fmla="*/ 116027 h 204"/>
              <a:gd name="T74" fmla="*/ 230561 w 208"/>
              <a:gd name="T75" fmla="*/ 171518 h 204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08" h="204">
                <a:moveTo>
                  <a:pt x="179" y="79"/>
                </a:moveTo>
                <a:cubicBezTo>
                  <a:pt x="174" y="66"/>
                  <a:pt x="174" y="66"/>
                  <a:pt x="174" y="66"/>
                </a:cubicBezTo>
                <a:cubicBezTo>
                  <a:pt x="174" y="66"/>
                  <a:pt x="186" y="39"/>
                  <a:pt x="185" y="38"/>
                </a:cubicBezTo>
                <a:cubicBezTo>
                  <a:pt x="169" y="22"/>
                  <a:pt x="169" y="22"/>
                  <a:pt x="169" y="22"/>
                </a:cubicBezTo>
                <a:cubicBezTo>
                  <a:pt x="168" y="21"/>
                  <a:pt x="140" y="33"/>
                  <a:pt x="140" y="33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8" y="28"/>
                  <a:pt x="116" y="0"/>
                  <a:pt x="115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0" y="0"/>
                  <a:pt x="80" y="28"/>
                  <a:pt x="80" y="28"/>
                </a:cubicBezTo>
                <a:cubicBezTo>
                  <a:pt x="67" y="33"/>
                  <a:pt x="67" y="33"/>
                  <a:pt x="67" y="33"/>
                </a:cubicBezTo>
                <a:cubicBezTo>
                  <a:pt x="67" y="33"/>
                  <a:pt x="39" y="21"/>
                  <a:pt x="38" y="22"/>
                </a:cubicBezTo>
                <a:cubicBezTo>
                  <a:pt x="22" y="38"/>
                  <a:pt x="22" y="38"/>
                  <a:pt x="22" y="38"/>
                </a:cubicBezTo>
                <a:cubicBezTo>
                  <a:pt x="21" y="39"/>
                  <a:pt x="34" y="66"/>
                  <a:pt x="34" y="66"/>
                </a:cubicBezTo>
                <a:cubicBezTo>
                  <a:pt x="28" y="79"/>
                  <a:pt x="28" y="79"/>
                  <a:pt x="28" y="79"/>
                </a:cubicBezTo>
                <a:cubicBezTo>
                  <a:pt x="28" y="79"/>
                  <a:pt x="0" y="90"/>
                  <a:pt x="0" y="91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5"/>
                  <a:pt x="28" y="125"/>
                  <a:pt x="28" y="125"/>
                </a:cubicBezTo>
                <a:cubicBezTo>
                  <a:pt x="34" y="138"/>
                  <a:pt x="34" y="138"/>
                  <a:pt x="34" y="138"/>
                </a:cubicBezTo>
                <a:cubicBezTo>
                  <a:pt x="34" y="138"/>
                  <a:pt x="21" y="166"/>
                  <a:pt x="22" y="167"/>
                </a:cubicBezTo>
                <a:cubicBezTo>
                  <a:pt x="39" y="182"/>
                  <a:pt x="39" y="182"/>
                  <a:pt x="39" y="182"/>
                </a:cubicBezTo>
                <a:cubicBezTo>
                  <a:pt x="40" y="183"/>
                  <a:pt x="67" y="171"/>
                  <a:pt x="67" y="171"/>
                </a:cubicBezTo>
                <a:cubicBezTo>
                  <a:pt x="80" y="176"/>
                  <a:pt x="80" y="176"/>
                  <a:pt x="80" y="176"/>
                </a:cubicBezTo>
                <a:cubicBezTo>
                  <a:pt x="80" y="176"/>
                  <a:pt x="91" y="204"/>
                  <a:pt x="93" y="204"/>
                </a:cubicBezTo>
                <a:cubicBezTo>
                  <a:pt x="116" y="204"/>
                  <a:pt x="116" y="204"/>
                  <a:pt x="116" y="204"/>
                </a:cubicBezTo>
                <a:cubicBezTo>
                  <a:pt x="117" y="204"/>
                  <a:pt x="128" y="176"/>
                  <a:pt x="128" y="176"/>
                </a:cubicBezTo>
                <a:cubicBezTo>
                  <a:pt x="141" y="171"/>
                  <a:pt x="141" y="171"/>
                  <a:pt x="141" y="171"/>
                </a:cubicBezTo>
                <a:cubicBezTo>
                  <a:pt x="141" y="171"/>
                  <a:pt x="169" y="183"/>
                  <a:pt x="170" y="182"/>
                </a:cubicBezTo>
                <a:cubicBezTo>
                  <a:pt x="186" y="166"/>
                  <a:pt x="186" y="166"/>
                  <a:pt x="186" y="166"/>
                </a:cubicBezTo>
                <a:cubicBezTo>
                  <a:pt x="187" y="165"/>
                  <a:pt x="174" y="138"/>
                  <a:pt x="174" y="138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5"/>
                  <a:pt x="208" y="114"/>
                  <a:pt x="208" y="113"/>
                </a:cubicBezTo>
                <a:cubicBezTo>
                  <a:pt x="208" y="90"/>
                  <a:pt x="208" y="90"/>
                  <a:pt x="208" y="90"/>
                </a:cubicBezTo>
                <a:cubicBezTo>
                  <a:pt x="208" y="89"/>
                  <a:pt x="179" y="79"/>
                  <a:pt x="179" y="79"/>
                </a:cubicBezTo>
                <a:moveTo>
                  <a:pt x="137" y="102"/>
                </a:moveTo>
                <a:cubicBezTo>
                  <a:pt x="137" y="120"/>
                  <a:pt x="122" y="135"/>
                  <a:pt x="104" y="135"/>
                </a:cubicBezTo>
                <a:cubicBezTo>
                  <a:pt x="85" y="135"/>
                  <a:pt x="70" y="120"/>
                  <a:pt x="70" y="102"/>
                </a:cubicBezTo>
                <a:cubicBezTo>
                  <a:pt x="70" y="84"/>
                  <a:pt x="85" y="69"/>
                  <a:pt x="104" y="69"/>
                </a:cubicBezTo>
                <a:cubicBezTo>
                  <a:pt x="122" y="69"/>
                  <a:pt x="137" y="84"/>
                  <a:pt x="137" y="10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40" tIns="45720" rIns="91440" bIns="45720"/>
          <a:lstStyle/>
          <a:p>
            <a:endParaRPr lang="zh-CN" altLang="en-US"/>
          </a:p>
        </p:txBody>
      </p:sp>
      <p:grpSp>
        <p:nvGrpSpPr>
          <p:cNvPr id="59" name="Group 237"/>
          <p:cNvGrpSpPr/>
          <p:nvPr/>
        </p:nvGrpSpPr>
        <p:grpSpPr>
          <a:xfrm flipH="1">
            <a:off x="5370590" y="4007620"/>
            <a:ext cx="280779" cy="428459"/>
            <a:chOff x="6553" y="1835403"/>
            <a:chExt cx="576263" cy="879476"/>
          </a:xfrm>
          <a:solidFill>
            <a:srgbClr val="E9344C"/>
          </a:solidFill>
        </p:grpSpPr>
        <p:sp>
          <p:nvSpPr>
            <p:cNvPr id="60" name="Freeform 50"/>
            <p:cNvSpPr/>
            <p:nvPr/>
          </p:nvSpPr>
          <p:spPr bwMode="auto">
            <a:xfrm>
              <a:off x="63703" y="1835403"/>
              <a:ext cx="442913" cy="150813"/>
            </a:xfrm>
            <a:custGeom>
              <a:avLst/>
              <a:gdLst>
                <a:gd name="T0" fmla="*/ 231 w 279"/>
                <a:gd name="T1" fmla="*/ 95 h 95"/>
                <a:gd name="T2" fmla="*/ 58 w 279"/>
                <a:gd name="T3" fmla="*/ 95 h 95"/>
                <a:gd name="T4" fmla="*/ 0 w 279"/>
                <a:gd name="T5" fmla="*/ 0 h 95"/>
                <a:gd name="T6" fmla="*/ 279 w 279"/>
                <a:gd name="T7" fmla="*/ 0 h 95"/>
                <a:gd name="T8" fmla="*/ 231 w 279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9" h="95">
                  <a:moveTo>
                    <a:pt x="231" y="95"/>
                  </a:moveTo>
                  <a:lnTo>
                    <a:pt x="58" y="95"/>
                  </a:lnTo>
                  <a:lnTo>
                    <a:pt x="0" y="0"/>
                  </a:lnTo>
                  <a:lnTo>
                    <a:pt x="279" y="0"/>
                  </a:lnTo>
                  <a:lnTo>
                    <a:pt x="231" y="95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61" name="Freeform 51"/>
            <p:cNvSpPr/>
            <p:nvPr/>
          </p:nvSpPr>
          <p:spPr bwMode="auto">
            <a:xfrm>
              <a:off x="6553" y="1986216"/>
              <a:ext cx="576263" cy="728663"/>
            </a:xfrm>
            <a:custGeom>
              <a:avLst/>
              <a:gdLst>
                <a:gd name="T0" fmla="*/ 219 w 363"/>
                <a:gd name="T1" fmla="*/ 459 h 459"/>
                <a:gd name="T2" fmla="*/ 142 w 363"/>
                <a:gd name="T3" fmla="*/ 459 h 459"/>
                <a:gd name="T4" fmla="*/ 0 w 363"/>
                <a:gd name="T5" fmla="*/ 158 h 459"/>
                <a:gd name="T6" fmla="*/ 94 w 363"/>
                <a:gd name="T7" fmla="*/ 0 h 459"/>
                <a:gd name="T8" fmla="*/ 267 w 363"/>
                <a:gd name="T9" fmla="*/ 0 h 459"/>
                <a:gd name="T10" fmla="*/ 363 w 363"/>
                <a:gd name="T11" fmla="*/ 158 h 459"/>
                <a:gd name="T12" fmla="*/ 219 w 363"/>
                <a:gd name="T13" fmla="*/ 459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3" h="459">
                  <a:moveTo>
                    <a:pt x="219" y="459"/>
                  </a:moveTo>
                  <a:lnTo>
                    <a:pt x="142" y="459"/>
                  </a:lnTo>
                  <a:lnTo>
                    <a:pt x="0" y="158"/>
                  </a:lnTo>
                  <a:lnTo>
                    <a:pt x="94" y="0"/>
                  </a:lnTo>
                  <a:lnTo>
                    <a:pt x="267" y="0"/>
                  </a:lnTo>
                  <a:lnTo>
                    <a:pt x="363" y="158"/>
                  </a:lnTo>
                  <a:lnTo>
                    <a:pt x="219" y="459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62" name="Line 52"/>
            <p:cNvSpPr>
              <a:spLocks noChangeShapeType="1"/>
            </p:cNvSpPr>
            <p:nvPr/>
          </p:nvSpPr>
          <p:spPr bwMode="auto">
            <a:xfrm>
              <a:off x="292303" y="2291016"/>
              <a:ext cx="0" cy="423863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63" name="Oval 53"/>
            <p:cNvSpPr>
              <a:spLocks noChangeArrowheads="1"/>
            </p:cNvSpPr>
            <p:nvPr/>
          </p:nvSpPr>
          <p:spPr bwMode="auto">
            <a:xfrm>
              <a:off x="216103" y="2138616"/>
              <a:ext cx="152400" cy="152400"/>
            </a:xfrm>
            <a:prstGeom prst="ellips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</p:grpSp>
      <p:sp>
        <p:nvSpPr>
          <p:cNvPr id="64" name="Freeform 12"/>
          <p:cNvSpPr>
            <a:spLocks noEditPoints="1"/>
          </p:cNvSpPr>
          <p:nvPr/>
        </p:nvSpPr>
        <p:spPr bwMode="auto">
          <a:xfrm flipH="1">
            <a:off x="8698648" y="3366741"/>
            <a:ext cx="240538" cy="198835"/>
          </a:xfrm>
          <a:custGeom>
            <a:avLst/>
            <a:gdLst>
              <a:gd name="T0" fmla="*/ 293137 w 242"/>
              <a:gd name="T1" fmla="*/ 0 h 200"/>
              <a:gd name="T2" fmla="*/ 226817 w 242"/>
              <a:gd name="T3" fmla="*/ 0 h 200"/>
              <a:gd name="T4" fmla="*/ 179066 w 242"/>
              <a:gd name="T5" fmla="*/ 19958 h 200"/>
              <a:gd name="T6" fmla="*/ 67647 w 242"/>
              <a:gd name="T7" fmla="*/ 131723 h 200"/>
              <a:gd name="T8" fmla="*/ 67647 w 242"/>
              <a:gd name="T9" fmla="*/ 171640 h 200"/>
              <a:gd name="T10" fmla="*/ 149885 w 242"/>
              <a:gd name="T11" fmla="*/ 255464 h 200"/>
              <a:gd name="T12" fmla="*/ 189677 w 242"/>
              <a:gd name="T13" fmla="*/ 255464 h 200"/>
              <a:gd name="T14" fmla="*/ 301096 w 242"/>
              <a:gd name="T15" fmla="*/ 143698 h 200"/>
              <a:gd name="T16" fmla="*/ 320992 w 242"/>
              <a:gd name="T17" fmla="*/ 94468 h 200"/>
              <a:gd name="T18" fmla="*/ 320992 w 242"/>
              <a:gd name="T19" fmla="*/ 29272 h 200"/>
              <a:gd name="T20" fmla="*/ 293137 w 242"/>
              <a:gd name="T21" fmla="*/ 0 h 200"/>
              <a:gd name="T22" fmla="*/ 254671 w 242"/>
              <a:gd name="T23" fmla="*/ 94468 h 200"/>
              <a:gd name="T24" fmla="*/ 226817 w 242"/>
              <a:gd name="T25" fmla="*/ 66527 h 200"/>
              <a:gd name="T26" fmla="*/ 254671 w 242"/>
              <a:gd name="T27" fmla="*/ 38586 h 200"/>
              <a:gd name="T28" fmla="*/ 283852 w 242"/>
              <a:gd name="T29" fmla="*/ 66527 h 200"/>
              <a:gd name="T30" fmla="*/ 254671 w 242"/>
              <a:gd name="T31" fmla="*/ 94468 h 200"/>
              <a:gd name="T32" fmla="*/ 25202 w 242"/>
              <a:gd name="T33" fmla="*/ 158334 h 200"/>
              <a:gd name="T34" fmla="*/ 126009 w 242"/>
              <a:gd name="T35" fmla="*/ 260786 h 200"/>
              <a:gd name="T36" fmla="*/ 92849 w 242"/>
              <a:gd name="T37" fmla="*/ 255464 h 200"/>
              <a:gd name="T38" fmla="*/ 10611 w 242"/>
              <a:gd name="T39" fmla="*/ 171640 h 200"/>
              <a:gd name="T40" fmla="*/ 10611 w 242"/>
              <a:gd name="T41" fmla="*/ 131723 h 200"/>
              <a:gd name="T42" fmla="*/ 122030 w 242"/>
              <a:gd name="T43" fmla="*/ 19958 h 200"/>
              <a:gd name="T44" fmla="*/ 169781 w 242"/>
              <a:gd name="T45" fmla="*/ 0 h 200"/>
              <a:gd name="T46" fmla="*/ 25202 w 242"/>
              <a:gd name="T47" fmla="*/ 145029 h 200"/>
              <a:gd name="T48" fmla="*/ 25202 w 242"/>
              <a:gd name="T49" fmla="*/ 158334 h 20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42" h="200">
                <a:moveTo>
                  <a:pt x="221" y="0"/>
                </a:moveTo>
                <a:cubicBezTo>
                  <a:pt x="171" y="0"/>
                  <a:pt x="171" y="0"/>
                  <a:pt x="171" y="0"/>
                </a:cubicBezTo>
                <a:cubicBezTo>
                  <a:pt x="159" y="0"/>
                  <a:pt x="143" y="7"/>
                  <a:pt x="135" y="15"/>
                </a:cubicBezTo>
                <a:cubicBezTo>
                  <a:pt x="51" y="99"/>
                  <a:pt x="51" y="99"/>
                  <a:pt x="51" y="99"/>
                </a:cubicBezTo>
                <a:cubicBezTo>
                  <a:pt x="42" y="107"/>
                  <a:pt x="42" y="121"/>
                  <a:pt x="51" y="129"/>
                </a:cubicBezTo>
                <a:cubicBezTo>
                  <a:pt x="113" y="192"/>
                  <a:pt x="113" y="192"/>
                  <a:pt x="113" y="192"/>
                </a:cubicBezTo>
                <a:cubicBezTo>
                  <a:pt x="121" y="200"/>
                  <a:pt x="135" y="200"/>
                  <a:pt x="143" y="192"/>
                </a:cubicBezTo>
                <a:cubicBezTo>
                  <a:pt x="227" y="108"/>
                  <a:pt x="227" y="108"/>
                  <a:pt x="227" y="108"/>
                </a:cubicBezTo>
                <a:cubicBezTo>
                  <a:pt x="236" y="100"/>
                  <a:pt x="242" y="83"/>
                  <a:pt x="242" y="71"/>
                </a:cubicBezTo>
                <a:cubicBezTo>
                  <a:pt x="242" y="22"/>
                  <a:pt x="242" y="22"/>
                  <a:pt x="242" y="22"/>
                </a:cubicBezTo>
                <a:cubicBezTo>
                  <a:pt x="242" y="10"/>
                  <a:pt x="233" y="0"/>
                  <a:pt x="221" y="0"/>
                </a:cubicBezTo>
                <a:moveTo>
                  <a:pt x="192" y="71"/>
                </a:moveTo>
                <a:cubicBezTo>
                  <a:pt x="181" y="71"/>
                  <a:pt x="171" y="62"/>
                  <a:pt x="171" y="50"/>
                </a:cubicBezTo>
                <a:cubicBezTo>
                  <a:pt x="171" y="38"/>
                  <a:pt x="181" y="29"/>
                  <a:pt x="192" y="29"/>
                </a:cubicBezTo>
                <a:cubicBezTo>
                  <a:pt x="204" y="29"/>
                  <a:pt x="214" y="38"/>
                  <a:pt x="214" y="50"/>
                </a:cubicBezTo>
                <a:cubicBezTo>
                  <a:pt x="214" y="62"/>
                  <a:pt x="204" y="71"/>
                  <a:pt x="192" y="71"/>
                </a:cubicBezTo>
                <a:moveTo>
                  <a:pt x="19" y="119"/>
                </a:moveTo>
                <a:cubicBezTo>
                  <a:pt x="95" y="196"/>
                  <a:pt x="95" y="196"/>
                  <a:pt x="95" y="196"/>
                </a:cubicBezTo>
                <a:cubicBezTo>
                  <a:pt x="87" y="200"/>
                  <a:pt x="77" y="199"/>
                  <a:pt x="70" y="192"/>
                </a:cubicBezTo>
                <a:cubicBezTo>
                  <a:pt x="8" y="129"/>
                  <a:pt x="8" y="129"/>
                  <a:pt x="8" y="129"/>
                </a:cubicBezTo>
                <a:cubicBezTo>
                  <a:pt x="0" y="121"/>
                  <a:pt x="0" y="107"/>
                  <a:pt x="8" y="99"/>
                </a:cubicBezTo>
                <a:cubicBezTo>
                  <a:pt x="92" y="15"/>
                  <a:pt x="92" y="15"/>
                  <a:pt x="92" y="15"/>
                </a:cubicBezTo>
                <a:cubicBezTo>
                  <a:pt x="100" y="7"/>
                  <a:pt x="116" y="0"/>
                  <a:pt x="128" y="0"/>
                </a:cubicBezTo>
                <a:cubicBezTo>
                  <a:pt x="19" y="109"/>
                  <a:pt x="19" y="109"/>
                  <a:pt x="19" y="109"/>
                </a:cubicBezTo>
                <a:cubicBezTo>
                  <a:pt x="16" y="112"/>
                  <a:pt x="16" y="117"/>
                  <a:pt x="19" y="119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40" tIns="45720" rIns="91440" bIns="45720"/>
          <a:lstStyle/>
          <a:p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 flipH="1">
            <a:off x="6737433" y="1075978"/>
            <a:ext cx="1159613" cy="31547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E9344C"/>
                </a:solidFill>
                <a:latin typeface="Raleway" pitchFamily="34" charset="0"/>
              </a:rPr>
              <a:t>小标题   </a:t>
            </a:r>
            <a:r>
              <a:rPr lang="id-ID" altLang="zh-CN" sz="1600" b="1" dirty="0" smtClean="0">
                <a:solidFill>
                  <a:srgbClr val="E9344C"/>
                </a:solidFill>
                <a:latin typeface="Raleway" pitchFamily="34" charset="0"/>
              </a:rPr>
              <a:t>0</a:t>
            </a:r>
            <a:r>
              <a:rPr lang="en-US" altLang="zh-CN" sz="1600" b="1" dirty="0">
                <a:solidFill>
                  <a:srgbClr val="E9344C"/>
                </a:solidFill>
                <a:latin typeface="Raleway" pitchFamily="34" charset="0"/>
              </a:rPr>
              <a:t>1</a:t>
            </a:r>
            <a:endParaRPr lang="id-ID" altLang="zh-CN" sz="1600" b="1" dirty="0">
              <a:solidFill>
                <a:srgbClr val="E9344C"/>
              </a:solidFill>
              <a:latin typeface="Raleway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 flipH="1">
            <a:off x="6737433" y="1329581"/>
            <a:ext cx="1252701" cy="633507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100"/>
              </a:lnSpc>
            </a:pPr>
            <a:r>
              <a:rPr lang="zh-CN" altLang="en-US" sz="8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en-US" altLang="zh-CN" sz="800" b="1" dirty="0">
              <a:solidFill>
                <a:schemeClr val="bg1">
                  <a:lumMod val="50000"/>
                </a:schemeClr>
              </a:solidFill>
              <a:latin typeface="Signika Negative"/>
            </a:endParaRPr>
          </a:p>
        </p:txBody>
      </p:sp>
      <p:sp>
        <p:nvSpPr>
          <p:cNvPr id="68" name="TextBox 67"/>
          <p:cNvSpPr txBox="1"/>
          <p:nvPr/>
        </p:nvSpPr>
        <p:spPr>
          <a:xfrm flipH="1">
            <a:off x="5284682" y="1075978"/>
            <a:ext cx="1159613" cy="31547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E9344C"/>
                </a:solidFill>
                <a:latin typeface="Raleway" pitchFamily="34" charset="0"/>
              </a:rPr>
              <a:t>小标题   </a:t>
            </a:r>
            <a:r>
              <a:rPr lang="id-ID" altLang="zh-CN" sz="1600" b="1" dirty="0" smtClean="0">
                <a:solidFill>
                  <a:srgbClr val="E9344C"/>
                </a:solidFill>
                <a:latin typeface="Raleway" pitchFamily="34" charset="0"/>
              </a:rPr>
              <a:t>0</a:t>
            </a:r>
            <a:r>
              <a:rPr lang="en-US" altLang="zh-CN" sz="1600" b="1" dirty="0" smtClean="0">
                <a:solidFill>
                  <a:srgbClr val="E9344C"/>
                </a:solidFill>
                <a:latin typeface="Raleway" pitchFamily="34" charset="0"/>
              </a:rPr>
              <a:t>2</a:t>
            </a:r>
            <a:endParaRPr lang="id-ID" altLang="zh-CN" sz="1600" b="1" dirty="0">
              <a:solidFill>
                <a:srgbClr val="E9344C"/>
              </a:solidFill>
              <a:latin typeface="Raleway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 flipH="1">
            <a:off x="5284681" y="1329581"/>
            <a:ext cx="1252701" cy="633507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100"/>
              </a:lnSpc>
            </a:pPr>
            <a:r>
              <a:rPr lang="zh-CN" altLang="en-US" sz="8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en-US" altLang="zh-CN" sz="800" b="1" dirty="0">
              <a:solidFill>
                <a:schemeClr val="bg1">
                  <a:lumMod val="50000"/>
                </a:schemeClr>
              </a:solidFill>
              <a:latin typeface="Signika Negative"/>
            </a:endParaRPr>
          </a:p>
        </p:txBody>
      </p:sp>
      <p:sp>
        <p:nvSpPr>
          <p:cNvPr id="70" name="TextBox 69"/>
          <p:cNvSpPr txBox="1"/>
          <p:nvPr/>
        </p:nvSpPr>
        <p:spPr>
          <a:xfrm flipH="1">
            <a:off x="4269201" y="3120678"/>
            <a:ext cx="1159613" cy="31547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E9344C"/>
                </a:solidFill>
                <a:latin typeface="Raleway" pitchFamily="34" charset="0"/>
              </a:rPr>
              <a:t>小标题   </a:t>
            </a:r>
            <a:r>
              <a:rPr lang="id-ID" altLang="zh-CN" sz="1600" b="1" dirty="0" smtClean="0">
                <a:solidFill>
                  <a:srgbClr val="E9344C"/>
                </a:solidFill>
                <a:latin typeface="Raleway" pitchFamily="34" charset="0"/>
              </a:rPr>
              <a:t>0</a:t>
            </a:r>
            <a:r>
              <a:rPr lang="en-US" altLang="zh-CN" sz="1600" b="1" dirty="0" smtClean="0">
                <a:solidFill>
                  <a:srgbClr val="E9344C"/>
                </a:solidFill>
                <a:latin typeface="Raleway" pitchFamily="34" charset="0"/>
              </a:rPr>
              <a:t>3</a:t>
            </a:r>
            <a:endParaRPr lang="id-ID" altLang="zh-CN" sz="1600" b="1" dirty="0">
              <a:solidFill>
                <a:srgbClr val="E9344C"/>
              </a:solidFill>
              <a:latin typeface="Raleway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 flipH="1">
            <a:off x="4315555" y="3435876"/>
            <a:ext cx="1252701" cy="633507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100"/>
              </a:lnSpc>
            </a:pPr>
            <a:r>
              <a:rPr lang="zh-CN" altLang="en-US" sz="8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en-US" altLang="zh-CN" sz="800" b="1" dirty="0">
              <a:solidFill>
                <a:schemeClr val="bg1">
                  <a:lumMod val="50000"/>
                </a:schemeClr>
              </a:solidFill>
              <a:latin typeface="Signika Negative"/>
            </a:endParaRPr>
          </a:p>
        </p:txBody>
      </p:sp>
      <p:sp>
        <p:nvSpPr>
          <p:cNvPr id="72" name="TextBox 71"/>
          <p:cNvSpPr txBox="1"/>
          <p:nvPr/>
        </p:nvSpPr>
        <p:spPr>
          <a:xfrm flipH="1">
            <a:off x="6162304" y="3134648"/>
            <a:ext cx="1159613" cy="31547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E9344C"/>
                </a:solidFill>
                <a:latin typeface="Raleway" pitchFamily="34" charset="0"/>
              </a:rPr>
              <a:t>小标题   </a:t>
            </a:r>
            <a:r>
              <a:rPr lang="id-ID" altLang="zh-CN" sz="1600" b="1" dirty="0" smtClean="0">
                <a:solidFill>
                  <a:srgbClr val="E9344C"/>
                </a:solidFill>
                <a:latin typeface="Raleway" pitchFamily="34" charset="0"/>
              </a:rPr>
              <a:t>0</a:t>
            </a:r>
            <a:r>
              <a:rPr lang="en-US" altLang="zh-CN" sz="1600" b="1" dirty="0" smtClean="0">
                <a:solidFill>
                  <a:srgbClr val="E9344C"/>
                </a:solidFill>
                <a:latin typeface="Raleway" pitchFamily="34" charset="0"/>
              </a:rPr>
              <a:t>4</a:t>
            </a:r>
            <a:endParaRPr lang="id-ID" altLang="zh-CN" sz="1600" b="1" dirty="0">
              <a:solidFill>
                <a:srgbClr val="E9344C"/>
              </a:solidFill>
              <a:latin typeface="Raleway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 flipH="1">
            <a:off x="6162303" y="3388251"/>
            <a:ext cx="1252701" cy="633507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100"/>
              </a:lnSpc>
            </a:pPr>
            <a:r>
              <a:rPr lang="zh-CN" altLang="en-US" sz="8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en-US" altLang="zh-CN" sz="800" b="1" dirty="0">
              <a:solidFill>
                <a:schemeClr val="bg1">
                  <a:lumMod val="50000"/>
                </a:schemeClr>
              </a:solidFill>
              <a:latin typeface="Signika Negative"/>
            </a:endParaRPr>
          </a:p>
        </p:txBody>
      </p:sp>
      <p:grpSp>
        <p:nvGrpSpPr>
          <p:cNvPr id="76" name="Group 254"/>
          <p:cNvGrpSpPr/>
          <p:nvPr/>
        </p:nvGrpSpPr>
        <p:grpSpPr>
          <a:xfrm flipH="1">
            <a:off x="7344571" y="526132"/>
            <a:ext cx="357819" cy="431660"/>
            <a:chOff x="134906" y="3220464"/>
            <a:chExt cx="730251" cy="881063"/>
          </a:xfrm>
          <a:solidFill>
            <a:srgbClr val="E9344C"/>
          </a:solidFill>
        </p:grpSpPr>
        <p:sp>
          <p:nvSpPr>
            <p:cNvPr id="77" name="Freeform 34"/>
            <p:cNvSpPr/>
            <p:nvPr/>
          </p:nvSpPr>
          <p:spPr bwMode="auto">
            <a:xfrm>
              <a:off x="134906" y="3220464"/>
              <a:ext cx="730251" cy="577851"/>
            </a:xfrm>
            <a:custGeom>
              <a:avLst/>
              <a:gdLst>
                <a:gd name="T0" fmla="*/ 124 w 192"/>
                <a:gd name="T1" fmla="*/ 96 h 152"/>
                <a:gd name="T2" fmla="*/ 116 w 192"/>
                <a:gd name="T3" fmla="*/ 92 h 152"/>
                <a:gd name="T4" fmla="*/ 116 w 192"/>
                <a:gd name="T5" fmla="*/ 80 h 152"/>
                <a:gd name="T6" fmla="*/ 120 w 192"/>
                <a:gd name="T7" fmla="*/ 60 h 152"/>
                <a:gd name="T8" fmla="*/ 121 w 192"/>
                <a:gd name="T9" fmla="*/ 25 h 152"/>
                <a:gd name="T10" fmla="*/ 96 w 192"/>
                <a:gd name="T11" fmla="*/ 0 h 152"/>
                <a:gd name="T12" fmla="*/ 72 w 192"/>
                <a:gd name="T13" fmla="*/ 24 h 152"/>
                <a:gd name="T14" fmla="*/ 72 w 192"/>
                <a:gd name="T15" fmla="*/ 60 h 152"/>
                <a:gd name="T16" fmla="*/ 76 w 192"/>
                <a:gd name="T17" fmla="*/ 80 h 152"/>
                <a:gd name="T18" fmla="*/ 76 w 192"/>
                <a:gd name="T19" fmla="*/ 92 h 152"/>
                <a:gd name="T20" fmla="*/ 68 w 192"/>
                <a:gd name="T21" fmla="*/ 96 h 152"/>
                <a:gd name="T22" fmla="*/ 16 w 192"/>
                <a:gd name="T23" fmla="*/ 96 h 152"/>
                <a:gd name="T24" fmla="*/ 0 w 192"/>
                <a:gd name="T25" fmla="*/ 116 h 152"/>
                <a:gd name="T26" fmla="*/ 0 w 192"/>
                <a:gd name="T27" fmla="*/ 152 h 152"/>
                <a:gd name="T28" fmla="*/ 192 w 192"/>
                <a:gd name="T29" fmla="*/ 152 h 152"/>
                <a:gd name="T30" fmla="*/ 192 w 192"/>
                <a:gd name="T31" fmla="*/ 116 h 152"/>
                <a:gd name="T32" fmla="*/ 176 w 192"/>
                <a:gd name="T33" fmla="*/ 96 h 152"/>
                <a:gd name="T34" fmla="*/ 124 w 192"/>
                <a:gd name="T35" fmla="*/ 9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2" h="152">
                  <a:moveTo>
                    <a:pt x="124" y="96"/>
                  </a:moveTo>
                  <a:cubicBezTo>
                    <a:pt x="121" y="96"/>
                    <a:pt x="118" y="95"/>
                    <a:pt x="116" y="92"/>
                  </a:cubicBezTo>
                  <a:cubicBezTo>
                    <a:pt x="114" y="89"/>
                    <a:pt x="115" y="83"/>
                    <a:pt x="116" y="80"/>
                  </a:cubicBezTo>
                  <a:cubicBezTo>
                    <a:pt x="119" y="72"/>
                    <a:pt x="120" y="68"/>
                    <a:pt x="120" y="60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11"/>
                    <a:pt x="110" y="0"/>
                    <a:pt x="96" y="0"/>
                  </a:cubicBezTo>
                  <a:cubicBezTo>
                    <a:pt x="82" y="0"/>
                    <a:pt x="72" y="10"/>
                    <a:pt x="72" y="24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8"/>
                    <a:pt x="73" y="72"/>
                    <a:pt x="76" y="80"/>
                  </a:cubicBezTo>
                  <a:cubicBezTo>
                    <a:pt x="77" y="83"/>
                    <a:pt x="78" y="89"/>
                    <a:pt x="76" y="92"/>
                  </a:cubicBezTo>
                  <a:cubicBezTo>
                    <a:pt x="74" y="95"/>
                    <a:pt x="71" y="96"/>
                    <a:pt x="68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8" y="96"/>
                    <a:pt x="0" y="108"/>
                    <a:pt x="0" y="116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92" y="152"/>
                    <a:pt x="192" y="152"/>
                    <a:pt x="192" y="152"/>
                  </a:cubicBezTo>
                  <a:cubicBezTo>
                    <a:pt x="192" y="116"/>
                    <a:pt x="192" y="116"/>
                    <a:pt x="192" y="116"/>
                  </a:cubicBezTo>
                  <a:cubicBezTo>
                    <a:pt x="192" y="108"/>
                    <a:pt x="184" y="96"/>
                    <a:pt x="176" y="96"/>
                  </a:cubicBezTo>
                  <a:lnTo>
                    <a:pt x="124" y="96"/>
                  </a:lnTo>
                  <a:close/>
                </a:path>
              </a:pathLst>
            </a:cu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78" name="Freeform 35"/>
            <p:cNvSpPr/>
            <p:nvPr/>
          </p:nvSpPr>
          <p:spPr bwMode="auto">
            <a:xfrm>
              <a:off x="165069" y="3798314"/>
              <a:ext cx="669926" cy="303213"/>
            </a:xfrm>
            <a:custGeom>
              <a:avLst/>
              <a:gdLst>
                <a:gd name="T0" fmla="*/ 422 w 422"/>
                <a:gd name="T1" fmla="*/ 191 h 191"/>
                <a:gd name="T2" fmla="*/ 115 w 422"/>
                <a:gd name="T3" fmla="*/ 191 h 191"/>
                <a:gd name="T4" fmla="*/ 115 w 422"/>
                <a:gd name="T5" fmla="*/ 95 h 191"/>
                <a:gd name="T6" fmla="*/ 67 w 422"/>
                <a:gd name="T7" fmla="*/ 191 h 191"/>
                <a:gd name="T8" fmla="*/ 0 w 422"/>
                <a:gd name="T9" fmla="*/ 191 h 191"/>
                <a:gd name="T10" fmla="*/ 0 w 422"/>
                <a:gd name="T11" fmla="*/ 0 h 191"/>
                <a:gd name="T12" fmla="*/ 422 w 422"/>
                <a:gd name="T13" fmla="*/ 0 h 191"/>
                <a:gd name="T14" fmla="*/ 422 w 422"/>
                <a:gd name="T1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2" h="191">
                  <a:moveTo>
                    <a:pt x="422" y="191"/>
                  </a:moveTo>
                  <a:lnTo>
                    <a:pt x="115" y="191"/>
                  </a:lnTo>
                  <a:lnTo>
                    <a:pt x="115" y="95"/>
                  </a:lnTo>
                  <a:lnTo>
                    <a:pt x="67" y="191"/>
                  </a:lnTo>
                  <a:lnTo>
                    <a:pt x="0" y="191"/>
                  </a:lnTo>
                  <a:lnTo>
                    <a:pt x="0" y="0"/>
                  </a:lnTo>
                  <a:lnTo>
                    <a:pt x="422" y="0"/>
                  </a:lnTo>
                  <a:lnTo>
                    <a:pt x="422" y="191"/>
                  </a:lnTo>
                  <a:close/>
                </a:path>
              </a:pathLst>
            </a:cu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79" name="Line 36"/>
            <p:cNvSpPr>
              <a:spLocks noChangeShapeType="1"/>
            </p:cNvSpPr>
            <p:nvPr/>
          </p:nvSpPr>
          <p:spPr bwMode="auto">
            <a:xfrm>
              <a:off x="742919" y="3904677"/>
              <a:ext cx="0" cy="196850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80" name="Line 37"/>
            <p:cNvSpPr>
              <a:spLocks noChangeShapeType="1"/>
            </p:cNvSpPr>
            <p:nvPr/>
          </p:nvSpPr>
          <p:spPr bwMode="auto">
            <a:xfrm>
              <a:off x="652432" y="3949127"/>
              <a:ext cx="0" cy="152400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81" name="Line 38"/>
            <p:cNvSpPr>
              <a:spLocks noChangeShapeType="1"/>
            </p:cNvSpPr>
            <p:nvPr/>
          </p:nvSpPr>
          <p:spPr bwMode="auto">
            <a:xfrm>
              <a:off x="560357" y="4011039"/>
              <a:ext cx="0" cy="90488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82" name="Oval 39"/>
            <p:cNvSpPr>
              <a:spLocks noChangeArrowheads="1"/>
            </p:cNvSpPr>
            <p:nvPr/>
          </p:nvSpPr>
          <p:spPr bwMode="auto">
            <a:xfrm>
              <a:off x="480981" y="3296664"/>
              <a:ext cx="38100" cy="38100"/>
            </a:xfrm>
            <a:prstGeom prst="ellips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</p:grpSp>
      <p:sp>
        <p:nvSpPr>
          <p:cNvPr id="83" name="Freeform 5"/>
          <p:cNvSpPr>
            <a:spLocks noEditPoints="1"/>
          </p:cNvSpPr>
          <p:nvPr/>
        </p:nvSpPr>
        <p:spPr bwMode="auto">
          <a:xfrm flipH="1">
            <a:off x="5733607" y="622350"/>
            <a:ext cx="353661" cy="346472"/>
          </a:xfrm>
          <a:custGeom>
            <a:avLst/>
            <a:gdLst>
              <a:gd name="T0" fmla="*/ 406578 w 208"/>
              <a:gd name="T1" fmla="*/ 179291 h 204"/>
              <a:gd name="T2" fmla="*/ 395221 w 208"/>
              <a:gd name="T3" fmla="*/ 149787 h 204"/>
              <a:gd name="T4" fmla="*/ 420206 w 208"/>
              <a:gd name="T5" fmla="*/ 86241 h 204"/>
              <a:gd name="T6" fmla="*/ 383864 w 208"/>
              <a:gd name="T7" fmla="*/ 49929 h 204"/>
              <a:gd name="T8" fmla="*/ 317994 w 208"/>
              <a:gd name="T9" fmla="*/ 74894 h 204"/>
              <a:gd name="T10" fmla="*/ 290737 w 208"/>
              <a:gd name="T11" fmla="*/ 63546 h 204"/>
              <a:gd name="T12" fmla="*/ 261209 w 208"/>
              <a:gd name="T13" fmla="*/ 0 h 204"/>
              <a:gd name="T14" fmla="*/ 208967 w 208"/>
              <a:gd name="T15" fmla="*/ 0 h 204"/>
              <a:gd name="T16" fmla="*/ 181711 w 208"/>
              <a:gd name="T17" fmla="*/ 63546 h 204"/>
              <a:gd name="T18" fmla="*/ 152183 w 208"/>
              <a:gd name="T19" fmla="*/ 74894 h 204"/>
              <a:gd name="T20" fmla="*/ 86313 w 208"/>
              <a:gd name="T21" fmla="*/ 49929 h 204"/>
              <a:gd name="T22" fmla="*/ 49970 w 208"/>
              <a:gd name="T23" fmla="*/ 86241 h 204"/>
              <a:gd name="T24" fmla="*/ 77227 w 208"/>
              <a:gd name="T25" fmla="*/ 149787 h 204"/>
              <a:gd name="T26" fmla="*/ 63599 w 208"/>
              <a:gd name="T27" fmla="*/ 179291 h 204"/>
              <a:gd name="T28" fmla="*/ 0 w 208"/>
              <a:gd name="T29" fmla="*/ 206525 h 204"/>
              <a:gd name="T30" fmla="*/ 0 w 208"/>
              <a:gd name="T31" fmla="*/ 258723 h 204"/>
              <a:gd name="T32" fmla="*/ 63599 w 208"/>
              <a:gd name="T33" fmla="*/ 283688 h 204"/>
              <a:gd name="T34" fmla="*/ 77227 w 208"/>
              <a:gd name="T35" fmla="*/ 313191 h 204"/>
              <a:gd name="T36" fmla="*/ 49970 w 208"/>
              <a:gd name="T37" fmla="*/ 379007 h 204"/>
              <a:gd name="T38" fmla="*/ 88584 w 208"/>
              <a:gd name="T39" fmla="*/ 413049 h 204"/>
              <a:gd name="T40" fmla="*/ 152183 w 208"/>
              <a:gd name="T41" fmla="*/ 388085 h 204"/>
              <a:gd name="T42" fmla="*/ 181711 w 208"/>
              <a:gd name="T43" fmla="*/ 399432 h 204"/>
              <a:gd name="T44" fmla="*/ 211239 w 208"/>
              <a:gd name="T45" fmla="*/ 462978 h 204"/>
              <a:gd name="T46" fmla="*/ 263481 w 208"/>
              <a:gd name="T47" fmla="*/ 462978 h 204"/>
              <a:gd name="T48" fmla="*/ 290737 w 208"/>
              <a:gd name="T49" fmla="*/ 399432 h 204"/>
              <a:gd name="T50" fmla="*/ 320265 w 208"/>
              <a:gd name="T51" fmla="*/ 388085 h 204"/>
              <a:gd name="T52" fmla="*/ 386135 w 208"/>
              <a:gd name="T53" fmla="*/ 413049 h 204"/>
              <a:gd name="T54" fmla="*/ 422478 w 208"/>
              <a:gd name="T55" fmla="*/ 376737 h 204"/>
              <a:gd name="T56" fmla="*/ 395221 w 208"/>
              <a:gd name="T57" fmla="*/ 313191 h 204"/>
              <a:gd name="T58" fmla="*/ 406578 w 208"/>
              <a:gd name="T59" fmla="*/ 283688 h 204"/>
              <a:gd name="T60" fmla="*/ 472448 w 208"/>
              <a:gd name="T61" fmla="*/ 256454 h 204"/>
              <a:gd name="T62" fmla="*/ 472448 w 208"/>
              <a:gd name="T63" fmla="*/ 204255 h 204"/>
              <a:gd name="T64" fmla="*/ 406578 w 208"/>
              <a:gd name="T65" fmla="*/ 179291 h 204"/>
              <a:gd name="T66" fmla="*/ 311180 w 208"/>
              <a:gd name="T67" fmla="*/ 231489 h 204"/>
              <a:gd name="T68" fmla="*/ 236224 w 208"/>
              <a:gd name="T69" fmla="*/ 306383 h 204"/>
              <a:gd name="T70" fmla="*/ 158997 w 208"/>
              <a:gd name="T71" fmla="*/ 231489 h 204"/>
              <a:gd name="T72" fmla="*/ 236224 w 208"/>
              <a:gd name="T73" fmla="*/ 156596 h 204"/>
              <a:gd name="T74" fmla="*/ 311180 w 208"/>
              <a:gd name="T75" fmla="*/ 231489 h 204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08" h="204">
                <a:moveTo>
                  <a:pt x="179" y="79"/>
                </a:moveTo>
                <a:cubicBezTo>
                  <a:pt x="174" y="66"/>
                  <a:pt x="174" y="66"/>
                  <a:pt x="174" y="66"/>
                </a:cubicBezTo>
                <a:cubicBezTo>
                  <a:pt x="174" y="66"/>
                  <a:pt x="186" y="39"/>
                  <a:pt x="185" y="38"/>
                </a:cubicBezTo>
                <a:cubicBezTo>
                  <a:pt x="169" y="22"/>
                  <a:pt x="169" y="22"/>
                  <a:pt x="169" y="22"/>
                </a:cubicBezTo>
                <a:cubicBezTo>
                  <a:pt x="168" y="21"/>
                  <a:pt x="140" y="33"/>
                  <a:pt x="140" y="33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8" y="28"/>
                  <a:pt x="116" y="0"/>
                  <a:pt x="115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0" y="0"/>
                  <a:pt x="80" y="28"/>
                  <a:pt x="80" y="28"/>
                </a:cubicBezTo>
                <a:cubicBezTo>
                  <a:pt x="67" y="33"/>
                  <a:pt x="67" y="33"/>
                  <a:pt x="67" y="33"/>
                </a:cubicBezTo>
                <a:cubicBezTo>
                  <a:pt x="67" y="33"/>
                  <a:pt x="39" y="21"/>
                  <a:pt x="38" y="22"/>
                </a:cubicBezTo>
                <a:cubicBezTo>
                  <a:pt x="22" y="38"/>
                  <a:pt x="22" y="38"/>
                  <a:pt x="22" y="38"/>
                </a:cubicBezTo>
                <a:cubicBezTo>
                  <a:pt x="21" y="39"/>
                  <a:pt x="34" y="66"/>
                  <a:pt x="34" y="66"/>
                </a:cubicBezTo>
                <a:cubicBezTo>
                  <a:pt x="28" y="79"/>
                  <a:pt x="28" y="79"/>
                  <a:pt x="28" y="79"/>
                </a:cubicBezTo>
                <a:cubicBezTo>
                  <a:pt x="28" y="79"/>
                  <a:pt x="0" y="90"/>
                  <a:pt x="0" y="91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5"/>
                  <a:pt x="28" y="125"/>
                  <a:pt x="28" y="125"/>
                </a:cubicBezTo>
                <a:cubicBezTo>
                  <a:pt x="34" y="138"/>
                  <a:pt x="34" y="138"/>
                  <a:pt x="34" y="138"/>
                </a:cubicBezTo>
                <a:cubicBezTo>
                  <a:pt x="34" y="138"/>
                  <a:pt x="21" y="166"/>
                  <a:pt x="22" y="167"/>
                </a:cubicBezTo>
                <a:cubicBezTo>
                  <a:pt x="39" y="182"/>
                  <a:pt x="39" y="182"/>
                  <a:pt x="39" y="182"/>
                </a:cubicBezTo>
                <a:cubicBezTo>
                  <a:pt x="40" y="183"/>
                  <a:pt x="67" y="171"/>
                  <a:pt x="67" y="171"/>
                </a:cubicBezTo>
                <a:cubicBezTo>
                  <a:pt x="80" y="176"/>
                  <a:pt x="80" y="176"/>
                  <a:pt x="80" y="176"/>
                </a:cubicBezTo>
                <a:cubicBezTo>
                  <a:pt x="80" y="176"/>
                  <a:pt x="91" y="204"/>
                  <a:pt x="93" y="204"/>
                </a:cubicBezTo>
                <a:cubicBezTo>
                  <a:pt x="116" y="204"/>
                  <a:pt x="116" y="204"/>
                  <a:pt x="116" y="204"/>
                </a:cubicBezTo>
                <a:cubicBezTo>
                  <a:pt x="117" y="204"/>
                  <a:pt x="128" y="176"/>
                  <a:pt x="128" y="176"/>
                </a:cubicBezTo>
                <a:cubicBezTo>
                  <a:pt x="141" y="171"/>
                  <a:pt x="141" y="171"/>
                  <a:pt x="141" y="171"/>
                </a:cubicBezTo>
                <a:cubicBezTo>
                  <a:pt x="141" y="171"/>
                  <a:pt x="169" y="183"/>
                  <a:pt x="170" y="182"/>
                </a:cubicBezTo>
                <a:cubicBezTo>
                  <a:pt x="186" y="166"/>
                  <a:pt x="186" y="166"/>
                  <a:pt x="186" y="166"/>
                </a:cubicBezTo>
                <a:cubicBezTo>
                  <a:pt x="187" y="165"/>
                  <a:pt x="174" y="138"/>
                  <a:pt x="174" y="138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79" y="125"/>
                  <a:pt x="208" y="114"/>
                  <a:pt x="208" y="113"/>
                </a:cubicBezTo>
                <a:cubicBezTo>
                  <a:pt x="208" y="90"/>
                  <a:pt x="208" y="90"/>
                  <a:pt x="208" y="90"/>
                </a:cubicBezTo>
                <a:cubicBezTo>
                  <a:pt x="208" y="89"/>
                  <a:pt x="179" y="79"/>
                  <a:pt x="179" y="79"/>
                </a:cubicBezTo>
                <a:moveTo>
                  <a:pt x="137" y="102"/>
                </a:moveTo>
                <a:cubicBezTo>
                  <a:pt x="137" y="120"/>
                  <a:pt x="122" y="135"/>
                  <a:pt x="104" y="135"/>
                </a:cubicBezTo>
                <a:cubicBezTo>
                  <a:pt x="85" y="135"/>
                  <a:pt x="70" y="120"/>
                  <a:pt x="70" y="102"/>
                </a:cubicBezTo>
                <a:cubicBezTo>
                  <a:pt x="70" y="84"/>
                  <a:pt x="85" y="69"/>
                  <a:pt x="104" y="69"/>
                </a:cubicBezTo>
                <a:cubicBezTo>
                  <a:pt x="122" y="69"/>
                  <a:pt x="137" y="84"/>
                  <a:pt x="137" y="102"/>
                </a:cubicBezTo>
              </a:path>
            </a:pathLst>
          </a:custGeom>
          <a:solidFill>
            <a:srgbClr val="E9344C"/>
          </a:solidFill>
          <a:ln>
            <a:noFill/>
          </a:ln>
        </p:spPr>
        <p:txBody>
          <a:bodyPr lIns="91440" tIns="45720" rIns="91440" bIns="45720"/>
          <a:lstStyle/>
          <a:p>
            <a:endParaRPr lang="zh-CN" altLang="en-US"/>
          </a:p>
        </p:txBody>
      </p:sp>
      <p:grpSp>
        <p:nvGrpSpPr>
          <p:cNvPr id="84" name="Group 262"/>
          <p:cNvGrpSpPr/>
          <p:nvPr/>
        </p:nvGrpSpPr>
        <p:grpSpPr>
          <a:xfrm flipH="1">
            <a:off x="8738246" y="2329679"/>
            <a:ext cx="177367" cy="270654"/>
            <a:chOff x="6553" y="1835403"/>
            <a:chExt cx="576263" cy="879476"/>
          </a:xfrm>
          <a:noFill/>
        </p:grpSpPr>
        <p:sp>
          <p:nvSpPr>
            <p:cNvPr id="85" name="Freeform 50"/>
            <p:cNvSpPr/>
            <p:nvPr/>
          </p:nvSpPr>
          <p:spPr bwMode="auto">
            <a:xfrm>
              <a:off x="63703" y="1835403"/>
              <a:ext cx="442913" cy="150813"/>
            </a:xfrm>
            <a:custGeom>
              <a:avLst/>
              <a:gdLst>
                <a:gd name="T0" fmla="*/ 231 w 279"/>
                <a:gd name="T1" fmla="*/ 95 h 95"/>
                <a:gd name="T2" fmla="*/ 58 w 279"/>
                <a:gd name="T3" fmla="*/ 95 h 95"/>
                <a:gd name="T4" fmla="*/ 0 w 279"/>
                <a:gd name="T5" fmla="*/ 0 h 95"/>
                <a:gd name="T6" fmla="*/ 279 w 279"/>
                <a:gd name="T7" fmla="*/ 0 h 95"/>
                <a:gd name="T8" fmla="*/ 231 w 279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9" h="95">
                  <a:moveTo>
                    <a:pt x="231" y="95"/>
                  </a:moveTo>
                  <a:lnTo>
                    <a:pt x="58" y="95"/>
                  </a:lnTo>
                  <a:lnTo>
                    <a:pt x="0" y="0"/>
                  </a:lnTo>
                  <a:lnTo>
                    <a:pt x="279" y="0"/>
                  </a:lnTo>
                  <a:lnTo>
                    <a:pt x="231" y="95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86" name="Freeform 51"/>
            <p:cNvSpPr/>
            <p:nvPr/>
          </p:nvSpPr>
          <p:spPr bwMode="auto">
            <a:xfrm>
              <a:off x="6553" y="1986216"/>
              <a:ext cx="576263" cy="728663"/>
            </a:xfrm>
            <a:custGeom>
              <a:avLst/>
              <a:gdLst>
                <a:gd name="T0" fmla="*/ 219 w 363"/>
                <a:gd name="T1" fmla="*/ 459 h 459"/>
                <a:gd name="T2" fmla="*/ 142 w 363"/>
                <a:gd name="T3" fmla="*/ 459 h 459"/>
                <a:gd name="T4" fmla="*/ 0 w 363"/>
                <a:gd name="T5" fmla="*/ 158 h 459"/>
                <a:gd name="T6" fmla="*/ 94 w 363"/>
                <a:gd name="T7" fmla="*/ 0 h 459"/>
                <a:gd name="T8" fmla="*/ 267 w 363"/>
                <a:gd name="T9" fmla="*/ 0 h 459"/>
                <a:gd name="T10" fmla="*/ 363 w 363"/>
                <a:gd name="T11" fmla="*/ 158 h 459"/>
                <a:gd name="T12" fmla="*/ 219 w 363"/>
                <a:gd name="T13" fmla="*/ 459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3" h="459">
                  <a:moveTo>
                    <a:pt x="219" y="459"/>
                  </a:moveTo>
                  <a:lnTo>
                    <a:pt x="142" y="459"/>
                  </a:lnTo>
                  <a:lnTo>
                    <a:pt x="0" y="158"/>
                  </a:lnTo>
                  <a:lnTo>
                    <a:pt x="94" y="0"/>
                  </a:lnTo>
                  <a:lnTo>
                    <a:pt x="267" y="0"/>
                  </a:lnTo>
                  <a:lnTo>
                    <a:pt x="363" y="158"/>
                  </a:lnTo>
                  <a:lnTo>
                    <a:pt x="219" y="459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87" name="Line 52"/>
            <p:cNvSpPr>
              <a:spLocks noChangeShapeType="1"/>
            </p:cNvSpPr>
            <p:nvPr/>
          </p:nvSpPr>
          <p:spPr bwMode="auto">
            <a:xfrm>
              <a:off x="292303" y="2291016"/>
              <a:ext cx="0" cy="423863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88" name="Oval 53"/>
            <p:cNvSpPr>
              <a:spLocks noChangeArrowheads="1"/>
            </p:cNvSpPr>
            <p:nvPr/>
          </p:nvSpPr>
          <p:spPr bwMode="auto">
            <a:xfrm>
              <a:off x="216103" y="2138616"/>
              <a:ext cx="152400" cy="152400"/>
            </a:xfrm>
            <a:prstGeom prst="ellips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</p:grpSp>
      <p:sp>
        <p:nvSpPr>
          <p:cNvPr id="90" name="Freeform 12"/>
          <p:cNvSpPr>
            <a:spLocks noEditPoints="1"/>
          </p:cNvSpPr>
          <p:nvPr/>
        </p:nvSpPr>
        <p:spPr bwMode="auto">
          <a:xfrm flipH="1">
            <a:off x="6694583" y="4021664"/>
            <a:ext cx="417963" cy="346472"/>
          </a:xfrm>
          <a:custGeom>
            <a:avLst/>
            <a:gdLst>
              <a:gd name="T0" fmla="*/ 509062 w 242"/>
              <a:gd name="T1" fmla="*/ 0 h 200"/>
              <a:gd name="T2" fmla="*/ 393889 w 242"/>
              <a:gd name="T3" fmla="*/ 0 h 200"/>
              <a:gd name="T4" fmla="*/ 310965 w 242"/>
              <a:gd name="T5" fmla="*/ 34659 h 200"/>
              <a:gd name="T6" fmla="*/ 117476 w 242"/>
              <a:gd name="T7" fmla="*/ 228750 h 200"/>
              <a:gd name="T8" fmla="*/ 117476 w 242"/>
              <a:gd name="T9" fmla="*/ 298069 h 200"/>
              <a:gd name="T10" fmla="*/ 260289 w 242"/>
              <a:gd name="T11" fmla="*/ 443637 h 200"/>
              <a:gd name="T12" fmla="*/ 329393 w 242"/>
              <a:gd name="T13" fmla="*/ 443637 h 200"/>
              <a:gd name="T14" fmla="*/ 522882 w 242"/>
              <a:gd name="T15" fmla="*/ 249546 h 200"/>
              <a:gd name="T16" fmla="*/ 557434 w 242"/>
              <a:gd name="T17" fmla="*/ 164053 h 200"/>
              <a:gd name="T18" fmla="*/ 557434 w 242"/>
              <a:gd name="T19" fmla="*/ 50833 h 200"/>
              <a:gd name="T20" fmla="*/ 509062 w 242"/>
              <a:gd name="T21" fmla="*/ 0 h 200"/>
              <a:gd name="T22" fmla="*/ 442262 w 242"/>
              <a:gd name="T23" fmla="*/ 164053 h 200"/>
              <a:gd name="T24" fmla="*/ 393889 w 242"/>
              <a:gd name="T25" fmla="*/ 115531 h 200"/>
              <a:gd name="T26" fmla="*/ 442262 w 242"/>
              <a:gd name="T27" fmla="*/ 67008 h 200"/>
              <a:gd name="T28" fmla="*/ 492938 w 242"/>
              <a:gd name="T29" fmla="*/ 115531 h 200"/>
              <a:gd name="T30" fmla="*/ 442262 w 242"/>
              <a:gd name="T31" fmla="*/ 164053 h 200"/>
              <a:gd name="T32" fmla="*/ 43765 w 242"/>
              <a:gd name="T33" fmla="*/ 274963 h 200"/>
              <a:gd name="T34" fmla="*/ 218827 w 242"/>
              <a:gd name="T35" fmla="*/ 452880 h 200"/>
              <a:gd name="T36" fmla="*/ 161241 w 242"/>
              <a:gd name="T37" fmla="*/ 443637 h 200"/>
              <a:gd name="T38" fmla="*/ 18428 w 242"/>
              <a:gd name="T39" fmla="*/ 298069 h 200"/>
              <a:gd name="T40" fmla="*/ 18428 w 242"/>
              <a:gd name="T41" fmla="*/ 228750 h 200"/>
              <a:gd name="T42" fmla="*/ 211917 w 242"/>
              <a:gd name="T43" fmla="*/ 34659 h 200"/>
              <a:gd name="T44" fmla="*/ 294841 w 242"/>
              <a:gd name="T45" fmla="*/ 0 h 200"/>
              <a:gd name="T46" fmla="*/ 43765 w 242"/>
              <a:gd name="T47" fmla="*/ 251856 h 200"/>
              <a:gd name="T48" fmla="*/ 43765 w 242"/>
              <a:gd name="T49" fmla="*/ 274963 h 20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42" h="200">
                <a:moveTo>
                  <a:pt x="221" y="0"/>
                </a:moveTo>
                <a:cubicBezTo>
                  <a:pt x="171" y="0"/>
                  <a:pt x="171" y="0"/>
                  <a:pt x="171" y="0"/>
                </a:cubicBezTo>
                <a:cubicBezTo>
                  <a:pt x="159" y="0"/>
                  <a:pt x="143" y="7"/>
                  <a:pt x="135" y="15"/>
                </a:cubicBezTo>
                <a:cubicBezTo>
                  <a:pt x="51" y="99"/>
                  <a:pt x="51" y="99"/>
                  <a:pt x="51" y="99"/>
                </a:cubicBezTo>
                <a:cubicBezTo>
                  <a:pt x="42" y="107"/>
                  <a:pt x="42" y="121"/>
                  <a:pt x="51" y="129"/>
                </a:cubicBezTo>
                <a:cubicBezTo>
                  <a:pt x="113" y="192"/>
                  <a:pt x="113" y="192"/>
                  <a:pt x="113" y="192"/>
                </a:cubicBezTo>
                <a:cubicBezTo>
                  <a:pt x="121" y="200"/>
                  <a:pt x="135" y="200"/>
                  <a:pt x="143" y="192"/>
                </a:cubicBezTo>
                <a:cubicBezTo>
                  <a:pt x="227" y="108"/>
                  <a:pt x="227" y="108"/>
                  <a:pt x="227" y="108"/>
                </a:cubicBezTo>
                <a:cubicBezTo>
                  <a:pt x="236" y="100"/>
                  <a:pt x="242" y="83"/>
                  <a:pt x="242" y="71"/>
                </a:cubicBezTo>
                <a:cubicBezTo>
                  <a:pt x="242" y="22"/>
                  <a:pt x="242" y="22"/>
                  <a:pt x="242" y="22"/>
                </a:cubicBezTo>
                <a:cubicBezTo>
                  <a:pt x="242" y="10"/>
                  <a:pt x="233" y="0"/>
                  <a:pt x="221" y="0"/>
                </a:cubicBezTo>
                <a:moveTo>
                  <a:pt x="192" y="71"/>
                </a:moveTo>
                <a:cubicBezTo>
                  <a:pt x="181" y="71"/>
                  <a:pt x="171" y="62"/>
                  <a:pt x="171" y="50"/>
                </a:cubicBezTo>
                <a:cubicBezTo>
                  <a:pt x="171" y="38"/>
                  <a:pt x="181" y="29"/>
                  <a:pt x="192" y="29"/>
                </a:cubicBezTo>
                <a:cubicBezTo>
                  <a:pt x="204" y="29"/>
                  <a:pt x="214" y="38"/>
                  <a:pt x="214" y="50"/>
                </a:cubicBezTo>
                <a:cubicBezTo>
                  <a:pt x="214" y="62"/>
                  <a:pt x="204" y="71"/>
                  <a:pt x="192" y="71"/>
                </a:cubicBezTo>
                <a:moveTo>
                  <a:pt x="19" y="119"/>
                </a:moveTo>
                <a:cubicBezTo>
                  <a:pt x="95" y="196"/>
                  <a:pt x="95" y="196"/>
                  <a:pt x="95" y="196"/>
                </a:cubicBezTo>
                <a:cubicBezTo>
                  <a:pt x="87" y="200"/>
                  <a:pt x="77" y="199"/>
                  <a:pt x="70" y="192"/>
                </a:cubicBezTo>
                <a:cubicBezTo>
                  <a:pt x="8" y="129"/>
                  <a:pt x="8" y="129"/>
                  <a:pt x="8" y="129"/>
                </a:cubicBezTo>
                <a:cubicBezTo>
                  <a:pt x="0" y="121"/>
                  <a:pt x="0" y="107"/>
                  <a:pt x="8" y="99"/>
                </a:cubicBezTo>
                <a:cubicBezTo>
                  <a:pt x="92" y="15"/>
                  <a:pt x="92" y="15"/>
                  <a:pt x="92" y="15"/>
                </a:cubicBezTo>
                <a:cubicBezTo>
                  <a:pt x="100" y="7"/>
                  <a:pt x="116" y="0"/>
                  <a:pt x="128" y="0"/>
                </a:cubicBezTo>
                <a:cubicBezTo>
                  <a:pt x="19" y="109"/>
                  <a:pt x="19" y="109"/>
                  <a:pt x="19" y="109"/>
                </a:cubicBezTo>
                <a:cubicBezTo>
                  <a:pt x="16" y="112"/>
                  <a:pt x="16" y="117"/>
                  <a:pt x="19" y="119"/>
                </a:cubicBezTo>
              </a:path>
            </a:pathLst>
          </a:custGeom>
          <a:solidFill>
            <a:srgbClr val="E9344C"/>
          </a:solidFill>
          <a:ln>
            <a:noFill/>
          </a:ln>
        </p:spPr>
        <p:txBody>
          <a:bodyPr lIns="91440" tIns="45720" rIns="91440" bIns="45720"/>
          <a:lstStyle/>
          <a:p>
            <a:endParaRPr lang="zh-CN" altLang="en-US"/>
          </a:p>
        </p:txBody>
      </p:sp>
      <p:sp>
        <p:nvSpPr>
          <p:cNvPr id="91" name="TextBox 90"/>
          <p:cNvSpPr txBox="1">
            <a:spLocks noChangeArrowheads="1"/>
          </p:cNvSpPr>
          <p:nvPr/>
        </p:nvSpPr>
        <p:spPr bwMode="auto">
          <a:xfrm>
            <a:off x="527516" y="2208426"/>
            <a:ext cx="1994777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2400" dirty="0" smtClean="0">
                <a:solidFill>
                  <a:srgbClr val="E9344C"/>
                </a:solidFill>
                <a:latin typeface="方正兰亭粗黑简体" pitchFamily="2" charset="-122"/>
                <a:ea typeface="方正兰亭粗黑简体" pitchFamily="2" charset="-122"/>
              </a:rPr>
              <a:t>点击添加标题</a:t>
            </a:r>
            <a:endParaRPr lang="id-ID" altLang="zh-CN" sz="2400" dirty="0">
              <a:solidFill>
                <a:srgbClr val="E9344C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92" name="Rectangle 270"/>
          <p:cNvSpPr/>
          <p:nvPr/>
        </p:nvSpPr>
        <p:spPr>
          <a:xfrm>
            <a:off x="527516" y="2759522"/>
            <a:ext cx="2734031" cy="1677190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solidFill>
                <a:schemeClr val="bg1">
                  <a:lumMod val="50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endParaRPr lang="zh-CN" altLang="en-US" sz="1000" dirty="0" smtClean="0">
              <a:solidFill>
                <a:schemeClr val="bg1">
                  <a:lumMod val="50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100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101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2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03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04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5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06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07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8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5000">
        <p14:prism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000"/>
                            </p:stCondLst>
                            <p:childTnLst>
                              <p:par>
                                <p:cTn id="9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5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000"/>
                            </p:stCondLst>
                            <p:childTnLst>
                              <p:par>
                                <p:cTn id="1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500"/>
                            </p:stCondLst>
                            <p:childTnLst>
                              <p:par>
                                <p:cTn id="1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9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1000"/>
                            </p:stCondLst>
                            <p:childTnLst>
                              <p:par>
                                <p:cTn id="1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25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1" grpId="0" animBg="1"/>
      <p:bldP spid="22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bldLvl="0" animBg="1"/>
      <p:bldP spid="33" grpId="0" animBg="1"/>
      <p:bldP spid="34" grpId="0" animBg="1"/>
      <p:bldP spid="35" grpId="0" animBg="1"/>
      <p:bldP spid="36" grpId="0" animBg="1"/>
      <p:bldP spid="37" grpId="0" bldLvl="0" animBg="1"/>
      <p:bldP spid="46" grpId="0"/>
      <p:bldP spid="47" grpId="0"/>
      <p:bldP spid="48" grpId="0"/>
      <p:bldP spid="50" grpId="0"/>
      <p:bldP spid="58" grpId="0" animBg="1"/>
      <p:bldP spid="64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83" grpId="0" animBg="1"/>
      <p:bldP spid="90" grpId="0" bldLvl="0" animBg="1"/>
      <p:bldP spid="91" grpId="0"/>
      <p:bldP spid="9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ched Right Arrow 3"/>
          <p:cNvSpPr/>
          <p:nvPr/>
        </p:nvSpPr>
        <p:spPr>
          <a:xfrm>
            <a:off x="1041721" y="2499109"/>
            <a:ext cx="7193266" cy="127760"/>
          </a:xfrm>
          <a:prstGeom prst="notchedRightArrow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39D03"/>
              </a:solidFill>
              <a:latin typeface="Roboto condensed"/>
              <a:cs typeface="Roboto condensed"/>
            </a:endParaRPr>
          </a:p>
        </p:txBody>
      </p:sp>
      <p:sp>
        <p:nvSpPr>
          <p:cNvPr id="5" name="Teardrop 5"/>
          <p:cNvSpPr/>
          <p:nvPr/>
        </p:nvSpPr>
        <p:spPr>
          <a:xfrm rot="2700000" flipV="1">
            <a:off x="1016321" y="1616407"/>
            <a:ext cx="674282" cy="674282"/>
          </a:xfrm>
          <a:prstGeom prst="teardrop">
            <a:avLst>
              <a:gd name="adj" fmla="val 103995"/>
            </a:avLst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"/>
              <a:cs typeface="Roboto condensed"/>
            </a:endParaRPr>
          </a:p>
        </p:txBody>
      </p:sp>
      <p:sp>
        <p:nvSpPr>
          <p:cNvPr id="7" name="Oval 7"/>
          <p:cNvSpPr/>
          <p:nvPr/>
        </p:nvSpPr>
        <p:spPr>
          <a:xfrm>
            <a:off x="1302662" y="2511808"/>
            <a:ext cx="101600" cy="101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"/>
              <a:cs typeface="Roboto condensed"/>
            </a:endParaRPr>
          </a:p>
        </p:txBody>
      </p:sp>
      <p:sp>
        <p:nvSpPr>
          <p:cNvPr id="8" name="Teardrop 9"/>
          <p:cNvSpPr/>
          <p:nvPr/>
        </p:nvSpPr>
        <p:spPr>
          <a:xfrm rot="2700000" flipV="1">
            <a:off x="2479996" y="1616407"/>
            <a:ext cx="674282" cy="674282"/>
          </a:xfrm>
          <a:prstGeom prst="teardrop">
            <a:avLst>
              <a:gd name="adj" fmla="val 103995"/>
            </a:avLst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"/>
              <a:cs typeface="Roboto condensed"/>
            </a:endParaRPr>
          </a:p>
        </p:txBody>
      </p:sp>
      <p:sp>
        <p:nvSpPr>
          <p:cNvPr id="10" name="Oval 11"/>
          <p:cNvSpPr/>
          <p:nvPr/>
        </p:nvSpPr>
        <p:spPr>
          <a:xfrm>
            <a:off x="2769512" y="2511808"/>
            <a:ext cx="101600" cy="101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"/>
              <a:cs typeface="Roboto condensed"/>
            </a:endParaRPr>
          </a:p>
        </p:txBody>
      </p:sp>
      <p:sp>
        <p:nvSpPr>
          <p:cNvPr id="11" name="Teardrop 13"/>
          <p:cNvSpPr/>
          <p:nvPr/>
        </p:nvSpPr>
        <p:spPr>
          <a:xfrm rot="2700000" flipV="1">
            <a:off x="3943671" y="1616407"/>
            <a:ext cx="674282" cy="674282"/>
          </a:xfrm>
          <a:prstGeom prst="teardrop">
            <a:avLst>
              <a:gd name="adj" fmla="val 103995"/>
            </a:avLst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"/>
              <a:cs typeface="Roboto condensed"/>
            </a:endParaRPr>
          </a:p>
        </p:txBody>
      </p:sp>
      <p:sp>
        <p:nvSpPr>
          <p:cNvPr id="13" name="Oval 15"/>
          <p:cNvSpPr/>
          <p:nvPr/>
        </p:nvSpPr>
        <p:spPr>
          <a:xfrm>
            <a:off x="4230012" y="2511808"/>
            <a:ext cx="101600" cy="101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"/>
              <a:cs typeface="Roboto condensed"/>
            </a:endParaRPr>
          </a:p>
        </p:txBody>
      </p:sp>
      <p:sp>
        <p:nvSpPr>
          <p:cNvPr id="14" name="Teardrop 17"/>
          <p:cNvSpPr/>
          <p:nvPr/>
        </p:nvSpPr>
        <p:spPr>
          <a:xfrm rot="2700000" flipV="1">
            <a:off x="5407346" y="1616407"/>
            <a:ext cx="674282" cy="674282"/>
          </a:xfrm>
          <a:prstGeom prst="teardrop">
            <a:avLst>
              <a:gd name="adj" fmla="val 103995"/>
            </a:avLst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"/>
              <a:cs typeface="Roboto condensed"/>
            </a:endParaRPr>
          </a:p>
        </p:txBody>
      </p:sp>
      <p:sp>
        <p:nvSpPr>
          <p:cNvPr id="16" name="Oval 19"/>
          <p:cNvSpPr/>
          <p:nvPr/>
        </p:nvSpPr>
        <p:spPr>
          <a:xfrm>
            <a:off x="5696862" y="2511808"/>
            <a:ext cx="101600" cy="101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"/>
              <a:cs typeface="Roboto condensed"/>
            </a:endParaRPr>
          </a:p>
        </p:txBody>
      </p:sp>
      <p:sp>
        <p:nvSpPr>
          <p:cNvPr id="17" name="Teardrop 21"/>
          <p:cNvSpPr/>
          <p:nvPr/>
        </p:nvSpPr>
        <p:spPr>
          <a:xfrm rot="2700000" flipV="1">
            <a:off x="6871021" y="1616407"/>
            <a:ext cx="674282" cy="674282"/>
          </a:xfrm>
          <a:prstGeom prst="teardrop">
            <a:avLst>
              <a:gd name="adj" fmla="val 103995"/>
            </a:avLst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"/>
              <a:cs typeface="Roboto condensed"/>
            </a:endParaRPr>
          </a:p>
        </p:txBody>
      </p:sp>
      <p:sp>
        <p:nvSpPr>
          <p:cNvPr id="19" name="Oval 23"/>
          <p:cNvSpPr/>
          <p:nvPr/>
        </p:nvSpPr>
        <p:spPr>
          <a:xfrm>
            <a:off x="7157362" y="2511808"/>
            <a:ext cx="101600" cy="101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"/>
              <a:cs typeface="Roboto condensed"/>
            </a:endParaRPr>
          </a:p>
        </p:txBody>
      </p:sp>
      <p:grpSp>
        <p:nvGrpSpPr>
          <p:cNvPr id="20" name="Group 24"/>
          <p:cNvGrpSpPr/>
          <p:nvPr/>
        </p:nvGrpSpPr>
        <p:grpSpPr>
          <a:xfrm>
            <a:off x="827584" y="2739175"/>
            <a:ext cx="1262929" cy="1157341"/>
            <a:chOff x="667471" y="2995559"/>
            <a:chExt cx="1262929" cy="1157341"/>
          </a:xfrm>
        </p:grpSpPr>
        <p:sp>
          <p:nvSpPr>
            <p:cNvPr id="21" name="TextBox 25"/>
            <p:cNvSpPr txBox="1"/>
            <p:nvPr/>
          </p:nvSpPr>
          <p:spPr>
            <a:xfrm>
              <a:off x="667471" y="2995559"/>
              <a:ext cx="1156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小标题   </a:t>
              </a:r>
              <a:r>
                <a:rPr lang="id-ID" altLang="zh-CN" sz="1000" b="1" dirty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0</a:t>
              </a:r>
              <a:r>
                <a:rPr lang="en-US" altLang="zh-CN" sz="1000" b="1" dirty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1</a:t>
              </a:r>
              <a:endParaRPr lang="id-ID" altLang="zh-CN" sz="1000" b="1" dirty="0">
                <a:solidFill>
                  <a:schemeClr val="bg1">
                    <a:lumMod val="50000"/>
                  </a:schemeClr>
                </a:solidFill>
                <a:latin typeface="Raleway" pitchFamily="34" charset="0"/>
              </a:endParaRPr>
            </a:p>
          </p:txBody>
        </p:sp>
        <p:sp>
          <p:nvSpPr>
            <p:cNvPr id="22" name="텍스트 개체 틀 2"/>
            <p:cNvSpPr txBox="1"/>
            <p:nvPr/>
          </p:nvSpPr>
          <p:spPr>
            <a:xfrm>
              <a:off x="667471" y="3229080"/>
              <a:ext cx="1262929" cy="92382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77500" lnSpcReduction="20000"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000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Rockwel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00"/>
                </a:lnSpc>
              </a:pP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您的内容打在这里，或者通过复制的文本后，在此选择粘贴</a:t>
              </a:r>
              <a:r>
                <a:rPr lang="zh-CN" altLang="en-US" dirty="0" smtClean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。</a:t>
              </a: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</a:t>
              </a:r>
              <a:r>
                <a:rPr lang="zh-CN" altLang="en-US" dirty="0" smtClean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后</a:t>
              </a:r>
              <a:endParaRPr lang="en-US" altLang="zh-CN" sz="800" b="1" dirty="0">
                <a:solidFill>
                  <a:schemeClr val="bg1">
                    <a:lumMod val="50000"/>
                  </a:schemeClr>
                </a:solidFill>
                <a:latin typeface="Signika Negative"/>
              </a:endParaRPr>
            </a:p>
          </p:txBody>
        </p:sp>
      </p:grpSp>
      <p:grpSp>
        <p:nvGrpSpPr>
          <p:cNvPr id="23" name="Group 27"/>
          <p:cNvGrpSpPr/>
          <p:nvPr/>
        </p:nvGrpSpPr>
        <p:grpSpPr>
          <a:xfrm>
            <a:off x="2291259" y="2739175"/>
            <a:ext cx="1262929" cy="1157341"/>
            <a:chOff x="667471" y="2995559"/>
            <a:chExt cx="1262929" cy="1157341"/>
          </a:xfrm>
        </p:grpSpPr>
        <p:sp>
          <p:nvSpPr>
            <p:cNvPr id="24" name="TextBox 28"/>
            <p:cNvSpPr txBox="1"/>
            <p:nvPr/>
          </p:nvSpPr>
          <p:spPr>
            <a:xfrm>
              <a:off x="667471" y="2995559"/>
              <a:ext cx="1156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小标题   </a:t>
              </a:r>
              <a:r>
                <a:rPr lang="id-ID" altLang="zh-CN" sz="1000" b="1" dirty="0" smtClean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0</a:t>
              </a:r>
              <a:r>
                <a:rPr lang="en-US" altLang="zh-CN" sz="1000" b="1" dirty="0" smtClean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2</a:t>
              </a:r>
              <a:endParaRPr lang="id-ID" altLang="zh-CN" sz="1000" b="1" dirty="0">
                <a:solidFill>
                  <a:schemeClr val="bg1">
                    <a:lumMod val="50000"/>
                  </a:schemeClr>
                </a:solidFill>
                <a:latin typeface="Raleway" pitchFamily="34" charset="0"/>
              </a:endParaRPr>
            </a:p>
          </p:txBody>
        </p:sp>
        <p:sp>
          <p:nvSpPr>
            <p:cNvPr id="25" name="텍스트 개체 틀 2"/>
            <p:cNvSpPr txBox="1"/>
            <p:nvPr/>
          </p:nvSpPr>
          <p:spPr>
            <a:xfrm>
              <a:off x="667471" y="3229080"/>
              <a:ext cx="1262929" cy="92382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000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Rockwel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00"/>
                </a:lnSpc>
              </a:pPr>
              <a:r>
                <a:rPr lang="zh-CN" altLang="en-US" sz="800" dirty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您的内容打在这里，或者通过复制的文本后，在此选择粘贴</a:t>
              </a:r>
              <a:r>
                <a:rPr lang="zh-CN" altLang="en-US" sz="800" dirty="0" smtClean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。</a:t>
              </a:r>
              <a:r>
                <a:rPr lang="zh-CN" altLang="en-US" sz="800" dirty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</a:t>
              </a:r>
              <a:r>
                <a:rPr lang="zh-CN" altLang="en-US" sz="800" dirty="0" smtClean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后</a:t>
              </a:r>
              <a:endParaRPr lang="en-US" altLang="zh-CN" sz="800" b="1" dirty="0">
                <a:solidFill>
                  <a:schemeClr val="bg1">
                    <a:lumMod val="50000"/>
                  </a:schemeClr>
                </a:solidFill>
                <a:latin typeface="Signika Negative"/>
              </a:endParaRPr>
            </a:p>
          </p:txBody>
        </p:sp>
      </p:grpSp>
      <p:grpSp>
        <p:nvGrpSpPr>
          <p:cNvPr id="26" name="Group 30"/>
          <p:cNvGrpSpPr/>
          <p:nvPr/>
        </p:nvGrpSpPr>
        <p:grpSpPr>
          <a:xfrm>
            <a:off x="3754934" y="2739175"/>
            <a:ext cx="1262929" cy="1157341"/>
            <a:chOff x="667471" y="2995559"/>
            <a:chExt cx="1262929" cy="1157341"/>
          </a:xfrm>
        </p:grpSpPr>
        <p:sp>
          <p:nvSpPr>
            <p:cNvPr id="27" name="TextBox 31"/>
            <p:cNvSpPr txBox="1"/>
            <p:nvPr/>
          </p:nvSpPr>
          <p:spPr>
            <a:xfrm>
              <a:off x="667471" y="2995559"/>
              <a:ext cx="1156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小标题   </a:t>
              </a:r>
              <a:r>
                <a:rPr lang="id-ID" altLang="zh-CN" sz="1000" b="1" dirty="0" smtClean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0</a:t>
              </a:r>
              <a:r>
                <a:rPr lang="en-US" altLang="zh-CN" sz="1000" b="1" dirty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3</a:t>
              </a:r>
              <a:endParaRPr lang="id-ID" altLang="zh-CN" sz="1000" b="1" dirty="0">
                <a:solidFill>
                  <a:schemeClr val="bg1">
                    <a:lumMod val="50000"/>
                  </a:schemeClr>
                </a:solidFill>
                <a:latin typeface="Raleway" pitchFamily="34" charset="0"/>
              </a:endParaRPr>
            </a:p>
          </p:txBody>
        </p:sp>
        <p:sp>
          <p:nvSpPr>
            <p:cNvPr id="28" name="텍스트 개체 틀 2"/>
            <p:cNvSpPr txBox="1"/>
            <p:nvPr/>
          </p:nvSpPr>
          <p:spPr>
            <a:xfrm>
              <a:off x="667471" y="3229080"/>
              <a:ext cx="1262929" cy="92382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000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Rockwel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00"/>
                </a:lnSpc>
              </a:pPr>
              <a:r>
                <a:rPr lang="zh-CN" altLang="en-US" sz="800" dirty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您的内容打在这里，或者通过复制的文本后，在此选择粘贴。您的内容打在这里，或者通过复制的文本后</a:t>
              </a:r>
              <a:endParaRPr lang="en-US" altLang="zh-CN" sz="800" b="1" dirty="0">
                <a:solidFill>
                  <a:schemeClr val="bg1">
                    <a:lumMod val="50000"/>
                  </a:schemeClr>
                </a:solidFill>
                <a:latin typeface="Signika Negative"/>
              </a:endParaRPr>
            </a:p>
          </p:txBody>
        </p:sp>
      </p:grpSp>
      <p:grpSp>
        <p:nvGrpSpPr>
          <p:cNvPr id="29" name="Group 33"/>
          <p:cNvGrpSpPr/>
          <p:nvPr/>
        </p:nvGrpSpPr>
        <p:grpSpPr>
          <a:xfrm>
            <a:off x="5218609" y="2739175"/>
            <a:ext cx="1262929" cy="1157341"/>
            <a:chOff x="667471" y="2995559"/>
            <a:chExt cx="1262929" cy="1157341"/>
          </a:xfrm>
        </p:grpSpPr>
        <p:sp>
          <p:nvSpPr>
            <p:cNvPr id="30" name="TextBox 34"/>
            <p:cNvSpPr txBox="1"/>
            <p:nvPr/>
          </p:nvSpPr>
          <p:spPr>
            <a:xfrm>
              <a:off x="667471" y="2995559"/>
              <a:ext cx="1156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小标题   </a:t>
              </a:r>
              <a:r>
                <a:rPr lang="id-ID" altLang="zh-CN" sz="1000" b="1" dirty="0" smtClean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0</a:t>
              </a:r>
              <a:r>
                <a:rPr lang="en-US" altLang="zh-CN" sz="1000" b="1" dirty="0" smtClean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4</a:t>
              </a:r>
              <a:endParaRPr lang="id-ID" altLang="zh-CN" sz="1000" b="1" dirty="0">
                <a:solidFill>
                  <a:schemeClr val="bg1">
                    <a:lumMod val="50000"/>
                  </a:schemeClr>
                </a:solidFill>
                <a:latin typeface="Raleway" pitchFamily="34" charset="0"/>
              </a:endParaRPr>
            </a:p>
          </p:txBody>
        </p:sp>
        <p:sp>
          <p:nvSpPr>
            <p:cNvPr id="31" name="텍스트 개체 틀 2"/>
            <p:cNvSpPr txBox="1"/>
            <p:nvPr/>
          </p:nvSpPr>
          <p:spPr>
            <a:xfrm>
              <a:off x="667471" y="3229080"/>
              <a:ext cx="1262929" cy="92382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000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Rockwel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00"/>
                </a:lnSpc>
              </a:pPr>
              <a:r>
                <a:rPr lang="zh-CN" altLang="en-US" sz="800" dirty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您的内容打在这里，或者通过复制的文本后，在此选择粘贴。您的内容打在这里，或者通过复制的文本后</a:t>
              </a:r>
              <a:endParaRPr lang="en-US" altLang="zh-CN" sz="800" b="1" dirty="0">
                <a:solidFill>
                  <a:schemeClr val="bg1">
                    <a:lumMod val="50000"/>
                  </a:schemeClr>
                </a:solidFill>
                <a:latin typeface="Signika Negative"/>
              </a:endParaRPr>
            </a:p>
          </p:txBody>
        </p:sp>
      </p:grpSp>
      <p:grpSp>
        <p:nvGrpSpPr>
          <p:cNvPr id="32" name="Group 36"/>
          <p:cNvGrpSpPr/>
          <p:nvPr/>
        </p:nvGrpSpPr>
        <p:grpSpPr>
          <a:xfrm>
            <a:off x="6682284" y="2739175"/>
            <a:ext cx="1262929" cy="1157341"/>
            <a:chOff x="667471" y="2995559"/>
            <a:chExt cx="1262929" cy="1157341"/>
          </a:xfrm>
        </p:grpSpPr>
        <p:sp>
          <p:nvSpPr>
            <p:cNvPr id="33" name="TextBox 37"/>
            <p:cNvSpPr txBox="1"/>
            <p:nvPr/>
          </p:nvSpPr>
          <p:spPr>
            <a:xfrm>
              <a:off x="667471" y="2995559"/>
              <a:ext cx="1156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小标题   </a:t>
              </a:r>
              <a:r>
                <a:rPr lang="id-ID" altLang="zh-CN" sz="1000" b="1" dirty="0" smtClean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0</a:t>
              </a:r>
              <a:r>
                <a:rPr lang="en-US" altLang="zh-CN" sz="1000" b="1" dirty="0" smtClean="0">
                  <a:solidFill>
                    <a:schemeClr val="bg1">
                      <a:lumMod val="50000"/>
                    </a:schemeClr>
                  </a:solidFill>
                  <a:latin typeface="Raleway" pitchFamily="34" charset="0"/>
                </a:rPr>
                <a:t>5</a:t>
              </a:r>
              <a:endParaRPr lang="id-ID" altLang="zh-CN" sz="1000" b="1" dirty="0">
                <a:solidFill>
                  <a:schemeClr val="bg1">
                    <a:lumMod val="50000"/>
                  </a:schemeClr>
                </a:solidFill>
                <a:latin typeface="Raleway" pitchFamily="34" charset="0"/>
              </a:endParaRPr>
            </a:p>
          </p:txBody>
        </p:sp>
        <p:sp>
          <p:nvSpPr>
            <p:cNvPr id="34" name="텍스트 개체 틀 2"/>
            <p:cNvSpPr txBox="1"/>
            <p:nvPr/>
          </p:nvSpPr>
          <p:spPr>
            <a:xfrm>
              <a:off x="667471" y="3229080"/>
              <a:ext cx="1262929" cy="92382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000" kern="1200" baseline="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Rockwell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00"/>
                </a:lnSpc>
              </a:pPr>
              <a:r>
                <a:rPr lang="zh-CN" altLang="en-US" sz="800" dirty="0">
                  <a:solidFill>
                    <a:schemeClr val="bg1">
                      <a:lumMod val="50000"/>
                    </a:schemeClr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您的内容打在这里，或者通过复制的文本后，在此选择粘贴。您的内容打在这里，或者通过复制的文本后</a:t>
              </a:r>
              <a:endParaRPr lang="en-US" altLang="zh-CN" sz="800" b="1" dirty="0">
                <a:solidFill>
                  <a:schemeClr val="bg1">
                    <a:lumMod val="50000"/>
                  </a:schemeClr>
                </a:solidFill>
                <a:latin typeface="Signika Negative"/>
              </a:endParaRPr>
            </a:p>
          </p:txBody>
        </p:sp>
      </p:grpSp>
      <p:grpSp>
        <p:nvGrpSpPr>
          <p:cNvPr id="40" name="Group 119"/>
          <p:cNvGrpSpPr/>
          <p:nvPr/>
        </p:nvGrpSpPr>
        <p:grpSpPr bwMode="auto">
          <a:xfrm>
            <a:off x="1164479" y="1795394"/>
            <a:ext cx="356043" cy="355997"/>
            <a:chOff x="6399213" y="695325"/>
            <a:chExt cx="850899" cy="850901"/>
          </a:xfrm>
        </p:grpSpPr>
        <p:sp>
          <p:nvSpPr>
            <p:cNvPr id="41" name="Freeform 34"/>
            <p:cNvSpPr/>
            <p:nvPr/>
          </p:nvSpPr>
          <p:spPr bwMode="auto">
            <a:xfrm>
              <a:off x="6565900" y="862013"/>
              <a:ext cx="684212" cy="684213"/>
            </a:xfrm>
            <a:custGeom>
              <a:avLst/>
              <a:gdLst>
                <a:gd name="T0" fmla="*/ 684212 w 431"/>
                <a:gd name="T1" fmla="*/ 0 h 431"/>
                <a:gd name="T2" fmla="*/ 684212 w 431"/>
                <a:gd name="T3" fmla="*/ 684213 h 431"/>
                <a:gd name="T4" fmla="*/ 0 w 431"/>
                <a:gd name="T5" fmla="*/ 684213 h 4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" h="431">
                  <a:moveTo>
                    <a:pt x="431" y="0"/>
                  </a:moveTo>
                  <a:lnTo>
                    <a:pt x="431" y="431"/>
                  </a:lnTo>
                  <a:lnTo>
                    <a:pt x="0" y="431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6473825" y="769938"/>
              <a:ext cx="715962" cy="715963"/>
            </a:xfrm>
            <a:custGeom>
              <a:avLst/>
              <a:gdLst>
                <a:gd name="T0" fmla="*/ 715962 w 451"/>
                <a:gd name="T1" fmla="*/ 0 h 451"/>
                <a:gd name="T2" fmla="*/ 715962 w 451"/>
                <a:gd name="T3" fmla="*/ 715963 h 451"/>
                <a:gd name="T4" fmla="*/ 0 w 451"/>
                <a:gd name="T5" fmla="*/ 715963 h 4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1" h="451">
                  <a:moveTo>
                    <a:pt x="451" y="0"/>
                  </a:moveTo>
                  <a:lnTo>
                    <a:pt x="451" y="451"/>
                  </a:lnTo>
                  <a:lnTo>
                    <a:pt x="0" y="451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43" name="Rectangle 36"/>
            <p:cNvSpPr>
              <a:spLocks noChangeArrowheads="1"/>
            </p:cNvSpPr>
            <p:nvPr/>
          </p:nvSpPr>
          <p:spPr bwMode="auto">
            <a:xfrm>
              <a:off x="6399213" y="695325"/>
              <a:ext cx="728662" cy="728663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pPr eaLnBrk="1" hangingPunct="1"/>
              <a:endParaRPr lang="zh-CN" altLang="zh-CN" sz="1800"/>
            </a:p>
          </p:txBody>
        </p:sp>
        <p:sp>
          <p:nvSpPr>
            <p:cNvPr id="44" name="Freeform 37"/>
            <p:cNvSpPr/>
            <p:nvPr/>
          </p:nvSpPr>
          <p:spPr bwMode="auto">
            <a:xfrm>
              <a:off x="6550025" y="965200"/>
              <a:ext cx="482600" cy="307975"/>
            </a:xfrm>
            <a:custGeom>
              <a:avLst/>
              <a:gdLst>
                <a:gd name="T0" fmla="*/ 482600 w 304"/>
                <a:gd name="T1" fmla="*/ 307975 h 194"/>
                <a:gd name="T2" fmla="*/ 365125 w 304"/>
                <a:gd name="T3" fmla="*/ 0 h 194"/>
                <a:gd name="T4" fmla="*/ 212725 w 304"/>
                <a:gd name="T5" fmla="*/ 227013 h 194"/>
                <a:gd name="T6" fmla="*/ 119063 w 304"/>
                <a:gd name="T7" fmla="*/ 112713 h 194"/>
                <a:gd name="T8" fmla="*/ 0 w 304"/>
                <a:gd name="T9" fmla="*/ 307975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194">
                  <a:moveTo>
                    <a:pt x="304" y="194"/>
                  </a:moveTo>
                  <a:lnTo>
                    <a:pt x="230" y="0"/>
                  </a:lnTo>
                  <a:lnTo>
                    <a:pt x="134" y="143"/>
                  </a:lnTo>
                  <a:lnTo>
                    <a:pt x="75" y="71"/>
                  </a:lnTo>
                  <a:lnTo>
                    <a:pt x="0" y="194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45" name="Oval 38"/>
            <p:cNvSpPr>
              <a:spLocks noChangeArrowheads="1"/>
            </p:cNvSpPr>
            <p:nvPr/>
          </p:nvSpPr>
          <p:spPr bwMode="auto">
            <a:xfrm>
              <a:off x="6550025" y="808038"/>
              <a:ext cx="119062" cy="119063"/>
            </a:xfrm>
            <a:prstGeom prst="ellipse">
              <a:avLst/>
            </a:prstGeom>
            <a:noFill/>
            <a:ln w="158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pPr eaLnBrk="1" hangingPunct="1"/>
              <a:endParaRPr lang="zh-CN" altLang="zh-CN" sz="1800"/>
            </a:p>
          </p:txBody>
        </p:sp>
        <p:sp>
          <p:nvSpPr>
            <p:cNvPr id="46" name="Line 39"/>
            <p:cNvSpPr>
              <a:spLocks noChangeShapeType="1"/>
            </p:cNvSpPr>
            <p:nvPr/>
          </p:nvSpPr>
          <p:spPr bwMode="auto">
            <a:xfrm flipH="1">
              <a:off x="6399213" y="1273175"/>
              <a:ext cx="728662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</p:grpSp>
      <p:grpSp>
        <p:nvGrpSpPr>
          <p:cNvPr id="47" name="Group 23"/>
          <p:cNvGrpSpPr/>
          <p:nvPr/>
        </p:nvGrpSpPr>
        <p:grpSpPr>
          <a:xfrm>
            <a:off x="2664978" y="1811965"/>
            <a:ext cx="389342" cy="339426"/>
            <a:chOff x="7540014" y="4306907"/>
            <a:chExt cx="389342" cy="339426"/>
          </a:xfrm>
          <a:solidFill>
            <a:schemeClr val="bg1"/>
          </a:solidFill>
        </p:grpSpPr>
        <p:sp>
          <p:nvSpPr>
            <p:cNvPr id="48" name="Freeform 110"/>
            <p:cNvSpPr/>
            <p:nvPr/>
          </p:nvSpPr>
          <p:spPr bwMode="auto">
            <a:xfrm>
              <a:off x="7799575" y="4409234"/>
              <a:ext cx="102328" cy="102328"/>
            </a:xfrm>
            <a:custGeom>
              <a:avLst/>
              <a:gdLst>
                <a:gd name="T0" fmla="*/ 0 w 41"/>
                <a:gd name="T1" fmla="*/ 39 h 41"/>
                <a:gd name="T2" fmla="*/ 3 w 41"/>
                <a:gd name="T3" fmla="*/ 41 h 41"/>
                <a:gd name="T4" fmla="*/ 41 w 41"/>
                <a:gd name="T5" fmla="*/ 3 h 41"/>
                <a:gd name="T6" fmla="*/ 39 w 41"/>
                <a:gd name="T7" fmla="*/ 0 h 41"/>
                <a:gd name="T8" fmla="*/ 0 w 41"/>
                <a:gd name="T9" fmla="*/ 3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9"/>
                  </a:moveTo>
                  <a:lnTo>
                    <a:pt x="3" y="41"/>
                  </a:lnTo>
                  <a:lnTo>
                    <a:pt x="41" y="3"/>
                  </a:lnTo>
                  <a:lnTo>
                    <a:pt x="39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9" name="Freeform 111"/>
            <p:cNvSpPr/>
            <p:nvPr/>
          </p:nvSpPr>
          <p:spPr bwMode="auto">
            <a:xfrm>
              <a:off x="7777112" y="4381780"/>
              <a:ext cx="109814" cy="114806"/>
            </a:xfrm>
            <a:custGeom>
              <a:avLst/>
              <a:gdLst>
                <a:gd name="T0" fmla="*/ 37 w 44"/>
                <a:gd name="T1" fmla="*/ 0 h 46"/>
                <a:gd name="T2" fmla="*/ 0 w 44"/>
                <a:gd name="T3" fmla="*/ 39 h 46"/>
                <a:gd name="T4" fmla="*/ 6 w 44"/>
                <a:gd name="T5" fmla="*/ 46 h 46"/>
                <a:gd name="T6" fmla="*/ 44 w 44"/>
                <a:gd name="T7" fmla="*/ 8 h 46"/>
                <a:gd name="T8" fmla="*/ 37 w 44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6">
                  <a:moveTo>
                    <a:pt x="37" y="0"/>
                  </a:moveTo>
                  <a:lnTo>
                    <a:pt x="0" y="39"/>
                  </a:lnTo>
                  <a:lnTo>
                    <a:pt x="6" y="46"/>
                  </a:lnTo>
                  <a:lnTo>
                    <a:pt x="44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0" name="Freeform 112"/>
            <p:cNvSpPr/>
            <p:nvPr/>
          </p:nvSpPr>
          <p:spPr bwMode="auto">
            <a:xfrm>
              <a:off x="7757146" y="4366805"/>
              <a:ext cx="104823" cy="104823"/>
            </a:xfrm>
            <a:custGeom>
              <a:avLst/>
              <a:gdLst>
                <a:gd name="T0" fmla="*/ 0 w 42"/>
                <a:gd name="T1" fmla="*/ 38 h 42"/>
                <a:gd name="T2" fmla="*/ 4 w 42"/>
                <a:gd name="T3" fmla="*/ 42 h 42"/>
                <a:gd name="T4" fmla="*/ 42 w 42"/>
                <a:gd name="T5" fmla="*/ 4 h 42"/>
                <a:gd name="T6" fmla="*/ 38 w 42"/>
                <a:gd name="T7" fmla="*/ 0 h 42"/>
                <a:gd name="T8" fmla="*/ 0 w 42"/>
                <a:gd name="T9" fmla="*/ 3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2">
                  <a:moveTo>
                    <a:pt x="0" y="38"/>
                  </a:moveTo>
                  <a:lnTo>
                    <a:pt x="4" y="42"/>
                  </a:lnTo>
                  <a:lnTo>
                    <a:pt x="42" y="4"/>
                  </a:lnTo>
                  <a:lnTo>
                    <a:pt x="38" y="0"/>
                  </a:ln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1" name="Freeform 113"/>
            <p:cNvSpPr/>
            <p:nvPr/>
          </p:nvSpPr>
          <p:spPr bwMode="auto">
            <a:xfrm>
              <a:off x="7729693" y="4469133"/>
              <a:ext cx="69882" cy="69882"/>
            </a:xfrm>
            <a:custGeom>
              <a:avLst/>
              <a:gdLst>
                <a:gd name="T0" fmla="*/ 28 w 28"/>
                <a:gd name="T1" fmla="*/ 20 h 28"/>
                <a:gd name="T2" fmla="*/ 8 w 28"/>
                <a:gd name="T3" fmla="*/ 0 h 28"/>
                <a:gd name="T4" fmla="*/ 0 w 28"/>
                <a:gd name="T5" fmla="*/ 20 h 28"/>
                <a:gd name="T6" fmla="*/ 9 w 28"/>
                <a:gd name="T7" fmla="*/ 28 h 28"/>
                <a:gd name="T8" fmla="*/ 28 w 28"/>
                <a:gd name="T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28" y="20"/>
                  </a:moveTo>
                  <a:lnTo>
                    <a:pt x="8" y="0"/>
                  </a:lnTo>
                  <a:lnTo>
                    <a:pt x="0" y="20"/>
                  </a:lnTo>
                  <a:lnTo>
                    <a:pt x="9" y="28"/>
                  </a:lnTo>
                  <a:lnTo>
                    <a:pt x="2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2" name="Freeform 114"/>
            <p:cNvSpPr/>
            <p:nvPr/>
          </p:nvSpPr>
          <p:spPr bwMode="auto">
            <a:xfrm>
              <a:off x="7712222" y="4526535"/>
              <a:ext cx="34941" cy="32446"/>
            </a:xfrm>
            <a:custGeom>
              <a:avLst/>
              <a:gdLst>
                <a:gd name="T0" fmla="*/ 0 w 14"/>
                <a:gd name="T1" fmla="*/ 13 h 13"/>
                <a:gd name="T2" fmla="*/ 14 w 14"/>
                <a:gd name="T3" fmla="*/ 6 h 13"/>
                <a:gd name="T4" fmla="*/ 6 w 14"/>
                <a:gd name="T5" fmla="*/ 0 h 13"/>
                <a:gd name="T6" fmla="*/ 0 w 14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3">
                  <a:moveTo>
                    <a:pt x="0" y="13"/>
                  </a:moveTo>
                  <a:lnTo>
                    <a:pt x="14" y="6"/>
                  </a:lnTo>
                  <a:lnTo>
                    <a:pt x="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3" name="Freeform 115"/>
            <p:cNvSpPr/>
            <p:nvPr/>
          </p:nvSpPr>
          <p:spPr bwMode="auto">
            <a:xfrm>
              <a:off x="7859474" y="4341848"/>
              <a:ext cx="69882" cy="69882"/>
            </a:xfrm>
            <a:custGeom>
              <a:avLst/>
              <a:gdLst>
                <a:gd name="T0" fmla="*/ 7 w 28"/>
                <a:gd name="T1" fmla="*/ 0 h 28"/>
                <a:gd name="T2" fmla="*/ 0 w 28"/>
                <a:gd name="T3" fmla="*/ 8 h 28"/>
                <a:gd name="T4" fmla="*/ 20 w 28"/>
                <a:gd name="T5" fmla="*/ 28 h 28"/>
                <a:gd name="T6" fmla="*/ 28 w 28"/>
                <a:gd name="T7" fmla="*/ 20 h 28"/>
                <a:gd name="T8" fmla="*/ 7 w 28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7" y="0"/>
                  </a:moveTo>
                  <a:lnTo>
                    <a:pt x="0" y="8"/>
                  </a:lnTo>
                  <a:lnTo>
                    <a:pt x="20" y="28"/>
                  </a:lnTo>
                  <a:lnTo>
                    <a:pt x="28" y="2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4" name="Freeform 116"/>
            <p:cNvSpPr/>
            <p:nvPr/>
          </p:nvSpPr>
          <p:spPr bwMode="auto">
            <a:xfrm>
              <a:off x="7540014" y="4306907"/>
              <a:ext cx="279527" cy="339426"/>
            </a:xfrm>
            <a:custGeom>
              <a:avLst/>
              <a:gdLst>
                <a:gd name="T0" fmla="*/ 104 w 112"/>
                <a:gd name="T1" fmla="*/ 101 h 136"/>
                <a:gd name="T2" fmla="*/ 83 w 112"/>
                <a:gd name="T3" fmla="*/ 101 h 136"/>
                <a:gd name="T4" fmla="*/ 83 w 112"/>
                <a:gd name="T5" fmla="*/ 129 h 136"/>
                <a:gd name="T6" fmla="*/ 7 w 112"/>
                <a:gd name="T7" fmla="*/ 129 h 136"/>
                <a:gd name="T8" fmla="*/ 7 w 112"/>
                <a:gd name="T9" fmla="*/ 32 h 136"/>
                <a:gd name="T10" fmla="*/ 104 w 112"/>
                <a:gd name="T11" fmla="*/ 32 h 136"/>
                <a:gd name="T12" fmla="*/ 104 w 112"/>
                <a:gd name="T13" fmla="*/ 40 h 136"/>
                <a:gd name="T14" fmla="*/ 112 w 112"/>
                <a:gd name="T15" fmla="*/ 32 h 136"/>
                <a:gd name="T16" fmla="*/ 112 w 112"/>
                <a:gd name="T17" fmla="*/ 6 h 136"/>
                <a:gd name="T18" fmla="*/ 97 w 112"/>
                <a:gd name="T19" fmla="*/ 6 h 136"/>
                <a:gd name="T20" fmla="*/ 97 w 112"/>
                <a:gd name="T21" fmla="*/ 20 h 136"/>
                <a:gd name="T22" fmla="*/ 95 w 112"/>
                <a:gd name="T23" fmla="*/ 20 h 136"/>
                <a:gd name="T24" fmla="*/ 95 w 112"/>
                <a:gd name="T25" fmla="*/ 0 h 136"/>
                <a:gd name="T26" fmla="*/ 89 w 112"/>
                <a:gd name="T27" fmla="*/ 0 h 136"/>
                <a:gd name="T28" fmla="*/ 89 w 112"/>
                <a:gd name="T29" fmla="*/ 20 h 136"/>
                <a:gd name="T30" fmla="*/ 87 w 112"/>
                <a:gd name="T31" fmla="*/ 20 h 136"/>
                <a:gd name="T32" fmla="*/ 87 w 112"/>
                <a:gd name="T33" fmla="*/ 6 h 136"/>
                <a:gd name="T34" fmla="*/ 79 w 112"/>
                <a:gd name="T35" fmla="*/ 6 h 136"/>
                <a:gd name="T36" fmla="*/ 79 w 112"/>
                <a:gd name="T37" fmla="*/ 20 h 136"/>
                <a:gd name="T38" fmla="*/ 76 w 112"/>
                <a:gd name="T39" fmla="*/ 20 h 136"/>
                <a:gd name="T40" fmla="*/ 76 w 112"/>
                <a:gd name="T41" fmla="*/ 0 h 136"/>
                <a:gd name="T42" fmla="*/ 72 w 112"/>
                <a:gd name="T43" fmla="*/ 0 h 136"/>
                <a:gd name="T44" fmla="*/ 72 w 112"/>
                <a:gd name="T45" fmla="*/ 20 h 136"/>
                <a:gd name="T46" fmla="*/ 68 w 112"/>
                <a:gd name="T47" fmla="*/ 20 h 136"/>
                <a:gd name="T48" fmla="*/ 68 w 112"/>
                <a:gd name="T49" fmla="*/ 6 h 136"/>
                <a:gd name="T50" fmla="*/ 60 w 112"/>
                <a:gd name="T51" fmla="*/ 6 h 136"/>
                <a:gd name="T52" fmla="*/ 60 w 112"/>
                <a:gd name="T53" fmla="*/ 20 h 136"/>
                <a:gd name="T54" fmla="*/ 57 w 112"/>
                <a:gd name="T55" fmla="*/ 20 h 136"/>
                <a:gd name="T56" fmla="*/ 57 w 112"/>
                <a:gd name="T57" fmla="*/ 0 h 136"/>
                <a:gd name="T58" fmla="*/ 53 w 112"/>
                <a:gd name="T59" fmla="*/ 0 h 136"/>
                <a:gd name="T60" fmla="*/ 53 w 112"/>
                <a:gd name="T61" fmla="*/ 20 h 136"/>
                <a:gd name="T62" fmla="*/ 51 w 112"/>
                <a:gd name="T63" fmla="*/ 20 h 136"/>
                <a:gd name="T64" fmla="*/ 51 w 112"/>
                <a:gd name="T65" fmla="*/ 6 h 136"/>
                <a:gd name="T66" fmla="*/ 43 w 112"/>
                <a:gd name="T67" fmla="*/ 6 h 136"/>
                <a:gd name="T68" fmla="*/ 43 w 112"/>
                <a:gd name="T69" fmla="*/ 20 h 136"/>
                <a:gd name="T70" fmla="*/ 40 w 112"/>
                <a:gd name="T71" fmla="*/ 20 h 136"/>
                <a:gd name="T72" fmla="*/ 40 w 112"/>
                <a:gd name="T73" fmla="*/ 0 h 136"/>
                <a:gd name="T74" fmla="*/ 35 w 112"/>
                <a:gd name="T75" fmla="*/ 0 h 136"/>
                <a:gd name="T76" fmla="*/ 35 w 112"/>
                <a:gd name="T77" fmla="*/ 20 h 136"/>
                <a:gd name="T78" fmla="*/ 32 w 112"/>
                <a:gd name="T79" fmla="*/ 20 h 136"/>
                <a:gd name="T80" fmla="*/ 32 w 112"/>
                <a:gd name="T81" fmla="*/ 6 h 136"/>
                <a:gd name="T82" fmla="*/ 25 w 112"/>
                <a:gd name="T83" fmla="*/ 6 h 136"/>
                <a:gd name="T84" fmla="*/ 25 w 112"/>
                <a:gd name="T85" fmla="*/ 20 h 136"/>
                <a:gd name="T86" fmla="*/ 23 w 112"/>
                <a:gd name="T87" fmla="*/ 20 h 136"/>
                <a:gd name="T88" fmla="*/ 23 w 112"/>
                <a:gd name="T89" fmla="*/ 0 h 136"/>
                <a:gd name="T90" fmla="*/ 17 w 112"/>
                <a:gd name="T91" fmla="*/ 0 h 136"/>
                <a:gd name="T92" fmla="*/ 17 w 112"/>
                <a:gd name="T93" fmla="*/ 20 h 136"/>
                <a:gd name="T94" fmla="*/ 15 w 112"/>
                <a:gd name="T95" fmla="*/ 20 h 136"/>
                <a:gd name="T96" fmla="*/ 15 w 112"/>
                <a:gd name="T97" fmla="*/ 6 h 136"/>
                <a:gd name="T98" fmla="*/ 0 w 112"/>
                <a:gd name="T99" fmla="*/ 6 h 136"/>
                <a:gd name="T100" fmla="*/ 0 w 112"/>
                <a:gd name="T101" fmla="*/ 24 h 136"/>
                <a:gd name="T102" fmla="*/ 0 w 112"/>
                <a:gd name="T103" fmla="*/ 28 h 136"/>
                <a:gd name="T104" fmla="*/ 0 w 112"/>
                <a:gd name="T105" fmla="*/ 136 h 136"/>
                <a:gd name="T106" fmla="*/ 89 w 112"/>
                <a:gd name="T107" fmla="*/ 136 h 136"/>
                <a:gd name="T108" fmla="*/ 112 w 112"/>
                <a:gd name="T109" fmla="*/ 110 h 136"/>
                <a:gd name="T110" fmla="*/ 112 w 112"/>
                <a:gd name="T111" fmla="*/ 84 h 136"/>
                <a:gd name="T112" fmla="*/ 104 w 112"/>
                <a:gd name="T113" fmla="*/ 92 h 136"/>
                <a:gd name="T114" fmla="*/ 104 w 112"/>
                <a:gd name="T115" fmla="*/ 10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2" h="136">
                  <a:moveTo>
                    <a:pt x="104" y="101"/>
                  </a:moveTo>
                  <a:lnTo>
                    <a:pt x="83" y="101"/>
                  </a:lnTo>
                  <a:lnTo>
                    <a:pt x="83" y="129"/>
                  </a:lnTo>
                  <a:lnTo>
                    <a:pt x="7" y="129"/>
                  </a:lnTo>
                  <a:lnTo>
                    <a:pt x="7" y="32"/>
                  </a:lnTo>
                  <a:lnTo>
                    <a:pt x="104" y="32"/>
                  </a:lnTo>
                  <a:lnTo>
                    <a:pt x="104" y="40"/>
                  </a:lnTo>
                  <a:lnTo>
                    <a:pt x="112" y="32"/>
                  </a:lnTo>
                  <a:lnTo>
                    <a:pt x="112" y="6"/>
                  </a:lnTo>
                  <a:lnTo>
                    <a:pt x="97" y="6"/>
                  </a:lnTo>
                  <a:lnTo>
                    <a:pt x="97" y="20"/>
                  </a:lnTo>
                  <a:lnTo>
                    <a:pt x="95" y="20"/>
                  </a:lnTo>
                  <a:lnTo>
                    <a:pt x="95" y="0"/>
                  </a:lnTo>
                  <a:lnTo>
                    <a:pt x="89" y="0"/>
                  </a:lnTo>
                  <a:lnTo>
                    <a:pt x="89" y="20"/>
                  </a:lnTo>
                  <a:lnTo>
                    <a:pt x="87" y="20"/>
                  </a:lnTo>
                  <a:lnTo>
                    <a:pt x="87" y="6"/>
                  </a:lnTo>
                  <a:lnTo>
                    <a:pt x="79" y="6"/>
                  </a:lnTo>
                  <a:lnTo>
                    <a:pt x="79" y="20"/>
                  </a:lnTo>
                  <a:lnTo>
                    <a:pt x="76" y="20"/>
                  </a:lnTo>
                  <a:lnTo>
                    <a:pt x="76" y="0"/>
                  </a:lnTo>
                  <a:lnTo>
                    <a:pt x="72" y="0"/>
                  </a:lnTo>
                  <a:lnTo>
                    <a:pt x="72" y="20"/>
                  </a:lnTo>
                  <a:lnTo>
                    <a:pt x="68" y="20"/>
                  </a:lnTo>
                  <a:lnTo>
                    <a:pt x="68" y="6"/>
                  </a:lnTo>
                  <a:lnTo>
                    <a:pt x="60" y="6"/>
                  </a:lnTo>
                  <a:lnTo>
                    <a:pt x="60" y="20"/>
                  </a:lnTo>
                  <a:lnTo>
                    <a:pt x="57" y="20"/>
                  </a:lnTo>
                  <a:lnTo>
                    <a:pt x="57" y="0"/>
                  </a:lnTo>
                  <a:lnTo>
                    <a:pt x="53" y="0"/>
                  </a:lnTo>
                  <a:lnTo>
                    <a:pt x="53" y="20"/>
                  </a:lnTo>
                  <a:lnTo>
                    <a:pt x="51" y="20"/>
                  </a:lnTo>
                  <a:lnTo>
                    <a:pt x="51" y="6"/>
                  </a:lnTo>
                  <a:lnTo>
                    <a:pt x="43" y="6"/>
                  </a:lnTo>
                  <a:lnTo>
                    <a:pt x="43" y="20"/>
                  </a:lnTo>
                  <a:lnTo>
                    <a:pt x="40" y="20"/>
                  </a:lnTo>
                  <a:lnTo>
                    <a:pt x="40" y="0"/>
                  </a:lnTo>
                  <a:lnTo>
                    <a:pt x="35" y="0"/>
                  </a:lnTo>
                  <a:lnTo>
                    <a:pt x="35" y="20"/>
                  </a:lnTo>
                  <a:lnTo>
                    <a:pt x="32" y="20"/>
                  </a:lnTo>
                  <a:lnTo>
                    <a:pt x="32" y="6"/>
                  </a:lnTo>
                  <a:lnTo>
                    <a:pt x="25" y="6"/>
                  </a:lnTo>
                  <a:lnTo>
                    <a:pt x="25" y="20"/>
                  </a:lnTo>
                  <a:lnTo>
                    <a:pt x="23" y="20"/>
                  </a:lnTo>
                  <a:lnTo>
                    <a:pt x="23" y="0"/>
                  </a:lnTo>
                  <a:lnTo>
                    <a:pt x="17" y="0"/>
                  </a:lnTo>
                  <a:lnTo>
                    <a:pt x="17" y="20"/>
                  </a:lnTo>
                  <a:lnTo>
                    <a:pt x="15" y="20"/>
                  </a:lnTo>
                  <a:lnTo>
                    <a:pt x="15" y="6"/>
                  </a:lnTo>
                  <a:lnTo>
                    <a:pt x="0" y="6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0" y="136"/>
                  </a:lnTo>
                  <a:lnTo>
                    <a:pt x="89" y="136"/>
                  </a:lnTo>
                  <a:lnTo>
                    <a:pt x="112" y="110"/>
                  </a:lnTo>
                  <a:lnTo>
                    <a:pt x="112" y="84"/>
                  </a:lnTo>
                  <a:lnTo>
                    <a:pt x="104" y="92"/>
                  </a:lnTo>
                  <a:lnTo>
                    <a:pt x="104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5" name="Rectangle 117"/>
            <p:cNvSpPr>
              <a:spLocks noChangeArrowheads="1"/>
            </p:cNvSpPr>
            <p:nvPr/>
          </p:nvSpPr>
          <p:spPr bwMode="auto">
            <a:xfrm>
              <a:off x="7589930" y="4421713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6" name="Rectangle 118"/>
            <p:cNvSpPr>
              <a:spLocks noChangeArrowheads="1"/>
            </p:cNvSpPr>
            <p:nvPr/>
          </p:nvSpPr>
          <p:spPr bwMode="auto">
            <a:xfrm>
              <a:off x="7589930" y="4461645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7" name="Rectangle 119"/>
            <p:cNvSpPr>
              <a:spLocks noChangeArrowheads="1"/>
            </p:cNvSpPr>
            <p:nvPr/>
          </p:nvSpPr>
          <p:spPr bwMode="auto">
            <a:xfrm>
              <a:off x="7589930" y="4506569"/>
              <a:ext cx="109814" cy="14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8" name="Rectangle 120"/>
            <p:cNvSpPr>
              <a:spLocks noChangeArrowheads="1"/>
            </p:cNvSpPr>
            <p:nvPr/>
          </p:nvSpPr>
          <p:spPr bwMode="auto">
            <a:xfrm>
              <a:off x="7589930" y="4548998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90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1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2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93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94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5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96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97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8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99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案例对比分析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剪去同侧角的矩形 100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extBox 101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103" name="Group 105"/>
          <p:cNvGrpSpPr/>
          <p:nvPr/>
        </p:nvGrpSpPr>
        <p:grpSpPr>
          <a:xfrm>
            <a:off x="4115959" y="1730777"/>
            <a:ext cx="329807" cy="397867"/>
            <a:chOff x="134906" y="3220464"/>
            <a:chExt cx="730251" cy="881063"/>
          </a:xfrm>
          <a:noFill/>
        </p:grpSpPr>
        <p:sp>
          <p:nvSpPr>
            <p:cNvPr id="104" name="Freeform 34"/>
            <p:cNvSpPr/>
            <p:nvPr/>
          </p:nvSpPr>
          <p:spPr bwMode="auto">
            <a:xfrm>
              <a:off x="134906" y="3220464"/>
              <a:ext cx="730251" cy="577851"/>
            </a:xfrm>
            <a:custGeom>
              <a:avLst/>
              <a:gdLst>
                <a:gd name="T0" fmla="*/ 124 w 192"/>
                <a:gd name="T1" fmla="*/ 96 h 152"/>
                <a:gd name="T2" fmla="*/ 116 w 192"/>
                <a:gd name="T3" fmla="*/ 92 h 152"/>
                <a:gd name="T4" fmla="*/ 116 w 192"/>
                <a:gd name="T5" fmla="*/ 80 h 152"/>
                <a:gd name="T6" fmla="*/ 120 w 192"/>
                <a:gd name="T7" fmla="*/ 60 h 152"/>
                <a:gd name="T8" fmla="*/ 121 w 192"/>
                <a:gd name="T9" fmla="*/ 25 h 152"/>
                <a:gd name="T10" fmla="*/ 96 w 192"/>
                <a:gd name="T11" fmla="*/ 0 h 152"/>
                <a:gd name="T12" fmla="*/ 72 w 192"/>
                <a:gd name="T13" fmla="*/ 24 h 152"/>
                <a:gd name="T14" fmla="*/ 72 w 192"/>
                <a:gd name="T15" fmla="*/ 60 h 152"/>
                <a:gd name="T16" fmla="*/ 76 w 192"/>
                <a:gd name="T17" fmla="*/ 80 h 152"/>
                <a:gd name="T18" fmla="*/ 76 w 192"/>
                <a:gd name="T19" fmla="*/ 92 h 152"/>
                <a:gd name="T20" fmla="*/ 68 w 192"/>
                <a:gd name="T21" fmla="*/ 96 h 152"/>
                <a:gd name="T22" fmla="*/ 16 w 192"/>
                <a:gd name="T23" fmla="*/ 96 h 152"/>
                <a:gd name="T24" fmla="*/ 0 w 192"/>
                <a:gd name="T25" fmla="*/ 116 h 152"/>
                <a:gd name="T26" fmla="*/ 0 w 192"/>
                <a:gd name="T27" fmla="*/ 152 h 152"/>
                <a:gd name="T28" fmla="*/ 192 w 192"/>
                <a:gd name="T29" fmla="*/ 152 h 152"/>
                <a:gd name="T30" fmla="*/ 192 w 192"/>
                <a:gd name="T31" fmla="*/ 116 h 152"/>
                <a:gd name="T32" fmla="*/ 176 w 192"/>
                <a:gd name="T33" fmla="*/ 96 h 152"/>
                <a:gd name="T34" fmla="*/ 124 w 192"/>
                <a:gd name="T35" fmla="*/ 9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2" h="152">
                  <a:moveTo>
                    <a:pt x="124" y="96"/>
                  </a:moveTo>
                  <a:cubicBezTo>
                    <a:pt x="121" y="96"/>
                    <a:pt x="118" y="95"/>
                    <a:pt x="116" y="92"/>
                  </a:cubicBezTo>
                  <a:cubicBezTo>
                    <a:pt x="114" y="89"/>
                    <a:pt x="115" y="83"/>
                    <a:pt x="116" y="80"/>
                  </a:cubicBezTo>
                  <a:cubicBezTo>
                    <a:pt x="119" y="72"/>
                    <a:pt x="120" y="68"/>
                    <a:pt x="120" y="60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11"/>
                    <a:pt x="110" y="0"/>
                    <a:pt x="96" y="0"/>
                  </a:cubicBezTo>
                  <a:cubicBezTo>
                    <a:pt x="82" y="0"/>
                    <a:pt x="72" y="10"/>
                    <a:pt x="72" y="24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8"/>
                    <a:pt x="73" y="72"/>
                    <a:pt x="76" y="80"/>
                  </a:cubicBezTo>
                  <a:cubicBezTo>
                    <a:pt x="77" y="83"/>
                    <a:pt x="78" y="89"/>
                    <a:pt x="76" y="92"/>
                  </a:cubicBezTo>
                  <a:cubicBezTo>
                    <a:pt x="74" y="95"/>
                    <a:pt x="71" y="96"/>
                    <a:pt x="68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8" y="96"/>
                    <a:pt x="0" y="108"/>
                    <a:pt x="0" y="116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92" y="152"/>
                    <a:pt x="192" y="152"/>
                    <a:pt x="192" y="152"/>
                  </a:cubicBezTo>
                  <a:cubicBezTo>
                    <a:pt x="192" y="116"/>
                    <a:pt x="192" y="116"/>
                    <a:pt x="192" y="116"/>
                  </a:cubicBezTo>
                  <a:cubicBezTo>
                    <a:pt x="192" y="108"/>
                    <a:pt x="184" y="96"/>
                    <a:pt x="176" y="96"/>
                  </a:cubicBezTo>
                  <a:lnTo>
                    <a:pt x="124" y="96"/>
                  </a:lnTo>
                  <a:close/>
                </a:path>
              </a:pathLst>
            </a:cu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05" name="Freeform 35"/>
            <p:cNvSpPr/>
            <p:nvPr/>
          </p:nvSpPr>
          <p:spPr bwMode="auto">
            <a:xfrm>
              <a:off x="165069" y="3798314"/>
              <a:ext cx="669926" cy="303213"/>
            </a:xfrm>
            <a:custGeom>
              <a:avLst/>
              <a:gdLst>
                <a:gd name="T0" fmla="*/ 422 w 422"/>
                <a:gd name="T1" fmla="*/ 191 h 191"/>
                <a:gd name="T2" fmla="*/ 115 w 422"/>
                <a:gd name="T3" fmla="*/ 191 h 191"/>
                <a:gd name="T4" fmla="*/ 115 w 422"/>
                <a:gd name="T5" fmla="*/ 95 h 191"/>
                <a:gd name="T6" fmla="*/ 67 w 422"/>
                <a:gd name="T7" fmla="*/ 191 h 191"/>
                <a:gd name="T8" fmla="*/ 0 w 422"/>
                <a:gd name="T9" fmla="*/ 191 h 191"/>
                <a:gd name="T10" fmla="*/ 0 w 422"/>
                <a:gd name="T11" fmla="*/ 0 h 191"/>
                <a:gd name="T12" fmla="*/ 422 w 422"/>
                <a:gd name="T13" fmla="*/ 0 h 191"/>
                <a:gd name="T14" fmla="*/ 422 w 422"/>
                <a:gd name="T1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2" h="191">
                  <a:moveTo>
                    <a:pt x="422" y="191"/>
                  </a:moveTo>
                  <a:lnTo>
                    <a:pt x="115" y="191"/>
                  </a:lnTo>
                  <a:lnTo>
                    <a:pt x="115" y="95"/>
                  </a:lnTo>
                  <a:lnTo>
                    <a:pt x="67" y="191"/>
                  </a:lnTo>
                  <a:lnTo>
                    <a:pt x="0" y="191"/>
                  </a:lnTo>
                  <a:lnTo>
                    <a:pt x="0" y="0"/>
                  </a:lnTo>
                  <a:lnTo>
                    <a:pt x="422" y="0"/>
                  </a:lnTo>
                  <a:lnTo>
                    <a:pt x="422" y="191"/>
                  </a:lnTo>
                  <a:close/>
                </a:path>
              </a:pathLst>
            </a:cu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06" name="Line 36"/>
            <p:cNvSpPr>
              <a:spLocks noChangeShapeType="1"/>
            </p:cNvSpPr>
            <p:nvPr/>
          </p:nvSpPr>
          <p:spPr bwMode="auto">
            <a:xfrm>
              <a:off x="742919" y="3904677"/>
              <a:ext cx="0" cy="196850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07" name="Line 37"/>
            <p:cNvSpPr>
              <a:spLocks noChangeShapeType="1"/>
            </p:cNvSpPr>
            <p:nvPr/>
          </p:nvSpPr>
          <p:spPr bwMode="auto">
            <a:xfrm>
              <a:off x="652432" y="3949127"/>
              <a:ext cx="0" cy="152400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08" name="Line 38"/>
            <p:cNvSpPr>
              <a:spLocks noChangeShapeType="1"/>
            </p:cNvSpPr>
            <p:nvPr/>
          </p:nvSpPr>
          <p:spPr bwMode="auto">
            <a:xfrm>
              <a:off x="560357" y="4011039"/>
              <a:ext cx="0" cy="90488"/>
            </a:xfrm>
            <a:prstGeom prst="lin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09" name="Oval 39"/>
            <p:cNvSpPr>
              <a:spLocks noChangeArrowheads="1"/>
            </p:cNvSpPr>
            <p:nvPr/>
          </p:nvSpPr>
          <p:spPr bwMode="auto">
            <a:xfrm>
              <a:off x="480981" y="3296664"/>
              <a:ext cx="38100" cy="38100"/>
            </a:xfrm>
            <a:prstGeom prst="ellipse">
              <a:avLst/>
            </a:prstGeom>
            <a:grpFill/>
            <a:ln w="15875" cap="rnd">
              <a:solidFill>
                <a:schemeClr val="bg1"/>
              </a:solidFill>
              <a:prstDash val="solid"/>
              <a:round/>
            </a:ln>
          </p:spPr>
          <p:txBody>
            <a:bodyPr lIns="121920" tIns="60960" rIns="121920" bIns="60960"/>
            <a:lstStyle/>
            <a:p>
              <a:pPr>
                <a:defRPr/>
              </a:pPr>
              <a:endParaRPr lang="id-ID" sz="1800"/>
            </a:p>
          </p:txBody>
        </p:sp>
      </p:grpSp>
      <p:sp>
        <p:nvSpPr>
          <p:cNvPr id="110" name="Freeform 12"/>
          <p:cNvSpPr>
            <a:spLocks noEditPoints="1"/>
          </p:cNvSpPr>
          <p:nvPr/>
        </p:nvSpPr>
        <p:spPr bwMode="auto">
          <a:xfrm flipH="1">
            <a:off x="5582890" y="1850212"/>
            <a:ext cx="329544" cy="272410"/>
          </a:xfrm>
          <a:custGeom>
            <a:avLst/>
            <a:gdLst>
              <a:gd name="T0" fmla="*/ 293137 w 242"/>
              <a:gd name="T1" fmla="*/ 0 h 200"/>
              <a:gd name="T2" fmla="*/ 226817 w 242"/>
              <a:gd name="T3" fmla="*/ 0 h 200"/>
              <a:gd name="T4" fmla="*/ 179066 w 242"/>
              <a:gd name="T5" fmla="*/ 19958 h 200"/>
              <a:gd name="T6" fmla="*/ 67647 w 242"/>
              <a:gd name="T7" fmla="*/ 131723 h 200"/>
              <a:gd name="T8" fmla="*/ 67647 w 242"/>
              <a:gd name="T9" fmla="*/ 171640 h 200"/>
              <a:gd name="T10" fmla="*/ 149885 w 242"/>
              <a:gd name="T11" fmla="*/ 255464 h 200"/>
              <a:gd name="T12" fmla="*/ 189677 w 242"/>
              <a:gd name="T13" fmla="*/ 255464 h 200"/>
              <a:gd name="T14" fmla="*/ 301096 w 242"/>
              <a:gd name="T15" fmla="*/ 143698 h 200"/>
              <a:gd name="T16" fmla="*/ 320992 w 242"/>
              <a:gd name="T17" fmla="*/ 94468 h 200"/>
              <a:gd name="T18" fmla="*/ 320992 w 242"/>
              <a:gd name="T19" fmla="*/ 29272 h 200"/>
              <a:gd name="T20" fmla="*/ 293137 w 242"/>
              <a:gd name="T21" fmla="*/ 0 h 200"/>
              <a:gd name="T22" fmla="*/ 254671 w 242"/>
              <a:gd name="T23" fmla="*/ 94468 h 200"/>
              <a:gd name="T24" fmla="*/ 226817 w 242"/>
              <a:gd name="T25" fmla="*/ 66527 h 200"/>
              <a:gd name="T26" fmla="*/ 254671 w 242"/>
              <a:gd name="T27" fmla="*/ 38586 h 200"/>
              <a:gd name="T28" fmla="*/ 283852 w 242"/>
              <a:gd name="T29" fmla="*/ 66527 h 200"/>
              <a:gd name="T30" fmla="*/ 254671 w 242"/>
              <a:gd name="T31" fmla="*/ 94468 h 200"/>
              <a:gd name="T32" fmla="*/ 25202 w 242"/>
              <a:gd name="T33" fmla="*/ 158334 h 200"/>
              <a:gd name="T34" fmla="*/ 126009 w 242"/>
              <a:gd name="T35" fmla="*/ 260786 h 200"/>
              <a:gd name="T36" fmla="*/ 92849 w 242"/>
              <a:gd name="T37" fmla="*/ 255464 h 200"/>
              <a:gd name="T38" fmla="*/ 10611 w 242"/>
              <a:gd name="T39" fmla="*/ 171640 h 200"/>
              <a:gd name="T40" fmla="*/ 10611 w 242"/>
              <a:gd name="T41" fmla="*/ 131723 h 200"/>
              <a:gd name="T42" fmla="*/ 122030 w 242"/>
              <a:gd name="T43" fmla="*/ 19958 h 200"/>
              <a:gd name="T44" fmla="*/ 169781 w 242"/>
              <a:gd name="T45" fmla="*/ 0 h 200"/>
              <a:gd name="T46" fmla="*/ 25202 w 242"/>
              <a:gd name="T47" fmla="*/ 145029 h 200"/>
              <a:gd name="T48" fmla="*/ 25202 w 242"/>
              <a:gd name="T49" fmla="*/ 158334 h 20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42" h="200">
                <a:moveTo>
                  <a:pt x="221" y="0"/>
                </a:moveTo>
                <a:cubicBezTo>
                  <a:pt x="171" y="0"/>
                  <a:pt x="171" y="0"/>
                  <a:pt x="171" y="0"/>
                </a:cubicBezTo>
                <a:cubicBezTo>
                  <a:pt x="159" y="0"/>
                  <a:pt x="143" y="7"/>
                  <a:pt x="135" y="15"/>
                </a:cubicBezTo>
                <a:cubicBezTo>
                  <a:pt x="51" y="99"/>
                  <a:pt x="51" y="99"/>
                  <a:pt x="51" y="99"/>
                </a:cubicBezTo>
                <a:cubicBezTo>
                  <a:pt x="42" y="107"/>
                  <a:pt x="42" y="121"/>
                  <a:pt x="51" y="129"/>
                </a:cubicBezTo>
                <a:cubicBezTo>
                  <a:pt x="113" y="192"/>
                  <a:pt x="113" y="192"/>
                  <a:pt x="113" y="192"/>
                </a:cubicBezTo>
                <a:cubicBezTo>
                  <a:pt x="121" y="200"/>
                  <a:pt x="135" y="200"/>
                  <a:pt x="143" y="192"/>
                </a:cubicBezTo>
                <a:cubicBezTo>
                  <a:pt x="227" y="108"/>
                  <a:pt x="227" y="108"/>
                  <a:pt x="227" y="108"/>
                </a:cubicBezTo>
                <a:cubicBezTo>
                  <a:pt x="236" y="100"/>
                  <a:pt x="242" y="83"/>
                  <a:pt x="242" y="71"/>
                </a:cubicBezTo>
                <a:cubicBezTo>
                  <a:pt x="242" y="22"/>
                  <a:pt x="242" y="22"/>
                  <a:pt x="242" y="22"/>
                </a:cubicBezTo>
                <a:cubicBezTo>
                  <a:pt x="242" y="10"/>
                  <a:pt x="233" y="0"/>
                  <a:pt x="221" y="0"/>
                </a:cubicBezTo>
                <a:moveTo>
                  <a:pt x="192" y="71"/>
                </a:moveTo>
                <a:cubicBezTo>
                  <a:pt x="181" y="71"/>
                  <a:pt x="171" y="62"/>
                  <a:pt x="171" y="50"/>
                </a:cubicBezTo>
                <a:cubicBezTo>
                  <a:pt x="171" y="38"/>
                  <a:pt x="181" y="29"/>
                  <a:pt x="192" y="29"/>
                </a:cubicBezTo>
                <a:cubicBezTo>
                  <a:pt x="204" y="29"/>
                  <a:pt x="214" y="38"/>
                  <a:pt x="214" y="50"/>
                </a:cubicBezTo>
                <a:cubicBezTo>
                  <a:pt x="214" y="62"/>
                  <a:pt x="204" y="71"/>
                  <a:pt x="192" y="71"/>
                </a:cubicBezTo>
                <a:moveTo>
                  <a:pt x="19" y="119"/>
                </a:moveTo>
                <a:cubicBezTo>
                  <a:pt x="95" y="196"/>
                  <a:pt x="95" y="196"/>
                  <a:pt x="95" y="196"/>
                </a:cubicBezTo>
                <a:cubicBezTo>
                  <a:pt x="87" y="200"/>
                  <a:pt x="77" y="199"/>
                  <a:pt x="70" y="192"/>
                </a:cubicBezTo>
                <a:cubicBezTo>
                  <a:pt x="8" y="129"/>
                  <a:pt x="8" y="129"/>
                  <a:pt x="8" y="129"/>
                </a:cubicBezTo>
                <a:cubicBezTo>
                  <a:pt x="0" y="121"/>
                  <a:pt x="0" y="107"/>
                  <a:pt x="8" y="99"/>
                </a:cubicBezTo>
                <a:cubicBezTo>
                  <a:pt x="92" y="15"/>
                  <a:pt x="92" y="15"/>
                  <a:pt x="92" y="15"/>
                </a:cubicBezTo>
                <a:cubicBezTo>
                  <a:pt x="100" y="7"/>
                  <a:pt x="116" y="0"/>
                  <a:pt x="128" y="0"/>
                </a:cubicBezTo>
                <a:cubicBezTo>
                  <a:pt x="19" y="109"/>
                  <a:pt x="19" y="109"/>
                  <a:pt x="19" y="109"/>
                </a:cubicBezTo>
                <a:cubicBezTo>
                  <a:pt x="16" y="112"/>
                  <a:pt x="16" y="117"/>
                  <a:pt x="19" y="119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40" tIns="45720" rIns="91440" bIns="45720"/>
          <a:lstStyle/>
          <a:p>
            <a:endParaRPr lang="zh-CN" altLang="en-US"/>
          </a:p>
        </p:txBody>
      </p:sp>
      <p:grpSp>
        <p:nvGrpSpPr>
          <p:cNvPr id="111" name="Group 126"/>
          <p:cNvGrpSpPr/>
          <p:nvPr/>
        </p:nvGrpSpPr>
        <p:grpSpPr bwMode="auto">
          <a:xfrm>
            <a:off x="7054551" y="1792171"/>
            <a:ext cx="307221" cy="348854"/>
            <a:chOff x="6873875" y="742950"/>
            <a:chExt cx="771526" cy="879476"/>
          </a:xfrm>
        </p:grpSpPr>
        <p:sp>
          <p:nvSpPr>
            <p:cNvPr id="112" name="Line 43"/>
            <p:cNvSpPr>
              <a:spLocks noChangeShapeType="1"/>
            </p:cNvSpPr>
            <p:nvPr/>
          </p:nvSpPr>
          <p:spPr bwMode="auto">
            <a:xfrm>
              <a:off x="7162800" y="1471613"/>
              <a:ext cx="0" cy="7620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113" name="Line 44"/>
            <p:cNvSpPr>
              <a:spLocks noChangeShapeType="1"/>
            </p:cNvSpPr>
            <p:nvPr/>
          </p:nvSpPr>
          <p:spPr bwMode="auto">
            <a:xfrm>
              <a:off x="7223125" y="1471613"/>
              <a:ext cx="0" cy="7620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114" name="Freeform 45"/>
            <p:cNvSpPr/>
            <p:nvPr/>
          </p:nvSpPr>
          <p:spPr bwMode="auto">
            <a:xfrm>
              <a:off x="6964363" y="1547813"/>
              <a:ext cx="457200" cy="74613"/>
            </a:xfrm>
            <a:custGeom>
              <a:avLst/>
              <a:gdLst>
                <a:gd name="T0" fmla="*/ 457200 w 120"/>
                <a:gd name="T1" fmla="*/ 74613 h 20"/>
                <a:gd name="T2" fmla="*/ 228600 w 120"/>
                <a:gd name="T3" fmla="*/ 0 h 20"/>
                <a:gd name="T4" fmla="*/ 0 w 120"/>
                <a:gd name="T5" fmla="*/ 74613 h 20"/>
                <a:gd name="T6" fmla="*/ 457200 w 120"/>
                <a:gd name="T7" fmla="*/ 7461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" h="20">
                  <a:moveTo>
                    <a:pt x="120" y="20"/>
                  </a:moveTo>
                  <a:cubicBezTo>
                    <a:pt x="103" y="7"/>
                    <a:pt x="83" y="0"/>
                    <a:pt x="60" y="0"/>
                  </a:cubicBezTo>
                  <a:cubicBezTo>
                    <a:pt x="37" y="0"/>
                    <a:pt x="17" y="7"/>
                    <a:pt x="0" y="20"/>
                  </a:cubicBezTo>
                  <a:lnTo>
                    <a:pt x="120" y="20"/>
                  </a:lnTo>
                  <a:close/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115" name="Oval 46"/>
            <p:cNvSpPr>
              <a:spLocks noChangeArrowheads="1"/>
            </p:cNvSpPr>
            <p:nvPr/>
          </p:nvSpPr>
          <p:spPr bwMode="auto">
            <a:xfrm>
              <a:off x="6904038" y="773113"/>
              <a:ext cx="577850" cy="576263"/>
            </a:xfrm>
            <a:prstGeom prst="ellips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pPr eaLnBrk="1" hangingPunct="1"/>
              <a:endParaRPr lang="zh-CN" altLang="zh-CN" sz="1800"/>
            </a:p>
          </p:txBody>
        </p:sp>
        <p:sp>
          <p:nvSpPr>
            <p:cNvPr id="116" name="Freeform 47"/>
            <p:cNvSpPr/>
            <p:nvPr/>
          </p:nvSpPr>
          <p:spPr bwMode="auto">
            <a:xfrm>
              <a:off x="6904038" y="773113"/>
              <a:ext cx="741363" cy="739775"/>
            </a:xfrm>
            <a:custGeom>
              <a:avLst/>
              <a:gdLst>
                <a:gd name="T0" fmla="*/ 577883 w 195"/>
                <a:gd name="T1" fmla="*/ 0 h 195"/>
                <a:gd name="T2" fmla="*/ 577883 w 195"/>
                <a:gd name="T3" fmla="*/ 576645 h 195"/>
                <a:gd name="T4" fmla="*/ 0 w 195"/>
                <a:gd name="T5" fmla="*/ 576645 h 1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5" h="195">
                  <a:moveTo>
                    <a:pt x="152" y="0"/>
                  </a:moveTo>
                  <a:cubicBezTo>
                    <a:pt x="195" y="42"/>
                    <a:pt x="195" y="110"/>
                    <a:pt x="152" y="152"/>
                  </a:cubicBezTo>
                  <a:cubicBezTo>
                    <a:pt x="110" y="195"/>
                    <a:pt x="42" y="195"/>
                    <a:pt x="0" y="152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117" name="Line 48"/>
            <p:cNvSpPr>
              <a:spLocks noChangeShapeType="1"/>
            </p:cNvSpPr>
            <p:nvPr/>
          </p:nvSpPr>
          <p:spPr bwMode="auto">
            <a:xfrm flipV="1">
              <a:off x="6873875" y="1319213"/>
              <a:ext cx="60325" cy="60325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  <p:sp>
          <p:nvSpPr>
            <p:cNvPr id="118" name="Line 49"/>
            <p:cNvSpPr>
              <a:spLocks noChangeShapeType="1"/>
            </p:cNvSpPr>
            <p:nvPr/>
          </p:nvSpPr>
          <p:spPr bwMode="auto">
            <a:xfrm flipV="1">
              <a:off x="7451725" y="742950"/>
              <a:ext cx="60325" cy="60325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5000">
        <p14:prism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1" grpId="0" animBg="1"/>
      <p:bldP spid="14" grpId="0" animBg="1"/>
      <p:bldP spid="17" grpId="0" animBg="1"/>
      <p:bldP spid="99" grpId="0" build="allAtOnce"/>
      <p:bldP spid="1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60"/>
            <a:ext cx="9175273" cy="5143500"/>
          </a:xfrm>
          <a:prstGeom prst="rect">
            <a:avLst/>
          </a:prstGeom>
        </p:spPr>
      </p:pic>
      <p:sp>
        <p:nvSpPr>
          <p:cNvPr id="5" name="TextBox 10"/>
          <p:cNvSpPr txBox="1"/>
          <p:nvPr/>
        </p:nvSpPr>
        <p:spPr>
          <a:xfrm>
            <a:off x="1187624" y="3183868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研究成果与应用</a:t>
            </a:r>
            <a:endParaRPr lang="ko-KR" altLang="en-US" sz="2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2923" y="1865573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研究目标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72923" y="2348568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成果形式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72923" y="2831563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应用前景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832228" y="2466330"/>
            <a:ext cx="923724" cy="81709"/>
            <a:chOff x="3832228" y="2466330"/>
            <a:chExt cx="923724" cy="81709"/>
          </a:xfrm>
        </p:grpSpPr>
        <p:cxnSp>
          <p:nvCxnSpPr>
            <p:cNvPr id="9" name="Straight Connector 109"/>
            <p:cNvCxnSpPr/>
            <p:nvPr/>
          </p:nvCxnSpPr>
          <p:spPr>
            <a:xfrm>
              <a:off x="3832228" y="2507185"/>
              <a:ext cx="854436" cy="647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45"/>
            <p:cNvSpPr/>
            <p:nvPr/>
          </p:nvSpPr>
          <p:spPr bwMode="auto">
            <a:xfrm>
              <a:off x="4674243" y="2466330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832228" y="2510422"/>
            <a:ext cx="923724" cy="525949"/>
            <a:chOff x="3832228" y="2510422"/>
            <a:chExt cx="923724" cy="525949"/>
          </a:xfrm>
        </p:grpSpPr>
        <p:cxnSp>
          <p:nvCxnSpPr>
            <p:cNvPr id="7" name="Straight Connector 107"/>
            <p:cNvCxnSpPr/>
            <p:nvPr/>
          </p:nvCxnSpPr>
          <p:spPr>
            <a:xfrm>
              <a:off x="3832228" y="2510422"/>
              <a:ext cx="858888" cy="488921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45"/>
            <p:cNvSpPr/>
            <p:nvPr/>
          </p:nvSpPr>
          <p:spPr bwMode="auto">
            <a:xfrm>
              <a:off x="4674243" y="2954662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731240" y="1993995"/>
            <a:ext cx="1024712" cy="582247"/>
            <a:chOff x="3731240" y="1993995"/>
            <a:chExt cx="1024712" cy="582247"/>
          </a:xfrm>
        </p:grpSpPr>
        <p:cxnSp>
          <p:nvCxnSpPr>
            <p:cNvPr id="8" name="Straight Connector 108"/>
            <p:cNvCxnSpPr/>
            <p:nvPr/>
          </p:nvCxnSpPr>
          <p:spPr>
            <a:xfrm flipV="1">
              <a:off x="3832228" y="2034850"/>
              <a:ext cx="854436" cy="468053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45"/>
            <p:cNvSpPr/>
            <p:nvPr/>
          </p:nvSpPr>
          <p:spPr bwMode="auto">
            <a:xfrm>
              <a:off x="4674243" y="1993995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Oval 45"/>
            <p:cNvSpPr/>
            <p:nvPr/>
          </p:nvSpPr>
          <p:spPr bwMode="auto">
            <a:xfrm>
              <a:off x="3731240" y="2459288"/>
              <a:ext cx="116954" cy="116954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995963" y="1828100"/>
            <a:ext cx="1224136" cy="1220781"/>
            <a:chOff x="1995963" y="1828100"/>
            <a:chExt cx="1224136" cy="1220781"/>
          </a:xfrm>
        </p:grpSpPr>
        <p:sp>
          <p:nvSpPr>
            <p:cNvPr id="6" name="Oval 67"/>
            <p:cNvSpPr/>
            <p:nvPr/>
          </p:nvSpPr>
          <p:spPr bwMode="auto">
            <a:xfrm>
              <a:off x="1995963" y="1828100"/>
              <a:ext cx="1224136" cy="1220781"/>
            </a:xfrm>
            <a:prstGeom prst="ellipse">
              <a:avLst/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0" name="Group 56"/>
            <p:cNvGrpSpPr/>
            <p:nvPr/>
          </p:nvGrpSpPr>
          <p:grpSpPr>
            <a:xfrm>
              <a:off x="2273624" y="2147951"/>
              <a:ext cx="757357" cy="636757"/>
              <a:chOff x="10280549" y="2492063"/>
              <a:chExt cx="506412" cy="474662"/>
            </a:xfrm>
            <a:solidFill>
              <a:schemeClr val="bg1"/>
            </a:solidFill>
          </p:grpSpPr>
          <p:sp>
            <p:nvSpPr>
              <p:cNvPr id="21" name="Oval 5"/>
              <p:cNvSpPr>
                <a:spLocks noChangeArrowheads="1"/>
              </p:cNvSpPr>
              <p:nvPr/>
            </p:nvSpPr>
            <p:spPr bwMode="auto">
              <a:xfrm>
                <a:off x="10526611" y="2752413"/>
                <a:ext cx="60325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10280549" y="2492063"/>
                <a:ext cx="506412" cy="474662"/>
              </a:xfrm>
              <a:custGeom>
                <a:avLst/>
                <a:gdLst>
                  <a:gd name="T0" fmla="*/ 116 w 132"/>
                  <a:gd name="T1" fmla="*/ 48 h 124"/>
                  <a:gd name="T2" fmla="*/ 116 w 132"/>
                  <a:gd name="T3" fmla="*/ 22 h 124"/>
                  <a:gd name="T4" fmla="*/ 104 w 132"/>
                  <a:gd name="T5" fmla="*/ 0 h 124"/>
                  <a:gd name="T6" fmla="*/ 22 w 132"/>
                  <a:gd name="T7" fmla="*/ 0 h 124"/>
                  <a:gd name="T8" fmla="*/ 0 w 132"/>
                  <a:gd name="T9" fmla="*/ 102 h 124"/>
                  <a:gd name="T10" fmla="*/ 94 w 132"/>
                  <a:gd name="T11" fmla="*/ 124 h 124"/>
                  <a:gd name="T12" fmla="*/ 116 w 132"/>
                  <a:gd name="T13" fmla="*/ 96 h 124"/>
                  <a:gd name="T14" fmla="*/ 116 w 132"/>
                  <a:gd name="T15" fmla="*/ 48 h 124"/>
                  <a:gd name="T16" fmla="*/ 88 w 132"/>
                  <a:gd name="T17" fmla="*/ 8 h 124"/>
                  <a:gd name="T18" fmla="*/ 108 w 132"/>
                  <a:gd name="T19" fmla="*/ 12 h 124"/>
                  <a:gd name="T20" fmla="*/ 108 w 132"/>
                  <a:gd name="T21" fmla="*/ 24 h 124"/>
                  <a:gd name="T22" fmla="*/ 104 w 132"/>
                  <a:gd name="T23" fmla="*/ 36 h 124"/>
                  <a:gd name="T24" fmla="*/ 104 w 132"/>
                  <a:gd name="T25" fmla="*/ 32 h 124"/>
                  <a:gd name="T26" fmla="*/ 104 w 132"/>
                  <a:gd name="T27" fmla="*/ 16 h 124"/>
                  <a:gd name="T28" fmla="*/ 16 w 132"/>
                  <a:gd name="T29" fmla="*/ 12 h 124"/>
                  <a:gd name="T30" fmla="*/ 12 w 132"/>
                  <a:gd name="T31" fmla="*/ 24 h 124"/>
                  <a:gd name="T32" fmla="*/ 8 w 132"/>
                  <a:gd name="T33" fmla="*/ 22 h 124"/>
                  <a:gd name="T34" fmla="*/ 100 w 132"/>
                  <a:gd name="T35" fmla="*/ 20 h 124"/>
                  <a:gd name="T36" fmla="*/ 16 w 132"/>
                  <a:gd name="T37" fmla="*/ 16 h 124"/>
                  <a:gd name="T38" fmla="*/ 100 w 132"/>
                  <a:gd name="T39" fmla="*/ 20 h 124"/>
                  <a:gd name="T40" fmla="*/ 100 w 132"/>
                  <a:gd name="T41" fmla="*/ 28 h 124"/>
                  <a:gd name="T42" fmla="*/ 16 w 132"/>
                  <a:gd name="T43" fmla="*/ 24 h 124"/>
                  <a:gd name="T44" fmla="*/ 100 w 132"/>
                  <a:gd name="T45" fmla="*/ 32 h 124"/>
                  <a:gd name="T46" fmla="*/ 88 w 132"/>
                  <a:gd name="T47" fmla="*/ 36 h 124"/>
                  <a:gd name="T48" fmla="*/ 16 w 132"/>
                  <a:gd name="T49" fmla="*/ 35 h 124"/>
                  <a:gd name="T50" fmla="*/ 100 w 132"/>
                  <a:gd name="T51" fmla="*/ 32 h 124"/>
                  <a:gd name="T52" fmla="*/ 94 w 132"/>
                  <a:gd name="T53" fmla="*/ 116 h 124"/>
                  <a:gd name="T54" fmla="*/ 8 w 132"/>
                  <a:gd name="T55" fmla="*/ 102 h 124"/>
                  <a:gd name="T56" fmla="*/ 22 w 132"/>
                  <a:gd name="T57" fmla="*/ 44 h 124"/>
                  <a:gd name="T58" fmla="*/ 104 w 132"/>
                  <a:gd name="T59" fmla="*/ 44 h 124"/>
                  <a:gd name="T60" fmla="*/ 108 w 132"/>
                  <a:gd name="T61" fmla="*/ 56 h 124"/>
                  <a:gd name="T62" fmla="*/ 52 w 132"/>
                  <a:gd name="T63" fmla="*/ 76 h 124"/>
                  <a:gd name="T64" fmla="*/ 108 w 132"/>
                  <a:gd name="T65" fmla="*/ 96 h 124"/>
                  <a:gd name="T66" fmla="*/ 113 w 132"/>
                  <a:gd name="T67" fmla="*/ 88 h 124"/>
                  <a:gd name="T68" fmla="*/ 60 w 132"/>
                  <a:gd name="T69" fmla="*/ 76 h 124"/>
                  <a:gd name="T70" fmla="*/ 108 w 132"/>
                  <a:gd name="T71" fmla="*/ 64 h 124"/>
                  <a:gd name="T72" fmla="*/ 115 w 132"/>
                  <a:gd name="T73" fmla="*/ 59 h 124"/>
                  <a:gd name="T74" fmla="*/ 120 w 132"/>
                  <a:gd name="T75" fmla="*/ 7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2" h="124">
                    <a:moveTo>
                      <a:pt x="116" y="48"/>
                    </a:moveTo>
                    <a:cubicBezTo>
                      <a:pt x="116" y="48"/>
                      <a:pt x="116" y="48"/>
                      <a:pt x="116" y="48"/>
                    </a:cubicBezTo>
                    <a:cubicBezTo>
                      <a:pt x="116" y="24"/>
                      <a:pt x="116" y="24"/>
                      <a:pt x="116" y="24"/>
                    </a:cubicBezTo>
                    <a:cubicBezTo>
                      <a:pt x="116" y="22"/>
                      <a:pt x="116" y="22"/>
                      <a:pt x="116" y="22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6" y="5"/>
                      <a:pt x="111" y="0"/>
                      <a:pt x="104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14"/>
                      <a:pt x="10" y="124"/>
                      <a:pt x="22" y="124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106" y="124"/>
                      <a:pt x="116" y="114"/>
                      <a:pt x="116" y="102"/>
                    </a:cubicBezTo>
                    <a:cubicBezTo>
                      <a:pt x="116" y="96"/>
                      <a:pt x="116" y="96"/>
                      <a:pt x="116" y="96"/>
                    </a:cubicBezTo>
                    <a:cubicBezTo>
                      <a:pt x="116" y="96"/>
                      <a:pt x="116" y="96"/>
                      <a:pt x="116" y="96"/>
                    </a:cubicBezTo>
                    <a:cubicBezTo>
                      <a:pt x="132" y="84"/>
                      <a:pt x="132" y="60"/>
                      <a:pt x="116" y="48"/>
                    </a:cubicBezTo>
                    <a:close/>
                    <a:moveTo>
                      <a:pt x="22" y="8"/>
                    </a:moveTo>
                    <a:cubicBezTo>
                      <a:pt x="88" y="8"/>
                      <a:pt x="88" y="8"/>
                      <a:pt x="88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06" y="8"/>
                      <a:pt x="108" y="10"/>
                      <a:pt x="108" y="1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08" y="37"/>
                      <a:pt x="108" y="37"/>
                      <a:pt x="108" y="37"/>
                    </a:cubicBezTo>
                    <a:cubicBezTo>
                      <a:pt x="107" y="36"/>
                      <a:pt x="105" y="36"/>
                      <a:pt x="104" y="36"/>
                    </a:cubicBezTo>
                    <a:cubicBezTo>
                      <a:pt x="104" y="36"/>
                      <a:pt x="104" y="36"/>
                      <a:pt x="104" y="36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4"/>
                      <a:pt x="104" y="24"/>
                      <a:pt x="104" y="24"/>
                    </a:cubicBezTo>
                    <a:cubicBezTo>
                      <a:pt x="104" y="16"/>
                      <a:pt x="104" y="16"/>
                      <a:pt x="104" y="16"/>
                    </a:cubicBezTo>
                    <a:cubicBezTo>
                      <a:pt x="104" y="14"/>
                      <a:pt x="102" y="12"/>
                      <a:pt x="100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4" y="12"/>
                      <a:pt x="12" y="14"/>
                      <a:pt x="12" y="1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0" y="29"/>
                      <a:pt x="8" y="26"/>
                      <a:pt x="8" y="22"/>
                    </a:cubicBezTo>
                    <a:cubicBezTo>
                      <a:pt x="8" y="14"/>
                      <a:pt x="14" y="8"/>
                      <a:pt x="22" y="8"/>
                    </a:cubicBezTo>
                    <a:close/>
                    <a:moveTo>
                      <a:pt x="100" y="20"/>
                    </a:move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00" y="16"/>
                      <a:pt x="100" y="16"/>
                      <a:pt x="100" y="16"/>
                    </a:cubicBezTo>
                    <a:lnTo>
                      <a:pt x="100" y="20"/>
                    </a:lnTo>
                    <a:close/>
                    <a:moveTo>
                      <a:pt x="100" y="24"/>
                    </a:moveTo>
                    <a:cubicBezTo>
                      <a:pt x="100" y="28"/>
                      <a:pt x="100" y="28"/>
                      <a:pt x="100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4"/>
                      <a:pt x="16" y="24"/>
                      <a:pt x="16" y="24"/>
                    </a:cubicBezTo>
                    <a:lnTo>
                      <a:pt x="100" y="24"/>
                    </a:lnTo>
                    <a:close/>
                    <a:moveTo>
                      <a:pt x="100" y="32"/>
                    </a:moveTo>
                    <a:cubicBezTo>
                      <a:pt x="100" y="36"/>
                      <a:pt x="100" y="36"/>
                      <a:pt x="100" y="36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0" y="36"/>
                      <a:pt x="18" y="35"/>
                      <a:pt x="16" y="35"/>
                    </a:cubicBezTo>
                    <a:cubicBezTo>
                      <a:pt x="16" y="32"/>
                      <a:pt x="16" y="32"/>
                      <a:pt x="16" y="32"/>
                    </a:cubicBezTo>
                    <a:lnTo>
                      <a:pt x="100" y="32"/>
                    </a:lnTo>
                    <a:close/>
                    <a:moveTo>
                      <a:pt x="108" y="102"/>
                    </a:moveTo>
                    <a:cubicBezTo>
                      <a:pt x="108" y="110"/>
                      <a:pt x="102" y="116"/>
                      <a:pt x="94" y="116"/>
                    </a:cubicBezTo>
                    <a:cubicBezTo>
                      <a:pt x="22" y="116"/>
                      <a:pt x="22" y="116"/>
                      <a:pt x="22" y="116"/>
                    </a:cubicBezTo>
                    <a:cubicBezTo>
                      <a:pt x="14" y="116"/>
                      <a:pt x="8" y="110"/>
                      <a:pt x="8" y="102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12" y="42"/>
                      <a:pt x="17" y="44"/>
                      <a:pt x="22" y="44"/>
                    </a:cubicBezTo>
                    <a:cubicBezTo>
                      <a:pt x="88" y="44"/>
                      <a:pt x="88" y="44"/>
                      <a:pt x="88" y="44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106" y="44"/>
                      <a:pt x="108" y="46"/>
                      <a:pt x="108" y="48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61" y="56"/>
                      <a:pt x="52" y="65"/>
                      <a:pt x="52" y="76"/>
                    </a:cubicBezTo>
                    <a:cubicBezTo>
                      <a:pt x="52" y="87"/>
                      <a:pt x="61" y="96"/>
                      <a:pt x="72" y="96"/>
                    </a:cubicBezTo>
                    <a:cubicBezTo>
                      <a:pt x="108" y="96"/>
                      <a:pt x="108" y="96"/>
                      <a:pt x="108" y="96"/>
                    </a:cubicBezTo>
                    <a:lnTo>
                      <a:pt x="108" y="102"/>
                    </a:lnTo>
                    <a:close/>
                    <a:moveTo>
                      <a:pt x="113" y="88"/>
                    </a:moveTo>
                    <a:cubicBezTo>
                      <a:pt x="72" y="88"/>
                      <a:pt x="72" y="88"/>
                      <a:pt x="72" y="88"/>
                    </a:cubicBezTo>
                    <a:cubicBezTo>
                      <a:pt x="65" y="88"/>
                      <a:pt x="60" y="83"/>
                      <a:pt x="60" y="76"/>
                    </a:cubicBezTo>
                    <a:cubicBezTo>
                      <a:pt x="60" y="69"/>
                      <a:pt x="65" y="64"/>
                      <a:pt x="72" y="64"/>
                    </a:cubicBezTo>
                    <a:cubicBezTo>
                      <a:pt x="108" y="64"/>
                      <a:pt x="108" y="64"/>
                      <a:pt x="108" y="64"/>
                    </a:cubicBezTo>
                    <a:cubicBezTo>
                      <a:pt x="110" y="64"/>
                      <a:pt x="113" y="63"/>
                      <a:pt x="114" y="61"/>
                    </a:cubicBezTo>
                    <a:cubicBezTo>
                      <a:pt x="115" y="60"/>
                      <a:pt x="115" y="60"/>
                      <a:pt x="115" y="59"/>
                    </a:cubicBezTo>
                    <a:cubicBezTo>
                      <a:pt x="115" y="59"/>
                      <a:pt x="116" y="59"/>
                      <a:pt x="116" y="59"/>
                    </a:cubicBezTo>
                    <a:cubicBezTo>
                      <a:pt x="118" y="62"/>
                      <a:pt x="120" y="67"/>
                      <a:pt x="120" y="72"/>
                    </a:cubicBezTo>
                    <a:cubicBezTo>
                      <a:pt x="120" y="78"/>
                      <a:pt x="118" y="84"/>
                      <a:pt x="113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5000">
        <p14:flip dir="r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49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49"/>
                            </p:stCondLst>
                            <p:childTnLst>
                              <p:par>
                                <p:cTn id="3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99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99"/>
                            </p:stCondLst>
                            <p:childTnLst>
                              <p:par>
                                <p:cTn id="4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449"/>
                            </p:stCondLst>
                            <p:childTnLst>
                              <p:par>
                                <p:cTn id="52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753475" y="4833938"/>
            <a:ext cx="2349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600">
                <a:solidFill>
                  <a:schemeClr val="bg1"/>
                </a:solidFill>
                <a:latin typeface="FontAwesome" pitchFamily="2" charset="0"/>
              </a:rPr>
              <a:t></a:t>
            </a:r>
            <a:endParaRPr lang="bg-BG" altLang="zh-CN" sz="600">
              <a:solidFill>
                <a:schemeClr val="bg1"/>
              </a:solidFill>
            </a:endParaRPr>
          </a:p>
        </p:txBody>
      </p:sp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成果形式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cxnSp>
        <p:nvCxnSpPr>
          <p:cNvPr id="21" name="Straight Connector 53"/>
          <p:cNvCxnSpPr/>
          <p:nvPr/>
        </p:nvCxnSpPr>
        <p:spPr>
          <a:xfrm>
            <a:off x="2449513" y="1602328"/>
            <a:ext cx="0" cy="2625606"/>
          </a:xfrm>
          <a:prstGeom prst="line">
            <a:avLst/>
          </a:prstGeom>
          <a:ln>
            <a:solidFill>
              <a:srgbClr val="E9344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54"/>
          <p:cNvCxnSpPr/>
          <p:nvPr/>
        </p:nvCxnSpPr>
        <p:spPr>
          <a:xfrm>
            <a:off x="4522788" y="1602328"/>
            <a:ext cx="0" cy="2625606"/>
          </a:xfrm>
          <a:prstGeom prst="line">
            <a:avLst/>
          </a:prstGeom>
          <a:ln>
            <a:solidFill>
              <a:srgbClr val="E9344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55"/>
          <p:cNvCxnSpPr/>
          <p:nvPr/>
        </p:nvCxnSpPr>
        <p:spPr>
          <a:xfrm>
            <a:off x="6588125" y="1602328"/>
            <a:ext cx="0" cy="2625606"/>
          </a:xfrm>
          <a:prstGeom prst="line">
            <a:avLst/>
          </a:prstGeom>
          <a:ln>
            <a:solidFill>
              <a:srgbClr val="E9344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/>
          <p:cNvSpPr txBox="1"/>
          <p:nvPr/>
        </p:nvSpPr>
        <p:spPr bwMode="auto">
          <a:xfrm>
            <a:off x="661988" y="3376266"/>
            <a:ext cx="1533525" cy="587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id-ID" altLang="zh-C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Content Placeholder 2"/>
          <p:cNvSpPr txBox="1"/>
          <p:nvPr/>
        </p:nvSpPr>
        <p:spPr bwMode="auto">
          <a:xfrm>
            <a:off x="744538" y="2837284"/>
            <a:ext cx="1368425" cy="4587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1600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输入</a:t>
            </a:r>
            <a:r>
              <a:rPr lang="zh-CN" altLang="en-US" sz="16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小标题</a:t>
            </a:r>
            <a:endParaRPr lang="id-ID" altLang="zh-CN" sz="16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6" name="Content Placeholder 2"/>
          <p:cNvSpPr txBox="1"/>
          <p:nvPr/>
        </p:nvSpPr>
        <p:spPr bwMode="auto">
          <a:xfrm>
            <a:off x="688975" y="3097634"/>
            <a:ext cx="1479550" cy="33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1000" dirty="0" smtClean="0">
                <a:solidFill>
                  <a:schemeClr val="bg1">
                    <a:lumMod val="50000"/>
                  </a:schemeClr>
                </a:solidFill>
              </a:rPr>
              <a:t>文字内容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7" name="Group 40"/>
          <p:cNvGrpSpPr/>
          <p:nvPr/>
        </p:nvGrpSpPr>
        <p:grpSpPr bwMode="auto">
          <a:xfrm>
            <a:off x="740780" y="2756401"/>
            <a:ext cx="1374720" cy="60845"/>
            <a:chOff x="2055030" y="1463669"/>
            <a:chExt cx="2304256" cy="544908"/>
          </a:xfrm>
          <a:solidFill>
            <a:srgbClr val="E9344C"/>
          </a:solidFill>
        </p:grpSpPr>
        <p:sp>
          <p:nvSpPr>
            <p:cNvPr id="28" name="Rectangle 42"/>
            <p:cNvSpPr/>
            <p:nvPr/>
          </p:nvSpPr>
          <p:spPr>
            <a:xfrm>
              <a:off x="2056007" y="1462953"/>
              <a:ext cx="577417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9" name="Rectangle 43"/>
            <p:cNvSpPr/>
            <p:nvPr/>
          </p:nvSpPr>
          <p:spPr>
            <a:xfrm>
              <a:off x="2633424" y="1462953"/>
              <a:ext cx="574757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0" name="Rectangle 44"/>
            <p:cNvSpPr/>
            <p:nvPr/>
          </p:nvSpPr>
          <p:spPr>
            <a:xfrm>
              <a:off x="3208180" y="1462953"/>
              <a:ext cx="577418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1" name="Rectangle 45"/>
            <p:cNvSpPr/>
            <p:nvPr/>
          </p:nvSpPr>
          <p:spPr>
            <a:xfrm>
              <a:off x="3785599" y="1462953"/>
              <a:ext cx="574757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32" name="Freeform 16"/>
          <p:cNvSpPr/>
          <p:nvPr/>
        </p:nvSpPr>
        <p:spPr bwMode="auto">
          <a:xfrm>
            <a:off x="1327150" y="4069184"/>
            <a:ext cx="195263" cy="158750"/>
          </a:xfrm>
          <a:custGeom>
            <a:avLst/>
            <a:gdLst>
              <a:gd name="T0" fmla="*/ 368 w 368"/>
              <a:gd name="T1" fmla="*/ 36 h 299"/>
              <a:gd name="T2" fmla="*/ 324 w 368"/>
              <a:gd name="T3" fmla="*/ 48 h 299"/>
              <a:gd name="T4" fmla="*/ 358 w 368"/>
              <a:gd name="T5" fmla="*/ 6 h 299"/>
              <a:gd name="T6" fmla="*/ 310 w 368"/>
              <a:gd name="T7" fmla="*/ 24 h 299"/>
              <a:gd name="T8" fmla="*/ 255 w 368"/>
              <a:gd name="T9" fmla="*/ 0 h 299"/>
              <a:gd name="T10" fmla="*/ 179 w 368"/>
              <a:gd name="T11" fmla="*/ 76 h 299"/>
              <a:gd name="T12" fmla="*/ 181 w 368"/>
              <a:gd name="T13" fmla="*/ 93 h 299"/>
              <a:gd name="T14" fmla="*/ 25 w 368"/>
              <a:gd name="T15" fmla="*/ 14 h 299"/>
              <a:gd name="T16" fmla="*/ 15 w 368"/>
              <a:gd name="T17" fmla="*/ 52 h 299"/>
              <a:gd name="T18" fmla="*/ 49 w 368"/>
              <a:gd name="T19" fmla="*/ 115 h 299"/>
              <a:gd name="T20" fmla="*/ 15 w 368"/>
              <a:gd name="T21" fmla="*/ 106 h 299"/>
              <a:gd name="T22" fmla="*/ 14 w 368"/>
              <a:gd name="T23" fmla="*/ 106 h 299"/>
              <a:gd name="T24" fmla="*/ 75 w 368"/>
              <a:gd name="T25" fmla="*/ 181 h 299"/>
              <a:gd name="T26" fmla="*/ 55 w 368"/>
              <a:gd name="T27" fmla="*/ 183 h 299"/>
              <a:gd name="T28" fmla="*/ 41 w 368"/>
              <a:gd name="T29" fmla="*/ 182 h 299"/>
              <a:gd name="T30" fmla="*/ 111 w 368"/>
              <a:gd name="T31" fmla="*/ 234 h 299"/>
              <a:gd name="T32" fmla="*/ 18 w 368"/>
              <a:gd name="T33" fmla="*/ 267 h 299"/>
              <a:gd name="T34" fmla="*/ 0 w 368"/>
              <a:gd name="T35" fmla="*/ 265 h 299"/>
              <a:gd name="T36" fmla="*/ 115 w 368"/>
              <a:gd name="T37" fmla="*/ 299 h 299"/>
              <a:gd name="T38" fmla="*/ 330 w 368"/>
              <a:gd name="T39" fmla="*/ 85 h 299"/>
              <a:gd name="T40" fmla="*/ 330 w 368"/>
              <a:gd name="T41" fmla="*/ 75 h 299"/>
              <a:gd name="T42" fmla="*/ 368 w 368"/>
              <a:gd name="T43" fmla="*/ 36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68" h="299">
                <a:moveTo>
                  <a:pt x="368" y="36"/>
                </a:moveTo>
                <a:cubicBezTo>
                  <a:pt x="354" y="42"/>
                  <a:pt x="340" y="46"/>
                  <a:pt x="324" y="48"/>
                </a:cubicBezTo>
                <a:cubicBezTo>
                  <a:pt x="340" y="38"/>
                  <a:pt x="352" y="24"/>
                  <a:pt x="358" y="6"/>
                </a:cubicBezTo>
                <a:cubicBezTo>
                  <a:pt x="343" y="15"/>
                  <a:pt x="327" y="21"/>
                  <a:pt x="310" y="24"/>
                </a:cubicBezTo>
                <a:cubicBezTo>
                  <a:pt x="296" y="10"/>
                  <a:pt x="276" y="0"/>
                  <a:pt x="255" y="0"/>
                </a:cubicBezTo>
                <a:cubicBezTo>
                  <a:pt x="213" y="0"/>
                  <a:pt x="179" y="34"/>
                  <a:pt x="179" y="76"/>
                </a:cubicBezTo>
                <a:cubicBezTo>
                  <a:pt x="179" y="82"/>
                  <a:pt x="180" y="88"/>
                  <a:pt x="181" y="93"/>
                </a:cubicBezTo>
                <a:cubicBezTo>
                  <a:pt x="118" y="90"/>
                  <a:pt x="63" y="60"/>
                  <a:pt x="25" y="14"/>
                </a:cubicBezTo>
                <a:cubicBezTo>
                  <a:pt x="19" y="25"/>
                  <a:pt x="15" y="38"/>
                  <a:pt x="15" y="52"/>
                </a:cubicBezTo>
                <a:cubicBezTo>
                  <a:pt x="15" y="78"/>
                  <a:pt x="28" y="101"/>
                  <a:pt x="49" y="115"/>
                </a:cubicBezTo>
                <a:cubicBezTo>
                  <a:pt x="36" y="115"/>
                  <a:pt x="25" y="111"/>
                  <a:pt x="15" y="106"/>
                </a:cubicBezTo>
                <a:cubicBezTo>
                  <a:pt x="14" y="106"/>
                  <a:pt x="14" y="106"/>
                  <a:pt x="14" y="106"/>
                </a:cubicBezTo>
                <a:cubicBezTo>
                  <a:pt x="14" y="143"/>
                  <a:pt x="41" y="174"/>
                  <a:pt x="75" y="181"/>
                </a:cubicBezTo>
                <a:cubicBezTo>
                  <a:pt x="69" y="182"/>
                  <a:pt x="62" y="183"/>
                  <a:pt x="55" y="183"/>
                </a:cubicBezTo>
                <a:cubicBezTo>
                  <a:pt x="50" y="183"/>
                  <a:pt x="46" y="183"/>
                  <a:pt x="41" y="182"/>
                </a:cubicBezTo>
                <a:cubicBezTo>
                  <a:pt x="51" y="212"/>
                  <a:pt x="78" y="234"/>
                  <a:pt x="111" y="234"/>
                </a:cubicBezTo>
                <a:cubicBezTo>
                  <a:pt x="86" y="254"/>
                  <a:pt x="53" y="267"/>
                  <a:pt x="18" y="267"/>
                </a:cubicBezTo>
                <a:cubicBezTo>
                  <a:pt x="12" y="267"/>
                  <a:pt x="6" y="266"/>
                  <a:pt x="0" y="265"/>
                </a:cubicBezTo>
                <a:cubicBezTo>
                  <a:pt x="33" y="287"/>
                  <a:pt x="73" y="299"/>
                  <a:pt x="115" y="299"/>
                </a:cubicBezTo>
                <a:cubicBezTo>
                  <a:pt x="254" y="299"/>
                  <a:pt x="330" y="184"/>
                  <a:pt x="330" y="85"/>
                </a:cubicBezTo>
                <a:cubicBezTo>
                  <a:pt x="330" y="81"/>
                  <a:pt x="330" y="78"/>
                  <a:pt x="330" y="75"/>
                </a:cubicBezTo>
                <a:cubicBezTo>
                  <a:pt x="345" y="64"/>
                  <a:pt x="358" y="51"/>
                  <a:pt x="368" y="36"/>
                </a:cubicBez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33" name="Content Placeholder 2"/>
          <p:cNvSpPr txBox="1"/>
          <p:nvPr/>
        </p:nvSpPr>
        <p:spPr bwMode="auto">
          <a:xfrm>
            <a:off x="2733675" y="3376266"/>
            <a:ext cx="1533525" cy="587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id-ID" altLang="zh-C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Content Placeholder 2"/>
          <p:cNvSpPr txBox="1"/>
          <p:nvPr/>
        </p:nvSpPr>
        <p:spPr bwMode="auto">
          <a:xfrm>
            <a:off x="2816225" y="2837284"/>
            <a:ext cx="1368425" cy="4587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1600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输入小标题</a:t>
            </a:r>
            <a:endParaRPr lang="id-ID" altLang="zh-CN" sz="16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35" name="Content Placeholder 2"/>
          <p:cNvSpPr txBox="1"/>
          <p:nvPr/>
        </p:nvSpPr>
        <p:spPr bwMode="auto">
          <a:xfrm>
            <a:off x="2760663" y="3097634"/>
            <a:ext cx="1479550" cy="33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文字内容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6" name="Group 90"/>
          <p:cNvGrpSpPr/>
          <p:nvPr/>
        </p:nvGrpSpPr>
        <p:grpSpPr bwMode="auto">
          <a:xfrm>
            <a:off x="2812467" y="2756401"/>
            <a:ext cx="1374720" cy="60845"/>
            <a:chOff x="2055030" y="1463669"/>
            <a:chExt cx="2304256" cy="544908"/>
          </a:xfrm>
          <a:solidFill>
            <a:srgbClr val="E9344C"/>
          </a:solidFill>
        </p:grpSpPr>
        <p:sp>
          <p:nvSpPr>
            <p:cNvPr id="37" name="Rectangle 92"/>
            <p:cNvSpPr/>
            <p:nvPr/>
          </p:nvSpPr>
          <p:spPr>
            <a:xfrm>
              <a:off x="2056007" y="1462953"/>
              <a:ext cx="577418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8" name="Rectangle 93"/>
            <p:cNvSpPr/>
            <p:nvPr/>
          </p:nvSpPr>
          <p:spPr>
            <a:xfrm>
              <a:off x="2633426" y="1462953"/>
              <a:ext cx="574757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39" name="Rectangle 94"/>
            <p:cNvSpPr/>
            <p:nvPr/>
          </p:nvSpPr>
          <p:spPr>
            <a:xfrm>
              <a:off x="3208182" y="1462953"/>
              <a:ext cx="577417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40" name="Rectangle 95"/>
            <p:cNvSpPr/>
            <p:nvPr/>
          </p:nvSpPr>
          <p:spPr>
            <a:xfrm>
              <a:off x="3785599" y="1462953"/>
              <a:ext cx="574757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41" name="Freeform 16"/>
          <p:cNvSpPr/>
          <p:nvPr/>
        </p:nvSpPr>
        <p:spPr bwMode="auto">
          <a:xfrm>
            <a:off x="3398838" y="4069184"/>
            <a:ext cx="195262" cy="158750"/>
          </a:xfrm>
          <a:custGeom>
            <a:avLst/>
            <a:gdLst>
              <a:gd name="T0" fmla="*/ 368 w 368"/>
              <a:gd name="T1" fmla="*/ 36 h 299"/>
              <a:gd name="T2" fmla="*/ 324 w 368"/>
              <a:gd name="T3" fmla="*/ 48 h 299"/>
              <a:gd name="T4" fmla="*/ 358 w 368"/>
              <a:gd name="T5" fmla="*/ 6 h 299"/>
              <a:gd name="T6" fmla="*/ 310 w 368"/>
              <a:gd name="T7" fmla="*/ 24 h 299"/>
              <a:gd name="T8" fmla="*/ 255 w 368"/>
              <a:gd name="T9" fmla="*/ 0 h 299"/>
              <a:gd name="T10" fmla="*/ 179 w 368"/>
              <a:gd name="T11" fmla="*/ 76 h 299"/>
              <a:gd name="T12" fmla="*/ 181 w 368"/>
              <a:gd name="T13" fmla="*/ 93 h 299"/>
              <a:gd name="T14" fmla="*/ 25 w 368"/>
              <a:gd name="T15" fmla="*/ 14 h 299"/>
              <a:gd name="T16" fmla="*/ 15 w 368"/>
              <a:gd name="T17" fmla="*/ 52 h 299"/>
              <a:gd name="T18" fmla="*/ 49 w 368"/>
              <a:gd name="T19" fmla="*/ 115 h 299"/>
              <a:gd name="T20" fmla="*/ 15 w 368"/>
              <a:gd name="T21" fmla="*/ 106 h 299"/>
              <a:gd name="T22" fmla="*/ 14 w 368"/>
              <a:gd name="T23" fmla="*/ 106 h 299"/>
              <a:gd name="T24" fmla="*/ 75 w 368"/>
              <a:gd name="T25" fmla="*/ 181 h 299"/>
              <a:gd name="T26" fmla="*/ 55 w 368"/>
              <a:gd name="T27" fmla="*/ 183 h 299"/>
              <a:gd name="T28" fmla="*/ 41 w 368"/>
              <a:gd name="T29" fmla="*/ 182 h 299"/>
              <a:gd name="T30" fmla="*/ 111 w 368"/>
              <a:gd name="T31" fmla="*/ 234 h 299"/>
              <a:gd name="T32" fmla="*/ 18 w 368"/>
              <a:gd name="T33" fmla="*/ 267 h 299"/>
              <a:gd name="T34" fmla="*/ 0 w 368"/>
              <a:gd name="T35" fmla="*/ 265 h 299"/>
              <a:gd name="T36" fmla="*/ 115 w 368"/>
              <a:gd name="T37" fmla="*/ 299 h 299"/>
              <a:gd name="T38" fmla="*/ 330 w 368"/>
              <a:gd name="T39" fmla="*/ 85 h 299"/>
              <a:gd name="T40" fmla="*/ 330 w 368"/>
              <a:gd name="T41" fmla="*/ 75 h 299"/>
              <a:gd name="T42" fmla="*/ 368 w 368"/>
              <a:gd name="T43" fmla="*/ 36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68" h="299">
                <a:moveTo>
                  <a:pt x="368" y="36"/>
                </a:moveTo>
                <a:cubicBezTo>
                  <a:pt x="354" y="42"/>
                  <a:pt x="340" y="46"/>
                  <a:pt x="324" y="48"/>
                </a:cubicBezTo>
                <a:cubicBezTo>
                  <a:pt x="340" y="38"/>
                  <a:pt x="352" y="24"/>
                  <a:pt x="358" y="6"/>
                </a:cubicBezTo>
                <a:cubicBezTo>
                  <a:pt x="343" y="15"/>
                  <a:pt x="327" y="21"/>
                  <a:pt x="310" y="24"/>
                </a:cubicBezTo>
                <a:cubicBezTo>
                  <a:pt x="296" y="10"/>
                  <a:pt x="276" y="0"/>
                  <a:pt x="255" y="0"/>
                </a:cubicBezTo>
                <a:cubicBezTo>
                  <a:pt x="213" y="0"/>
                  <a:pt x="179" y="34"/>
                  <a:pt x="179" y="76"/>
                </a:cubicBezTo>
                <a:cubicBezTo>
                  <a:pt x="179" y="82"/>
                  <a:pt x="180" y="88"/>
                  <a:pt x="181" y="93"/>
                </a:cubicBezTo>
                <a:cubicBezTo>
                  <a:pt x="118" y="90"/>
                  <a:pt x="63" y="60"/>
                  <a:pt x="25" y="14"/>
                </a:cubicBezTo>
                <a:cubicBezTo>
                  <a:pt x="19" y="25"/>
                  <a:pt x="15" y="38"/>
                  <a:pt x="15" y="52"/>
                </a:cubicBezTo>
                <a:cubicBezTo>
                  <a:pt x="15" y="78"/>
                  <a:pt x="28" y="101"/>
                  <a:pt x="49" y="115"/>
                </a:cubicBezTo>
                <a:cubicBezTo>
                  <a:pt x="36" y="115"/>
                  <a:pt x="25" y="111"/>
                  <a:pt x="15" y="106"/>
                </a:cubicBezTo>
                <a:cubicBezTo>
                  <a:pt x="14" y="106"/>
                  <a:pt x="14" y="106"/>
                  <a:pt x="14" y="106"/>
                </a:cubicBezTo>
                <a:cubicBezTo>
                  <a:pt x="14" y="143"/>
                  <a:pt x="41" y="174"/>
                  <a:pt x="75" y="181"/>
                </a:cubicBezTo>
                <a:cubicBezTo>
                  <a:pt x="69" y="182"/>
                  <a:pt x="62" y="183"/>
                  <a:pt x="55" y="183"/>
                </a:cubicBezTo>
                <a:cubicBezTo>
                  <a:pt x="50" y="183"/>
                  <a:pt x="46" y="183"/>
                  <a:pt x="41" y="182"/>
                </a:cubicBezTo>
                <a:cubicBezTo>
                  <a:pt x="51" y="212"/>
                  <a:pt x="78" y="234"/>
                  <a:pt x="111" y="234"/>
                </a:cubicBezTo>
                <a:cubicBezTo>
                  <a:pt x="86" y="254"/>
                  <a:pt x="53" y="267"/>
                  <a:pt x="18" y="267"/>
                </a:cubicBezTo>
                <a:cubicBezTo>
                  <a:pt x="12" y="267"/>
                  <a:pt x="6" y="266"/>
                  <a:pt x="0" y="265"/>
                </a:cubicBezTo>
                <a:cubicBezTo>
                  <a:pt x="33" y="287"/>
                  <a:pt x="73" y="299"/>
                  <a:pt x="115" y="299"/>
                </a:cubicBezTo>
                <a:cubicBezTo>
                  <a:pt x="254" y="299"/>
                  <a:pt x="330" y="184"/>
                  <a:pt x="330" y="85"/>
                </a:cubicBezTo>
                <a:cubicBezTo>
                  <a:pt x="330" y="81"/>
                  <a:pt x="330" y="78"/>
                  <a:pt x="330" y="75"/>
                </a:cubicBezTo>
                <a:cubicBezTo>
                  <a:pt x="345" y="64"/>
                  <a:pt x="358" y="51"/>
                  <a:pt x="368" y="36"/>
                </a:cubicBez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42" name="Content Placeholder 2"/>
          <p:cNvSpPr txBox="1"/>
          <p:nvPr/>
        </p:nvSpPr>
        <p:spPr bwMode="auto">
          <a:xfrm>
            <a:off x="4805363" y="3376266"/>
            <a:ext cx="1533525" cy="587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id-ID" altLang="zh-C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Content Placeholder 2"/>
          <p:cNvSpPr txBox="1"/>
          <p:nvPr/>
        </p:nvSpPr>
        <p:spPr bwMode="auto">
          <a:xfrm>
            <a:off x="4887913" y="2837284"/>
            <a:ext cx="1368425" cy="4587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1600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输入小标题</a:t>
            </a:r>
            <a:endParaRPr lang="id-ID" altLang="zh-CN" sz="16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4" name="Content Placeholder 2"/>
          <p:cNvSpPr txBox="1"/>
          <p:nvPr/>
        </p:nvSpPr>
        <p:spPr bwMode="auto">
          <a:xfrm>
            <a:off x="4832350" y="3097634"/>
            <a:ext cx="1479550" cy="33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文字内容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5" name="Group 101"/>
          <p:cNvGrpSpPr/>
          <p:nvPr/>
        </p:nvGrpSpPr>
        <p:grpSpPr bwMode="auto">
          <a:xfrm>
            <a:off x="4884155" y="2756401"/>
            <a:ext cx="1374720" cy="60845"/>
            <a:chOff x="2055030" y="1463669"/>
            <a:chExt cx="2304256" cy="544908"/>
          </a:xfrm>
          <a:solidFill>
            <a:srgbClr val="E9344C"/>
          </a:solidFill>
        </p:grpSpPr>
        <p:sp>
          <p:nvSpPr>
            <p:cNvPr id="46" name="Rectangle 103"/>
            <p:cNvSpPr/>
            <p:nvPr/>
          </p:nvSpPr>
          <p:spPr>
            <a:xfrm>
              <a:off x="2056007" y="1462953"/>
              <a:ext cx="577417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47" name="Rectangle 104"/>
            <p:cNvSpPr/>
            <p:nvPr/>
          </p:nvSpPr>
          <p:spPr>
            <a:xfrm>
              <a:off x="2633424" y="1462953"/>
              <a:ext cx="574757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48" name="Rectangle 105"/>
            <p:cNvSpPr/>
            <p:nvPr/>
          </p:nvSpPr>
          <p:spPr>
            <a:xfrm>
              <a:off x="3208180" y="1462953"/>
              <a:ext cx="577418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49" name="Rectangle 106"/>
            <p:cNvSpPr/>
            <p:nvPr/>
          </p:nvSpPr>
          <p:spPr>
            <a:xfrm>
              <a:off x="3785599" y="1462953"/>
              <a:ext cx="574757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50" name="Freeform 16"/>
          <p:cNvSpPr/>
          <p:nvPr/>
        </p:nvSpPr>
        <p:spPr bwMode="auto">
          <a:xfrm>
            <a:off x="5470525" y="4069184"/>
            <a:ext cx="195263" cy="158750"/>
          </a:xfrm>
          <a:custGeom>
            <a:avLst/>
            <a:gdLst>
              <a:gd name="T0" fmla="*/ 368 w 368"/>
              <a:gd name="T1" fmla="*/ 36 h 299"/>
              <a:gd name="T2" fmla="*/ 324 w 368"/>
              <a:gd name="T3" fmla="*/ 48 h 299"/>
              <a:gd name="T4" fmla="*/ 358 w 368"/>
              <a:gd name="T5" fmla="*/ 6 h 299"/>
              <a:gd name="T6" fmla="*/ 310 w 368"/>
              <a:gd name="T7" fmla="*/ 24 h 299"/>
              <a:gd name="T8" fmla="*/ 255 w 368"/>
              <a:gd name="T9" fmla="*/ 0 h 299"/>
              <a:gd name="T10" fmla="*/ 179 w 368"/>
              <a:gd name="T11" fmla="*/ 76 h 299"/>
              <a:gd name="T12" fmla="*/ 181 w 368"/>
              <a:gd name="T13" fmla="*/ 93 h 299"/>
              <a:gd name="T14" fmla="*/ 25 w 368"/>
              <a:gd name="T15" fmla="*/ 14 h 299"/>
              <a:gd name="T16" fmla="*/ 15 w 368"/>
              <a:gd name="T17" fmla="*/ 52 h 299"/>
              <a:gd name="T18" fmla="*/ 49 w 368"/>
              <a:gd name="T19" fmla="*/ 115 h 299"/>
              <a:gd name="T20" fmla="*/ 15 w 368"/>
              <a:gd name="T21" fmla="*/ 106 h 299"/>
              <a:gd name="T22" fmla="*/ 14 w 368"/>
              <a:gd name="T23" fmla="*/ 106 h 299"/>
              <a:gd name="T24" fmla="*/ 75 w 368"/>
              <a:gd name="T25" fmla="*/ 181 h 299"/>
              <a:gd name="T26" fmla="*/ 55 w 368"/>
              <a:gd name="T27" fmla="*/ 183 h 299"/>
              <a:gd name="T28" fmla="*/ 41 w 368"/>
              <a:gd name="T29" fmla="*/ 182 h 299"/>
              <a:gd name="T30" fmla="*/ 111 w 368"/>
              <a:gd name="T31" fmla="*/ 234 h 299"/>
              <a:gd name="T32" fmla="*/ 18 w 368"/>
              <a:gd name="T33" fmla="*/ 267 h 299"/>
              <a:gd name="T34" fmla="*/ 0 w 368"/>
              <a:gd name="T35" fmla="*/ 265 h 299"/>
              <a:gd name="T36" fmla="*/ 115 w 368"/>
              <a:gd name="T37" fmla="*/ 299 h 299"/>
              <a:gd name="T38" fmla="*/ 330 w 368"/>
              <a:gd name="T39" fmla="*/ 85 h 299"/>
              <a:gd name="T40" fmla="*/ 330 w 368"/>
              <a:gd name="T41" fmla="*/ 75 h 299"/>
              <a:gd name="T42" fmla="*/ 368 w 368"/>
              <a:gd name="T43" fmla="*/ 36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68" h="299">
                <a:moveTo>
                  <a:pt x="368" y="36"/>
                </a:moveTo>
                <a:cubicBezTo>
                  <a:pt x="354" y="42"/>
                  <a:pt x="340" y="46"/>
                  <a:pt x="324" y="48"/>
                </a:cubicBezTo>
                <a:cubicBezTo>
                  <a:pt x="340" y="38"/>
                  <a:pt x="352" y="24"/>
                  <a:pt x="358" y="6"/>
                </a:cubicBezTo>
                <a:cubicBezTo>
                  <a:pt x="343" y="15"/>
                  <a:pt x="327" y="21"/>
                  <a:pt x="310" y="24"/>
                </a:cubicBezTo>
                <a:cubicBezTo>
                  <a:pt x="296" y="10"/>
                  <a:pt x="276" y="0"/>
                  <a:pt x="255" y="0"/>
                </a:cubicBezTo>
                <a:cubicBezTo>
                  <a:pt x="213" y="0"/>
                  <a:pt x="179" y="34"/>
                  <a:pt x="179" y="76"/>
                </a:cubicBezTo>
                <a:cubicBezTo>
                  <a:pt x="179" y="82"/>
                  <a:pt x="180" y="88"/>
                  <a:pt x="181" y="93"/>
                </a:cubicBezTo>
                <a:cubicBezTo>
                  <a:pt x="118" y="90"/>
                  <a:pt x="63" y="60"/>
                  <a:pt x="25" y="14"/>
                </a:cubicBezTo>
                <a:cubicBezTo>
                  <a:pt x="19" y="25"/>
                  <a:pt x="15" y="38"/>
                  <a:pt x="15" y="52"/>
                </a:cubicBezTo>
                <a:cubicBezTo>
                  <a:pt x="15" y="78"/>
                  <a:pt x="28" y="101"/>
                  <a:pt x="49" y="115"/>
                </a:cubicBezTo>
                <a:cubicBezTo>
                  <a:pt x="36" y="115"/>
                  <a:pt x="25" y="111"/>
                  <a:pt x="15" y="106"/>
                </a:cubicBezTo>
                <a:cubicBezTo>
                  <a:pt x="14" y="106"/>
                  <a:pt x="14" y="106"/>
                  <a:pt x="14" y="106"/>
                </a:cubicBezTo>
                <a:cubicBezTo>
                  <a:pt x="14" y="143"/>
                  <a:pt x="41" y="174"/>
                  <a:pt x="75" y="181"/>
                </a:cubicBezTo>
                <a:cubicBezTo>
                  <a:pt x="69" y="182"/>
                  <a:pt x="62" y="183"/>
                  <a:pt x="55" y="183"/>
                </a:cubicBezTo>
                <a:cubicBezTo>
                  <a:pt x="50" y="183"/>
                  <a:pt x="46" y="183"/>
                  <a:pt x="41" y="182"/>
                </a:cubicBezTo>
                <a:cubicBezTo>
                  <a:pt x="51" y="212"/>
                  <a:pt x="78" y="234"/>
                  <a:pt x="111" y="234"/>
                </a:cubicBezTo>
                <a:cubicBezTo>
                  <a:pt x="86" y="254"/>
                  <a:pt x="53" y="267"/>
                  <a:pt x="18" y="267"/>
                </a:cubicBezTo>
                <a:cubicBezTo>
                  <a:pt x="12" y="267"/>
                  <a:pt x="6" y="266"/>
                  <a:pt x="0" y="265"/>
                </a:cubicBezTo>
                <a:cubicBezTo>
                  <a:pt x="33" y="287"/>
                  <a:pt x="73" y="299"/>
                  <a:pt x="115" y="299"/>
                </a:cubicBezTo>
                <a:cubicBezTo>
                  <a:pt x="254" y="299"/>
                  <a:pt x="330" y="184"/>
                  <a:pt x="330" y="85"/>
                </a:cubicBezTo>
                <a:cubicBezTo>
                  <a:pt x="330" y="81"/>
                  <a:pt x="330" y="78"/>
                  <a:pt x="330" y="75"/>
                </a:cubicBezTo>
                <a:cubicBezTo>
                  <a:pt x="345" y="64"/>
                  <a:pt x="358" y="51"/>
                  <a:pt x="368" y="36"/>
                </a:cubicBez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51" name="Content Placeholder 2"/>
          <p:cNvSpPr txBox="1"/>
          <p:nvPr/>
        </p:nvSpPr>
        <p:spPr bwMode="auto">
          <a:xfrm>
            <a:off x="6875463" y="3376266"/>
            <a:ext cx="1535112" cy="587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id-ID" altLang="zh-CN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Content Placeholder 2"/>
          <p:cNvSpPr txBox="1"/>
          <p:nvPr/>
        </p:nvSpPr>
        <p:spPr bwMode="auto">
          <a:xfrm>
            <a:off x="6958013" y="2837284"/>
            <a:ext cx="1370012" cy="4587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1600" dirty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输入小标题</a:t>
            </a:r>
            <a:endParaRPr lang="id-ID" altLang="zh-CN" sz="16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53" name="Content Placeholder 2"/>
          <p:cNvSpPr txBox="1"/>
          <p:nvPr/>
        </p:nvSpPr>
        <p:spPr bwMode="auto">
          <a:xfrm>
            <a:off x="6902450" y="3097634"/>
            <a:ext cx="1481138" cy="33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文字内容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4" name="Group 112"/>
          <p:cNvGrpSpPr/>
          <p:nvPr/>
        </p:nvGrpSpPr>
        <p:grpSpPr bwMode="auto">
          <a:xfrm>
            <a:off x="6954337" y="2756401"/>
            <a:ext cx="1376142" cy="60845"/>
            <a:chOff x="2055030" y="1463669"/>
            <a:chExt cx="2304256" cy="544908"/>
          </a:xfrm>
          <a:solidFill>
            <a:srgbClr val="E9344C"/>
          </a:solidFill>
        </p:grpSpPr>
        <p:sp>
          <p:nvSpPr>
            <p:cNvPr id="55" name="Rectangle 114"/>
            <p:cNvSpPr/>
            <p:nvPr/>
          </p:nvSpPr>
          <p:spPr>
            <a:xfrm>
              <a:off x="2055869" y="1462953"/>
              <a:ext cx="576820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56" name="Rectangle 115"/>
            <p:cNvSpPr/>
            <p:nvPr/>
          </p:nvSpPr>
          <p:spPr>
            <a:xfrm>
              <a:off x="2632689" y="1462953"/>
              <a:ext cx="576822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57" name="Rectangle 116"/>
            <p:cNvSpPr/>
            <p:nvPr/>
          </p:nvSpPr>
          <p:spPr>
            <a:xfrm>
              <a:off x="3209511" y="1462953"/>
              <a:ext cx="574163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58" name="Rectangle 117"/>
            <p:cNvSpPr/>
            <p:nvPr/>
          </p:nvSpPr>
          <p:spPr>
            <a:xfrm>
              <a:off x="3783673" y="1462953"/>
              <a:ext cx="576820" cy="540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59" name="Freeform 16"/>
          <p:cNvSpPr/>
          <p:nvPr/>
        </p:nvSpPr>
        <p:spPr bwMode="auto">
          <a:xfrm>
            <a:off x="7540625" y="4069184"/>
            <a:ext cx="195263" cy="158750"/>
          </a:xfrm>
          <a:custGeom>
            <a:avLst/>
            <a:gdLst>
              <a:gd name="T0" fmla="*/ 368 w 368"/>
              <a:gd name="T1" fmla="*/ 36 h 299"/>
              <a:gd name="T2" fmla="*/ 324 w 368"/>
              <a:gd name="T3" fmla="*/ 48 h 299"/>
              <a:gd name="T4" fmla="*/ 358 w 368"/>
              <a:gd name="T5" fmla="*/ 6 h 299"/>
              <a:gd name="T6" fmla="*/ 310 w 368"/>
              <a:gd name="T7" fmla="*/ 24 h 299"/>
              <a:gd name="T8" fmla="*/ 255 w 368"/>
              <a:gd name="T9" fmla="*/ 0 h 299"/>
              <a:gd name="T10" fmla="*/ 179 w 368"/>
              <a:gd name="T11" fmla="*/ 76 h 299"/>
              <a:gd name="T12" fmla="*/ 181 w 368"/>
              <a:gd name="T13" fmla="*/ 93 h 299"/>
              <a:gd name="T14" fmla="*/ 25 w 368"/>
              <a:gd name="T15" fmla="*/ 14 h 299"/>
              <a:gd name="T16" fmla="*/ 15 w 368"/>
              <a:gd name="T17" fmla="*/ 52 h 299"/>
              <a:gd name="T18" fmla="*/ 49 w 368"/>
              <a:gd name="T19" fmla="*/ 115 h 299"/>
              <a:gd name="T20" fmla="*/ 15 w 368"/>
              <a:gd name="T21" fmla="*/ 106 h 299"/>
              <a:gd name="T22" fmla="*/ 14 w 368"/>
              <a:gd name="T23" fmla="*/ 106 h 299"/>
              <a:gd name="T24" fmla="*/ 75 w 368"/>
              <a:gd name="T25" fmla="*/ 181 h 299"/>
              <a:gd name="T26" fmla="*/ 55 w 368"/>
              <a:gd name="T27" fmla="*/ 183 h 299"/>
              <a:gd name="T28" fmla="*/ 41 w 368"/>
              <a:gd name="T29" fmla="*/ 182 h 299"/>
              <a:gd name="T30" fmla="*/ 111 w 368"/>
              <a:gd name="T31" fmla="*/ 234 h 299"/>
              <a:gd name="T32" fmla="*/ 18 w 368"/>
              <a:gd name="T33" fmla="*/ 267 h 299"/>
              <a:gd name="T34" fmla="*/ 0 w 368"/>
              <a:gd name="T35" fmla="*/ 265 h 299"/>
              <a:gd name="T36" fmla="*/ 115 w 368"/>
              <a:gd name="T37" fmla="*/ 299 h 299"/>
              <a:gd name="T38" fmla="*/ 330 w 368"/>
              <a:gd name="T39" fmla="*/ 85 h 299"/>
              <a:gd name="T40" fmla="*/ 330 w 368"/>
              <a:gd name="T41" fmla="*/ 75 h 299"/>
              <a:gd name="T42" fmla="*/ 368 w 368"/>
              <a:gd name="T43" fmla="*/ 36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68" h="299">
                <a:moveTo>
                  <a:pt x="368" y="36"/>
                </a:moveTo>
                <a:cubicBezTo>
                  <a:pt x="354" y="42"/>
                  <a:pt x="340" y="46"/>
                  <a:pt x="324" y="48"/>
                </a:cubicBezTo>
                <a:cubicBezTo>
                  <a:pt x="340" y="38"/>
                  <a:pt x="352" y="24"/>
                  <a:pt x="358" y="6"/>
                </a:cubicBezTo>
                <a:cubicBezTo>
                  <a:pt x="343" y="15"/>
                  <a:pt x="327" y="21"/>
                  <a:pt x="310" y="24"/>
                </a:cubicBezTo>
                <a:cubicBezTo>
                  <a:pt x="296" y="10"/>
                  <a:pt x="276" y="0"/>
                  <a:pt x="255" y="0"/>
                </a:cubicBezTo>
                <a:cubicBezTo>
                  <a:pt x="213" y="0"/>
                  <a:pt x="179" y="34"/>
                  <a:pt x="179" y="76"/>
                </a:cubicBezTo>
                <a:cubicBezTo>
                  <a:pt x="179" y="82"/>
                  <a:pt x="180" y="88"/>
                  <a:pt x="181" y="93"/>
                </a:cubicBezTo>
                <a:cubicBezTo>
                  <a:pt x="118" y="90"/>
                  <a:pt x="63" y="60"/>
                  <a:pt x="25" y="14"/>
                </a:cubicBezTo>
                <a:cubicBezTo>
                  <a:pt x="19" y="25"/>
                  <a:pt x="15" y="38"/>
                  <a:pt x="15" y="52"/>
                </a:cubicBezTo>
                <a:cubicBezTo>
                  <a:pt x="15" y="78"/>
                  <a:pt x="28" y="101"/>
                  <a:pt x="49" y="115"/>
                </a:cubicBezTo>
                <a:cubicBezTo>
                  <a:pt x="36" y="115"/>
                  <a:pt x="25" y="111"/>
                  <a:pt x="15" y="106"/>
                </a:cubicBezTo>
                <a:cubicBezTo>
                  <a:pt x="14" y="106"/>
                  <a:pt x="14" y="106"/>
                  <a:pt x="14" y="106"/>
                </a:cubicBezTo>
                <a:cubicBezTo>
                  <a:pt x="14" y="143"/>
                  <a:pt x="41" y="174"/>
                  <a:pt x="75" y="181"/>
                </a:cubicBezTo>
                <a:cubicBezTo>
                  <a:pt x="69" y="182"/>
                  <a:pt x="62" y="183"/>
                  <a:pt x="55" y="183"/>
                </a:cubicBezTo>
                <a:cubicBezTo>
                  <a:pt x="50" y="183"/>
                  <a:pt x="46" y="183"/>
                  <a:pt x="41" y="182"/>
                </a:cubicBezTo>
                <a:cubicBezTo>
                  <a:pt x="51" y="212"/>
                  <a:pt x="78" y="234"/>
                  <a:pt x="111" y="234"/>
                </a:cubicBezTo>
                <a:cubicBezTo>
                  <a:pt x="86" y="254"/>
                  <a:pt x="53" y="267"/>
                  <a:pt x="18" y="267"/>
                </a:cubicBezTo>
                <a:cubicBezTo>
                  <a:pt x="12" y="267"/>
                  <a:pt x="6" y="266"/>
                  <a:pt x="0" y="265"/>
                </a:cubicBezTo>
                <a:cubicBezTo>
                  <a:pt x="33" y="287"/>
                  <a:pt x="73" y="299"/>
                  <a:pt x="115" y="299"/>
                </a:cubicBezTo>
                <a:cubicBezTo>
                  <a:pt x="254" y="299"/>
                  <a:pt x="330" y="184"/>
                  <a:pt x="330" y="85"/>
                </a:cubicBezTo>
                <a:cubicBezTo>
                  <a:pt x="330" y="81"/>
                  <a:pt x="330" y="78"/>
                  <a:pt x="330" y="75"/>
                </a:cubicBezTo>
                <a:cubicBezTo>
                  <a:pt x="345" y="64"/>
                  <a:pt x="358" y="51"/>
                  <a:pt x="368" y="36"/>
                </a:cubicBezTo>
                <a:close/>
              </a:path>
            </a:pathLst>
          </a:custGeom>
          <a:solidFill>
            <a:srgbClr val="E9344C"/>
          </a:solidFill>
          <a:ln>
            <a:noFill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0" name="矩形 1"/>
          <p:cNvSpPr>
            <a:spLocks noChangeArrowheads="1"/>
          </p:cNvSpPr>
          <p:nvPr/>
        </p:nvSpPr>
        <p:spPr bwMode="auto">
          <a:xfrm>
            <a:off x="741363" y="1603100"/>
            <a:ext cx="1366837" cy="1127821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96" tIns="54448" rIns="108896" bIns="54448" anchor="ctr"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矩形 60"/>
          <p:cNvSpPr>
            <a:spLocks noChangeArrowheads="1"/>
          </p:cNvSpPr>
          <p:nvPr/>
        </p:nvSpPr>
        <p:spPr bwMode="auto">
          <a:xfrm>
            <a:off x="2816225" y="1602328"/>
            <a:ext cx="1363663" cy="1127821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96" tIns="54448" rIns="108896" bIns="54448" anchor="ctr"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2" name="矩形 7"/>
          <p:cNvSpPr>
            <a:spLocks noChangeArrowheads="1"/>
          </p:cNvSpPr>
          <p:nvPr/>
        </p:nvSpPr>
        <p:spPr bwMode="auto">
          <a:xfrm>
            <a:off x="6954838" y="1603100"/>
            <a:ext cx="1368425" cy="1127821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96" tIns="54448" rIns="108896" bIns="54448" anchor="ctr"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3" name="矩形 9"/>
          <p:cNvSpPr>
            <a:spLocks noChangeArrowheads="1"/>
          </p:cNvSpPr>
          <p:nvPr/>
        </p:nvSpPr>
        <p:spPr bwMode="auto">
          <a:xfrm>
            <a:off x="4884738" y="1603100"/>
            <a:ext cx="1374775" cy="1127048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96" tIns="54448" rIns="108896" bIns="54448" anchor="ctr"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anose="020B0503020204020204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5000">
        <p14:flip dir="r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4" grpId="0"/>
      <p:bldP spid="25" grpId="0"/>
      <p:bldP spid="26" grpId="0"/>
      <p:bldP spid="32" grpId="0" animBg="1"/>
      <p:bldP spid="33" grpId="0"/>
      <p:bldP spid="34" grpId="0"/>
      <p:bldP spid="35" grpId="0"/>
      <p:bldP spid="41" grpId="0" animBg="1"/>
      <p:bldP spid="42" grpId="0"/>
      <p:bldP spid="43" grpId="0"/>
      <p:bldP spid="44" grpId="0"/>
      <p:bldP spid="50" grpId="0" animBg="1"/>
      <p:bldP spid="51" grpId="0"/>
      <p:bldP spid="52" grpId="0"/>
      <p:bldP spid="53" grpId="0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研究思路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1" name="Oval 3"/>
          <p:cNvSpPr/>
          <p:nvPr/>
        </p:nvSpPr>
        <p:spPr>
          <a:xfrm>
            <a:off x="3740150" y="1919288"/>
            <a:ext cx="1625600" cy="1633537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2" name="Oval 4"/>
          <p:cNvSpPr/>
          <p:nvPr/>
        </p:nvSpPr>
        <p:spPr>
          <a:xfrm>
            <a:off x="5156200" y="1414463"/>
            <a:ext cx="733425" cy="738187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3" name="Oval 5"/>
          <p:cNvSpPr/>
          <p:nvPr/>
        </p:nvSpPr>
        <p:spPr>
          <a:xfrm>
            <a:off x="4186238" y="1046163"/>
            <a:ext cx="733425" cy="736600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4" name="Oval 6"/>
          <p:cNvSpPr/>
          <p:nvPr/>
        </p:nvSpPr>
        <p:spPr>
          <a:xfrm>
            <a:off x="4186238" y="3657600"/>
            <a:ext cx="733425" cy="738188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5" name="Oval 7"/>
          <p:cNvSpPr/>
          <p:nvPr/>
        </p:nvSpPr>
        <p:spPr>
          <a:xfrm>
            <a:off x="3230563" y="3298825"/>
            <a:ext cx="733425" cy="738188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6" name="Oval 8"/>
          <p:cNvSpPr/>
          <p:nvPr/>
        </p:nvSpPr>
        <p:spPr>
          <a:xfrm>
            <a:off x="5518150" y="2366963"/>
            <a:ext cx="733425" cy="738187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7" name="Oval 9"/>
          <p:cNvSpPr/>
          <p:nvPr/>
        </p:nvSpPr>
        <p:spPr>
          <a:xfrm>
            <a:off x="2898775" y="2366963"/>
            <a:ext cx="733425" cy="738187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8" name="Oval 10"/>
          <p:cNvSpPr/>
          <p:nvPr/>
        </p:nvSpPr>
        <p:spPr>
          <a:xfrm>
            <a:off x="3227388" y="1427163"/>
            <a:ext cx="733425" cy="736600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29" name="Oval 11"/>
          <p:cNvSpPr/>
          <p:nvPr/>
        </p:nvSpPr>
        <p:spPr>
          <a:xfrm>
            <a:off x="5156200" y="3298825"/>
            <a:ext cx="733425" cy="738188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cxnSp>
        <p:nvCxnSpPr>
          <p:cNvPr id="30" name="Straight Connector 25"/>
          <p:cNvCxnSpPr>
            <a:stCxn id="21" idx="0"/>
            <a:endCxn id="23" idx="4"/>
          </p:cNvCxnSpPr>
          <p:nvPr/>
        </p:nvCxnSpPr>
        <p:spPr>
          <a:xfrm flipV="1">
            <a:off x="4552950" y="1782763"/>
            <a:ext cx="0" cy="1365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7"/>
          <p:cNvCxnSpPr>
            <a:stCxn id="21" idx="7"/>
            <a:endCxn id="22" idx="3"/>
          </p:cNvCxnSpPr>
          <p:nvPr/>
        </p:nvCxnSpPr>
        <p:spPr>
          <a:xfrm flipV="1">
            <a:off x="5127625" y="2044700"/>
            <a:ext cx="134938" cy="1143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29"/>
          <p:cNvCxnSpPr>
            <a:stCxn id="21" idx="1"/>
            <a:endCxn id="28" idx="5"/>
          </p:cNvCxnSpPr>
          <p:nvPr/>
        </p:nvCxnSpPr>
        <p:spPr>
          <a:xfrm flipH="1" flipV="1">
            <a:off x="3852863" y="2055813"/>
            <a:ext cx="125412" cy="10318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1" idx="2"/>
            <a:endCxn id="27" idx="6"/>
          </p:cNvCxnSpPr>
          <p:nvPr/>
        </p:nvCxnSpPr>
        <p:spPr>
          <a:xfrm flipH="1">
            <a:off x="3632200" y="2736850"/>
            <a:ext cx="1079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4"/>
          <p:cNvCxnSpPr>
            <a:stCxn id="21" idx="6"/>
            <a:endCxn id="26" idx="2"/>
          </p:cNvCxnSpPr>
          <p:nvPr/>
        </p:nvCxnSpPr>
        <p:spPr>
          <a:xfrm>
            <a:off x="5365750" y="2736850"/>
            <a:ext cx="152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6"/>
          <p:cNvCxnSpPr>
            <a:stCxn id="21" idx="4"/>
            <a:endCxn id="24" idx="0"/>
          </p:cNvCxnSpPr>
          <p:nvPr/>
        </p:nvCxnSpPr>
        <p:spPr>
          <a:xfrm>
            <a:off x="4552950" y="3552825"/>
            <a:ext cx="0" cy="1047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8"/>
          <p:cNvCxnSpPr>
            <a:stCxn id="21" idx="3"/>
            <a:endCxn id="25" idx="7"/>
          </p:cNvCxnSpPr>
          <p:nvPr/>
        </p:nvCxnSpPr>
        <p:spPr>
          <a:xfrm flipH="1">
            <a:off x="3857625" y="3314700"/>
            <a:ext cx="120650" cy="920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0"/>
          <p:cNvCxnSpPr>
            <a:stCxn id="21" idx="5"/>
            <a:endCxn id="29" idx="1"/>
          </p:cNvCxnSpPr>
          <p:nvPr/>
        </p:nvCxnSpPr>
        <p:spPr>
          <a:xfrm>
            <a:off x="5127625" y="3314700"/>
            <a:ext cx="134938" cy="920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0"/>
          <p:cNvSpPr txBox="1">
            <a:spLocks noChangeArrowheads="1"/>
          </p:cNvSpPr>
          <p:nvPr/>
        </p:nvSpPr>
        <p:spPr bwMode="auto">
          <a:xfrm>
            <a:off x="6994525" y="1373188"/>
            <a:ext cx="1698625" cy="6937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>
              <a:defRPr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7069138" y="2986088"/>
            <a:ext cx="1698625" cy="692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>
              <a:defRPr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7216775" y="2170113"/>
            <a:ext cx="1698625" cy="692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>
              <a:defRPr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4" name="Elbow Connector 59"/>
          <p:cNvCxnSpPr>
            <a:stCxn id="29" idx="6"/>
          </p:cNvCxnSpPr>
          <p:nvPr/>
        </p:nvCxnSpPr>
        <p:spPr>
          <a:xfrm flipV="1">
            <a:off x="5889625" y="3367088"/>
            <a:ext cx="1074738" cy="300037"/>
          </a:xfrm>
          <a:prstGeom prst="bentConnector3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60"/>
          <p:cNvCxnSpPr/>
          <p:nvPr/>
        </p:nvCxnSpPr>
        <p:spPr>
          <a:xfrm>
            <a:off x="6970713" y="3138488"/>
            <a:ext cx="0" cy="514350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2"/>
          <p:cNvCxnSpPr>
            <a:stCxn id="26" idx="6"/>
          </p:cNvCxnSpPr>
          <p:nvPr/>
        </p:nvCxnSpPr>
        <p:spPr>
          <a:xfrm flipV="1">
            <a:off x="6251575" y="2551113"/>
            <a:ext cx="866775" cy="185737"/>
          </a:xfrm>
          <a:prstGeom prst="bentConnector3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63"/>
          <p:cNvCxnSpPr/>
          <p:nvPr/>
        </p:nvCxnSpPr>
        <p:spPr>
          <a:xfrm>
            <a:off x="7118350" y="2330450"/>
            <a:ext cx="0" cy="514350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66"/>
          <p:cNvCxnSpPr/>
          <p:nvPr/>
        </p:nvCxnSpPr>
        <p:spPr>
          <a:xfrm>
            <a:off x="6932613" y="1492250"/>
            <a:ext cx="0" cy="514350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68"/>
          <p:cNvCxnSpPr>
            <a:stCxn id="22" idx="6"/>
          </p:cNvCxnSpPr>
          <p:nvPr/>
        </p:nvCxnSpPr>
        <p:spPr>
          <a:xfrm>
            <a:off x="5889625" y="1782763"/>
            <a:ext cx="1042988" cy="12700"/>
          </a:xfrm>
          <a:prstGeom prst="line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896938" y="828675"/>
            <a:ext cx="1693862" cy="6924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algn="r">
              <a:defRPr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</a:t>
            </a:r>
            <a:r>
              <a:rPr lang="zh-CN" altLang="en-US" sz="9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粘贴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600075" y="3282950"/>
            <a:ext cx="1693863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algn="r"/>
            <a:r>
              <a:rPr lang="zh-CN" altLang="en-US" sz="9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 smtClean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n-US" altLang="zh-CN" sz="900" dirty="0" smtClean="0">
                <a:solidFill>
                  <a:srgbClr val="A6A6A6"/>
                </a:solidFill>
                <a:latin typeface="Open Sans" pitchFamily="34" charset="0"/>
              </a:rPr>
              <a:t>,</a:t>
            </a:r>
            <a:endParaRPr lang="en-US" altLang="zh-CN" sz="900" dirty="0">
              <a:solidFill>
                <a:srgbClr val="A6A6A6"/>
              </a:solidFill>
              <a:latin typeface="Open Sans" pitchFamily="34" charset="0"/>
            </a:endParaRPr>
          </a:p>
        </p:txBody>
      </p:sp>
      <p:sp>
        <p:nvSpPr>
          <p:cNvPr id="52" name="Text Box 10"/>
          <p:cNvSpPr txBox="1">
            <a:spLocks noChangeArrowheads="1"/>
          </p:cNvSpPr>
          <p:nvPr/>
        </p:nvSpPr>
        <p:spPr bwMode="auto">
          <a:xfrm>
            <a:off x="228600" y="2466975"/>
            <a:ext cx="1693863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algn="r"/>
            <a:r>
              <a:rPr lang="zh-CN" altLang="en-US" sz="9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 smtClean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n-US" altLang="zh-CN" sz="900" dirty="0" smtClean="0">
                <a:solidFill>
                  <a:srgbClr val="A6A6A6"/>
                </a:solidFill>
                <a:latin typeface="Open Sans" pitchFamily="34" charset="0"/>
              </a:rPr>
              <a:t>,</a:t>
            </a:r>
            <a:endParaRPr lang="en-US" altLang="zh-CN" sz="900" dirty="0">
              <a:solidFill>
                <a:srgbClr val="A6A6A6"/>
              </a:solidFill>
              <a:latin typeface="Open Sans" pitchFamily="34" charset="0"/>
            </a:endParaRPr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600075" y="1651000"/>
            <a:ext cx="1693863" cy="692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algn="r">
              <a:defRPr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4" name="Straight Connector 77"/>
          <p:cNvCxnSpPr/>
          <p:nvPr/>
        </p:nvCxnSpPr>
        <p:spPr>
          <a:xfrm>
            <a:off x="2660650" y="989013"/>
            <a:ext cx="0" cy="512762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78"/>
          <p:cNvCxnSpPr/>
          <p:nvPr/>
        </p:nvCxnSpPr>
        <p:spPr>
          <a:xfrm>
            <a:off x="2366963" y="1811338"/>
            <a:ext cx="0" cy="512762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79"/>
          <p:cNvCxnSpPr/>
          <p:nvPr/>
        </p:nvCxnSpPr>
        <p:spPr>
          <a:xfrm>
            <a:off x="1997075" y="2593975"/>
            <a:ext cx="0" cy="512763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80"/>
          <p:cNvCxnSpPr/>
          <p:nvPr/>
        </p:nvCxnSpPr>
        <p:spPr>
          <a:xfrm>
            <a:off x="2366963" y="3443288"/>
            <a:ext cx="0" cy="512762"/>
          </a:xfrm>
          <a:prstGeom prst="line">
            <a:avLst/>
          </a:prstGeom>
          <a:ln w="571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81"/>
          <p:cNvCxnSpPr>
            <a:endCxn id="25" idx="2"/>
          </p:cNvCxnSpPr>
          <p:nvPr/>
        </p:nvCxnSpPr>
        <p:spPr>
          <a:xfrm flipV="1">
            <a:off x="2366963" y="3667125"/>
            <a:ext cx="863600" cy="11113"/>
          </a:xfrm>
          <a:prstGeom prst="line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84"/>
          <p:cNvCxnSpPr>
            <a:endCxn id="27" idx="2"/>
          </p:cNvCxnSpPr>
          <p:nvPr/>
        </p:nvCxnSpPr>
        <p:spPr>
          <a:xfrm flipV="1">
            <a:off x="1997075" y="2736850"/>
            <a:ext cx="901700" cy="112713"/>
          </a:xfrm>
          <a:prstGeom prst="bentConnector3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86"/>
          <p:cNvCxnSpPr/>
          <p:nvPr/>
        </p:nvCxnSpPr>
        <p:spPr>
          <a:xfrm flipV="1">
            <a:off x="2366963" y="1827213"/>
            <a:ext cx="868362" cy="241300"/>
          </a:xfrm>
          <a:prstGeom prst="bentConnector3">
            <a:avLst/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88"/>
          <p:cNvCxnSpPr>
            <a:endCxn id="23" idx="0"/>
          </p:cNvCxnSpPr>
          <p:nvPr/>
        </p:nvCxnSpPr>
        <p:spPr>
          <a:xfrm flipV="1">
            <a:off x="2660650" y="1046163"/>
            <a:ext cx="1892300" cy="200025"/>
          </a:xfrm>
          <a:prstGeom prst="bentConnector4">
            <a:avLst>
              <a:gd name="adj1" fmla="val 40308"/>
              <a:gd name="adj2" fmla="val 214339"/>
            </a:avLst>
          </a:prstGeom>
          <a:ln w="6350">
            <a:solidFill>
              <a:srgbClr val="E934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99"/>
          <p:cNvGrpSpPr/>
          <p:nvPr/>
        </p:nvGrpSpPr>
        <p:grpSpPr>
          <a:xfrm>
            <a:off x="4401100" y="1273080"/>
            <a:ext cx="315635" cy="304875"/>
            <a:chOff x="5099140" y="1309474"/>
            <a:chExt cx="439257" cy="424283"/>
          </a:xfrm>
          <a:solidFill>
            <a:schemeClr val="bg1"/>
          </a:solidFill>
        </p:grpSpPr>
        <p:sp>
          <p:nvSpPr>
            <p:cNvPr id="63" name="Rectangle 18"/>
            <p:cNvSpPr>
              <a:spLocks noChangeArrowheads="1"/>
            </p:cNvSpPr>
            <p:nvPr/>
          </p:nvSpPr>
          <p:spPr bwMode="auto">
            <a:xfrm>
              <a:off x="5256374" y="1479187"/>
              <a:ext cx="47421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4" name="Rectangle 19"/>
            <p:cNvSpPr>
              <a:spLocks noChangeArrowheads="1"/>
            </p:cNvSpPr>
            <p:nvPr/>
          </p:nvSpPr>
          <p:spPr bwMode="auto">
            <a:xfrm>
              <a:off x="5331247" y="1479187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5408617" y="1479187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5256374" y="1546573"/>
              <a:ext cx="47421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7" name="Rectangle 22"/>
            <p:cNvSpPr>
              <a:spLocks noChangeArrowheads="1"/>
            </p:cNvSpPr>
            <p:nvPr/>
          </p:nvSpPr>
          <p:spPr bwMode="auto">
            <a:xfrm>
              <a:off x="5331247" y="1546573"/>
              <a:ext cx="49916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8" name="Rectangle 23"/>
            <p:cNvSpPr>
              <a:spLocks noChangeArrowheads="1"/>
            </p:cNvSpPr>
            <p:nvPr/>
          </p:nvSpPr>
          <p:spPr bwMode="auto">
            <a:xfrm>
              <a:off x="5408617" y="1546573"/>
              <a:ext cx="49916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5256374" y="1618951"/>
              <a:ext cx="47421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0" name="Rectangle 25"/>
            <p:cNvSpPr>
              <a:spLocks noChangeArrowheads="1"/>
            </p:cNvSpPr>
            <p:nvPr/>
          </p:nvSpPr>
          <p:spPr bwMode="auto">
            <a:xfrm>
              <a:off x="5179005" y="1546573"/>
              <a:ext cx="49916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5179005" y="1618951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2" name="Rectangle 27"/>
            <p:cNvSpPr>
              <a:spLocks noChangeArrowheads="1"/>
            </p:cNvSpPr>
            <p:nvPr/>
          </p:nvSpPr>
          <p:spPr bwMode="auto">
            <a:xfrm>
              <a:off x="5331247" y="1618951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3" name="Rectangle 28"/>
            <p:cNvSpPr>
              <a:spLocks noChangeArrowheads="1"/>
            </p:cNvSpPr>
            <p:nvPr/>
          </p:nvSpPr>
          <p:spPr bwMode="auto">
            <a:xfrm>
              <a:off x="5408617" y="1618951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4" name="Freeform 29"/>
            <p:cNvSpPr>
              <a:spLocks noEditPoints="1"/>
            </p:cNvSpPr>
            <p:nvPr/>
          </p:nvSpPr>
          <p:spPr bwMode="auto">
            <a:xfrm>
              <a:off x="5099140" y="1339424"/>
              <a:ext cx="439257" cy="394333"/>
            </a:xfrm>
            <a:custGeom>
              <a:avLst/>
              <a:gdLst>
                <a:gd name="T0" fmla="*/ 174 w 176"/>
                <a:gd name="T1" fmla="*/ 0 h 158"/>
                <a:gd name="T2" fmla="*/ 150 w 176"/>
                <a:gd name="T3" fmla="*/ 0 h 158"/>
                <a:gd name="T4" fmla="*/ 150 w 176"/>
                <a:gd name="T5" fmla="*/ 16 h 158"/>
                <a:gd name="T6" fmla="*/ 126 w 176"/>
                <a:gd name="T7" fmla="*/ 16 h 158"/>
                <a:gd name="T8" fmla="*/ 126 w 176"/>
                <a:gd name="T9" fmla="*/ 0 h 158"/>
                <a:gd name="T10" fmla="*/ 52 w 176"/>
                <a:gd name="T11" fmla="*/ 0 h 158"/>
                <a:gd name="T12" fmla="*/ 52 w 176"/>
                <a:gd name="T13" fmla="*/ 16 h 158"/>
                <a:gd name="T14" fmla="*/ 28 w 176"/>
                <a:gd name="T15" fmla="*/ 16 h 158"/>
                <a:gd name="T16" fmla="*/ 28 w 176"/>
                <a:gd name="T17" fmla="*/ 0 h 158"/>
                <a:gd name="T18" fmla="*/ 0 w 176"/>
                <a:gd name="T19" fmla="*/ 0 h 158"/>
                <a:gd name="T20" fmla="*/ 0 w 176"/>
                <a:gd name="T21" fmla="*/ 158 h 158"/>
                <a:gd name="T22" fmla="*/ 13 w 176"/>
                <a:gd name="T23" fmla="*/ 158 h 158"/>
                <a:gd name="T24" fmla="*/ 162 w 176"/>
                <a:gd name="T25" fmla="*/ 158 h 158"/>
                <a:gd name="T26" fmla="*/ 176 w 176"/>
                <a:gd name="T27" fmla="*/ 158 h 158"/>
                <a:gd name="T28" fmla="*/ 174 w 176"/>
                <a:gd name="T29" fmla="*/ 0 h 158"/>
                <a:gd name="T30" fmla="*/ 162 w 176"/>
                <a:gd name="T31" fmla="*/ 144 h 158"/>
                <a:gd name="T32" fmla="*/ 13 w 176"/>
                <a:gd name="T33" fmla="*/ 144 h 158"/>
                <a:gd name="T34" fmla="*/ 13 w 176"/>
                <a:gd name="T35" fmla="*/ 44 h 158"/>
                <a:gd name="T36" fmla="*/ 162 w 176"/>
                <a:gd name="T37" fmla="*/ 44 h 158"/>
                <a:gd name="T38" fmla="*/ 162 w 176"/>
                <a:gd name="T39" fmla="*/ 14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6" h="158">
                  <a:moveTo>
                    <a:pt x="174" y="0"/>
                  </a:moveTo>
                  <a:lnTo>
                    <a:pt x="150" y="0"/>
                  </a:lnTo>
                  <a:lnTo>
                    <a:pt x="150" y="16"/>
                  </a:lnTo>
                  <a:lnTo>
                    <a:pt x="126" y="16"/>
                  </a:lnTo>
                  <a:lnTo>
                    <a:pt x="126" y="0"/>
                  </a:lnTo>
                  <a:lnTo>
                    <a:pt x="52" y="0"/>
                  </a:lnTo>
                  <a:lnTo>
                    <a:pt x="52" y="16"/>
                  </a:lnTo>
                  <a:lnTo>
                    <a:pt x="28" y="16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158"/>
                  </a:lnTo>
                  <a:lnTo>
                    <a:pt x="13" y="158"/>
                  </a:lnTo>
                  <a:lnTo>
                    <a:pt x="162" y="158"/>
                  </a:lnTo>
                  <a:lnTo>
                    <a:pt x="176" y="158"/>
                  </a:lnTo>
                  <a:lnTo>
                    <a:pt x="174" y="0"/>
                  </a:lnTo>
                  <a:close/>
                  <a:moveTo>
                    <a:pt x="162" y="144"/>
                  </a:moveTo>
                  <a:lnTo>
                    <a:pt x="13" y="144"/>
                  </a:lnTo>
                  <a:lnTo>
                    <a:pt x="13" y="44"/>
                  </a:lnTo>
                  <a:lnTo>
                    <a:pt x="162" y="44"/>
                  </a:lnTo>
                  <a:lnTo>
                    <a:pt x="162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5" name="Rectangle 30"/>
            <p:cNvSpPr>
              <a:spLocks noChangeArrowheads="1"/>
            </p:cNvSpPr>
            <p:nvPr/>
          </p:nvSpPr>
          <p:spPr bwMode="auto">
            <a:xfrm>
              <a:off x="5181500" y="1309474"/>
              <a:ext cx="37438" cy="5989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6" name="Rectangle 31"/>
            <p:cNvSpPr>
              <a:spLocks noChangeArrowheads="1"/>
            </p:cNvSpPr>
            <p:nvPr/>
          </p:nvSpPr>
          <p:spPr bwMode="auto">
            <a:xfrm>
              <a:off x="5428583" y="1309474"/>
              <a:ext cx="34941" cy="5989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77" name="Group 114"/>
          <p:cNvGrpSpPr/>
          <p:nvPr/>
        </p:nvGrpSpPr>
        <p:grpSpPr>
          <a:xfrm>
            <a:off x="3407397" y="1599258"/>
            <a:ext cx="379359" cy="386846"/>
            <a:chOff x="7160655" y="2178006"/>
            <a:chExt cx="379359" cy="386846"/>
          </a:xfrm>
          <a:solidFill>
            <a:schemeClr val="bg1"/>
          </a:solidFill>
        </p:grpSpPr>
        <p:sp>
          <p:nvSpPr>
            <p:cNvPr id="78" name="Freeform 36"/>
            <p:cNvSpPr>
              <a:spLocks noEditPoints="1"/>
            </p:cNvSpPr>
            <p:nvPr/>
          </p:nvSpPr>
          <p:spPr bwMode="auto">
            <a:xfrm>
              <a:off x="7277956" y="2178006"/>
              <a:ext cx="262058" cy="262058"/>
            </a:xfrm>
            <a:custGeom>
              <a:avLst/>
              <a:gdLst>
                <a:gd name="T0" fmla="*/ 65 w 79"/>
                <a:gd name="T1" fmla="*/ 14 h 79"/>
                <a:gd name="T2" fmla="*/ 14 w 79"/>
                <a:gd name="T3" fmla="*/ 14 h 79"/>
                <a:gd name="T4" fmla="*/ 11 w 79"/>
                <a:gd name="T5" fmla="*/ 63 h 79"/>
                <a:gd name="T6" fmla="*/ 11 w 79"/>
                <a:gd name="T7" fmla="*/ 63 h 79"/>
                <a:gd name="T8" fmla="*/ 17 w 79"/>
                <a:gd name="T9" fmla="*/ 68 h 79"/>
                <a:gd name="T10" fmla="*/ 64 w 79"/>
                <a:gd name="T11" fmla="*/ 65 h 79"/>
                <a:gd name="T12" fmla="*/ 65 w 79"/>
                <a:gd name="T13" fmla="*/ 14 h 79"/>
                <a:gd name="T14" fmla="*/ 58 w 79"/>
                <a:gd name="T15" fmla="*/ 59 h 79"/>
                <a:gd name="T16" fmla="*/ 20 w 79"/>
                <a:gd name="T17" fmla="*/ 59 h 79"/>
                <a:gd name="T18" fmla="*/ 20 w 79"/>
                <a:gd name="T19" fmla="*/ 21 h 79"/>
                <a:gd name="T20" fmla="*/ 58 w 79"/>
                <a:gd name="T21" fmla="*/ 21 h 79"/>
                <a:gd name="T22" fmla="*/ 58 w 79"/>
                <a:gd name="T23" fmla="*/ 5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" h="79">
                  <a:moveTo>
                    <a:pt x="65" y="14"/>
                  </a:moveTo>
                  <a:cubicBezTo>
                    <a:pt x="51" y="0"/>
                    <a:pt x="28" y="0"/>
                    <a:pt x="14" y="14"/>
                  </a:cubicBezTo>
                  <a:cubicBezTo>
                    <a:pt x="0" y="28"/>
                    <a:pt x="0" y="49"/>
                    <a:pt x="11" y="63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4" y="66"/>
                    <a:pt x="15" y="67"/>
                    <a:pt x="17" y="68"/>
                  </a:cubicBezTo>
                  <a:cubicBezTo>
                    <a:pt x="31" y="79"/>
                    <a:pt x="51" y="78"/>
                    <a:pt x="64" y="65"/>
                  </a:cubicBezTo>
                  <a:cubicBezTo>
                    <a:pt x="78" y="51"/>
                    <a:pt x="79" y="29"/>
                    <a:pt x="65" y="14"/>
                  </a:cubicBezTo>
                  <a:close/>
                  <a:moveTo>
                    <a:pt x="58" y="59"/>
                  </a:moveTo>
                  <a:cubicBezTo>
                    <a:pt x="47" y="69"/>
                    <a:pt x="30" y="69"/>
                    <a:pt x="20" y="59"/>
                  </a:cubicBezTo>
                  <a:cubicBezTo>
                    <a:pt x="9" y="48"/>
                    <a:pt x="9" y="31"/>
                    <a:pt x="20" y="21"/>
                  </a:cubicBezTo>
                  <a:cubicBezTo>
                    <a:pt x="31" y="10"/>
                    <a:pt x="48" y="10"/>
                    <a:pt x="58" y="21"/>
                  </a:cubicBezTo>
                  <a:cubicBezTo>
                    <a:pt x="69" y="31"/>
                    <a:pt x="69" y="48"/>
                    <a:pt x="58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9" name="Freeform 37"/>
            <p:cNvSpPr/>
            <p:nvPr/>
          </p:nvSpPr>
          <p:spPr bwMode="auto">
            <a:xfrm>
              <a:off x="7160655" y="2400130"/>
              <a:ext cx="159730" cy="164722"/>
            </a:xfrm>
            <a:custGeom>
              <a:avLst/>
              <a:gdLst>
                <a:gd name="T0" fmla="*/ 0 w 64"/>
                <a:gd name="T1" fmla="*/ 52 h 66"/>
                <a:gd name="T2" fmla="*/ 12 w 64"/>
                <a:gd name="T3" fmla="*/ 66 h 66"/>
                <a:gd name="T4" fmla="*/ 64 w 64"/>
                <a:gd name="T5" fmla="*/ 8 h 66"/>
                <a:gd name="T6" fmla="*/ 55 w 64"/>
                <a:gd name="T7" fmla="*/ 0 h 66"/>
                <a:gd name="T8" fmla="*/ 0 w 64"/>
                <a:gd name="T9" fmla="*/ 5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66">
                  <a:moveTo>
                    <a:pt x="0" y="52"/>
                  </a:moveTo>
                  <a:lnTo>
                    <a:pt x="12" y="66"/>
                  </a:lnTo>
                  <a:lnTo>
                    <a:pt x="64" y="8"/>
                  </a:lnTo>
                  <a:lnTo>
                    <a:pt x="55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0" name="Freeform 38"/>
            <p:cNvSpPr/>
            <p:nvPr/>
          </p:nvSpPr>
          <p:spPr bwMode="auto">
            <a:xfrm>
              <a:off x="7412728" y="2265358"/>
              <a:ext cx="99831" cy="119797"/>
            </a:xfrm>
            <a:custGeom>
              <a:avLst/>
              <a:gdLst>
                <a:gd name="T0" fmla="*/ 16 w 30"/>
                <a:gd name="T1" fmla="*/ 0 h 36"/>
                <a:gd name="T2" fmla="*/ 0 w 30"/>
                <a:gd name="T3" fmla="*/ 34 h 36"/>
                <a:gd name="T4" fmla="*/ 6 w 30"/>
                <a:gd name="T5" fmla="*/ 36 h 36"/>
                <a:gd name="T6" fmla="*/ 16 w 30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36">
                  <a:moveTo>
                    <a:pt x="16" y="0"/>
                  </a:moveTo>
                  <a:cubicBezTo>
                    <a:pt x="20" y="26"/>
                    <a:pt x="0" y="34"/>
                    <a:pt x="0" y="34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30" y="21"/>
                    <a:pt x="16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81" name="Group 118"/>
          <p:cNvGrpSpPr/>
          <p:nvPr/>
        </p:nvGrpSpPr>
        <p:grpSpPr>
          <a:xfrm>
            <a:off x="3062743" y="2551865"/>
            <a:ext cx="406813" cy="406813"/>
            <a:chOff x="6352022" y="2360197"/>
            <a:chExt cx="406813" cy="406813"/>
          </a:xfrm>
          <a:solidFill>
            <a:schemeClr val="bg1"/>
          </a:solidFill>
        </p:grpSpPr>
        <p:sp>
          <p:nvSpPr>
            <p:cNvPr id="82" name="Freeform 39"/>
            <p:cNvSpPr>
              <a:spLocks noEditPoints="1"/>
            </p:cNvSpPr>
            <p:nvPr/>
          </p:nvSpPr>
          <p:spPr bwMode="auto">
            <a:xfrm>
              <a:off x="6352022" y="2360197"/>
              <a:ext cx="406813" cy="406813"/>
            </a:xfrm>
            <a:custGeom>
              <a:avLst/>
              <a:gdLst>
                <a:gd name="T0" fmla="*/ 61 w 122"/>
                <a:gd name="T1" fmla="*/ 0 h 122"/>
                <a:gd name="T2" fmla="*/ 0 w 122"/>
                <a:gd name="T3" fmla="*/ 61 h 122"/>
                <a:gd name="T4" fmla="*/ 61 w 122"/>
                <a:gd name="T5" fmla="*/ 122 h 122"/>
                <a:gd name="T6" fmla="*/ 122 w 122"/>
                <a:gd name="T7" fmla="*/ 61 h 122"/>
                <a:gd name="T8" fmla="*/ 61 w 122"/>
                <a:gd name="T9" fmla="*/ 0 h 122"/>
                <a:gd name="T10" fmla="*/ 65 w 122"/>
                <a:gd name="T11" fmla="*/ 109 h 122"/>
                <a:gd name="T12" fmla="*/ 65 w 122"/>
                <a:gd name="T13" fmla="*/ 102 h 122"/>
                <a:gd name="T14" fmla="*/ 58 w 122"/>
                <a:gd name="T15" fmla="*/ 102 h 122"/>
                <a:gd name="T16" fmla="*/ 58 w 122"/>
                <a:gd name="T17" fmla="*/ 109 h 122"/>
                <a:gd name="T18" fmla="*/ 30 w 122"/>
                <a:gd name="T19" fmla="*/ 97 h 122"/>
                <a:gd name="T20" fmla="*/ 29 w 122"/>
                <a:gd name="T21" fmla="*/ 97 h 122"/>
                <a:gd name="T22" fmla="*/ 27 w 122"/>
                <a:gd name="T23" fmla="*/ 95 h 122"/>
                <a:gd name="T24" fmla="*/ 25 w 122"/>
                <a:gd name="T25" fmla="*/ 93 h 122"/>
                <a:gd name="T26" fmla="*/ 25 w 122"/>
                <a:gd name="T27" fmla="*/ 92 h 122"/>
                <a:gd name="T28" fmla="*/ 13 w 122"/>
                <a:gd name="T29" fmla="*/ 64 h 122"/>
                <a:gd name="T30" fmla="*/ 20 w 122"/>
                <a:gd name="T31" fmla="*/ 64 h 122"/>
                <a:gd name="T32" fmla="*/ 20 w 122"/>
                <a:gd name="T33" fmla="*/ 57 h 122"/>
                <a:gd name="T34" fmla="*/ 13 w 122"/>
                <a:gd name="T35" fmla="*/ 57 h 122"/>
                <a:gd name="T36" fmla="*/ 58 w 122"/>
                <a:gd name="T37" fmla="*/ 13 h 122"/>
                <a:gd name="T38" fmla="*/ 58 w 122"/>
                <a:gd name="T39" fmla="*/ 20 h 122"/>
                <a:gd name="T40" fmla="*/ 65 w 122"/>
                <a:gd name="T41" fmla="*/ 20 h 122"/>
                <a:gd name="T42" fmla="*/ 65 w 122"/>
                <a:gd name="T43" fmla="*/ 13 h 122"/>
                <a:gd name="T44" fmla="*/ 83 w 122"/>
                <a:gd name="T45" fmla="*/ 18 h 122"/>
                <a:gd name="T46" fmla="*/ 83 w 122"/>
                <a:gd name="T47" fmla="*/ 18 h 122"/>
                <a:gd name="T48" fmla="*/ 87 w 122"/>
                <a:gd name="T49" fmla="*/ 20 h 122"/>
                <a:gd name="T50" fmla="*/ 88 w 122"/>
                <a:gd name="T51" fmla="*/ 21 h 122"/>
                <a:gd name="T52" fmla="*/ 90 w 122"/>
                <a:gd name="T53" fmla="*/ 23 h 122"/>
                <a:gd name="T54" fmla="*/ 91 w 122"/>
                <a:gd name="T55" fmla="*/ 24 h 122"/>
                <a:gd name="T56" fmla="*/ 94 w 122"/>
                <a:gd name="T57" fmla="*/ 25 h 122"/>
                <a:gd name="T58" fmla="*/ 95 w 122"/>
                <a:gd name="T59" fmla="*/ 27 h 122"/>
                <a:gd name="T60" fmla="*/ 97 w 122"/>
                <a:gd name="T61" fmla="*/ 28 h 122"/>
                <a:gd name="T62" fmla="*/ 98 w 122"/>
                <a:gd name="T63" fmla="*/ 31 h 122"/>
                <a:gd name="T64" fmla="*/ 99 w 122"/>
                <a:gd name="T65" fmla="*/ 32 h 122"/>
                <a:gd name="T66" fmla="*/ 101 w 122"/>
                <a:gd name="T67" fmla="*/ 34 h 122"/>
                <a:gd name="T68" fmla="*/ 102 w 122"/>
                <a:gd name="T69" fmla="*/ 35 h 122"/>
                <a:gd name="T70" fmla="*/ 104 w 122"/>
                <a:gd name="T71" fmla="*/ 39 h 122"/>
                <a:gd name="T72" fmla="*/ 104 w 122"/>
                <a:gd name="T73" fmla="*/ 39 h 122"/>
                <a:gd name="T74" fmla="*/ 109 w 122"/>
                <a:gd name="T75" fmla="*/ 57 h 122"/>
                <a:gd name="T76" fmla="*/ 102 w 122"/>
                <a:gd name="T77" fmla="*/ 57 h 122"/>
                <a:gd name="T78" fmla="*/ 102 w 122"/>
                <a:gd name="T79" fmla="*/ 64 h 122"/>
                <a:gd name="T80" fmla="*/ 109 w 122"/>
                <a:gd name="T81" fmla="*/ 64 h 122"/>
                <a:gd name="T82" fmla="*/ 65 w 122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2" h="122">
                  <a:moveTo>
                    <a:pt x="61" y="0"/>
                  </a:moveTo>
                  <a:cubicBezTo>
                    <a:pt x="27" y="0"/>
                    <a:pt x="0" y="27"/>
                    <a:pt x="0" y="61"/>
                  </a:cubicBezTo>
                  <a:cubicBezTo>
                    <a:pt x="0" y="95"/>
                    <a:pt x="27" y="122"/>
                    <a:pt x="61" y="122"/>
                  </a:cubicBezTo>
                  <a:cubicBezTo>
                    <a:pt x="95" y="122"/>
                    <a:pt x="122" y="95"/>
                    <a:pt x="122" y="61"/>
                  </a:cubicBezTo>
                  <a:cubicBezTo>
                    <a:pt x="122" y="27"/>
                    <a:pt x="95" y="0"/>
                    <a:pt x="61" y="0"/>
                  </a:cubicBezTo>
                  <a:close/>
                  <a:moveTo>
                    <a:pt x="65" y="109"/>
                  </a:moveTo>
                  <a:cubicBezTo>
                    <a:pt x="65" y="102"/>
                    <a:pt x="65" y="102"/>
                    <a:pt x="65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47" y="108"/>
                    <a:pt x="37" y="104"/>
                    <a:pt x="30" y="97"/>
                  </a:cubicBezTo>
                  <a:cubicBezTo>
                    <a:pt x="29" y="97"/>
                    <a:pt x="29" y="97"/>
                    <a:pt x="29" y="97"/>
                  </a:cubicBezTo>
                  <a:cubicBezTo>
                    <a:pt x="28" y="96"/>
                    <a:pt x="28" y="95"/>
                    <a:pt x="27" y="95"/>
                  </a:cubicBezTo>
                  <a:cubicBezTo>
                    <a:pt x="27" y="94"/>
                    <a:pt x="26" y="94"/>
                    <a:pt x="25" y="93"/>
                  </a:cubicBezTo>
                  <a:cubicBezTo>
                    <a:pt x="25" y="93"/>
                    <a:pt x="25" y="93"/>
                    <a:pt x="25" y="92"/>
                  </a:cubicBezTo>
                  <a:cubicBezTo>
                    <a:pt x="18" y="85"/>
                    <a:pt x="14" y="75"/>
                    <a:pt x="13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5" y="34"/>
                    <a:pt x="34" y="15"/>
                    <a:pt x="58" y="13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71" y="14"/>
                    <a:pt x="77" y="15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9"/>
                    <a:pt x="86" y="20"/>
                    <a:pt x="87" y="20"/>
                  </a:cubicBezTo>
                  <a:cubicBezTo>
                    <a:pt x="87" y="20"/>
                    <a:pt x="87" y="21"/>
                    <a:pt x="88" y="21"/>
                  </a:cubicBezTo>
                  <a:cubicBezTo>
                    <a:pt x="88" y="21"/>
                    <a:pt x="89" y="22"/>
                    <a:pt x="90" y="23"/>
                  </a:cubicBezTo>
                  <a:cubicBezTo>
                    <a:pt x="91" y="23"/>
                    <a:pt x="91" y="23"/>
                    <a:pt x="91" y="24"/>
                  </a:cubicBezTo>
                  <a:cubicBezTo>
                    <a:pt x="92" y="24"/>
                    <a:pt x="93" y="25"/>
                    <a:pt x="94" y="25"/>
                  </a:cubicBezTo>
                  <a:cubicBezTo>
                    <a:pt x="94" y="26"/>
                    <a:pt x="95" y="26"/>
                    <a:pt x="95" y="27"/>
                  </a:cubicBezTo>
                  <a:cubicBezTo>
                    <a:pt x="96" y="27"/>
                    <a:pt x="96" y="28"/>
                    <a:pt x="97" y="28"/>
                  </a:cubicBezTo>
                  <a:cubicBezTo>
                    <a:pt x="97" y="29"/>
                    <a:pt x="98" y="30"/>
                    <a:pt x="98" y="31"/>
                  </a:cubicBezTo>
                  <a:cubicBezTo>
                    <a:pt x="99" y="31"/>
                    <a:pt x="99" y="31"/>
                    <a:pt x="99" y="32"/>
                  </a:cubicBezTo>
                  <a:cubicBezTo>
                    <a:pt x="100" y="33"/>
                    <a:pt x="101" y="34"/>
                    <a:pt x="101" y="34"/>
                  </a:cubicBezTo>
                  <a:cubicBezTo>
                    <a:pt x="101" y="35"/>
                    <a:pt x="102" y="35"/>
                    <a:pt x="102" y="35"/>
                  </a:cubicBezTo>
                  <a:cubicBezTo>
                    <a:pt x="102" y="36"/>
                    <a:pt x="103" y="37"/>
                    <a:pt x="104" y="39"/>
                  </a:cubicBezTo>
                  <a:cubicBezTo>
                    <a:pt x="104" y="39"/>
                    <a:pt x="104" y="39"/>
                    <a:pt x="104" y="39"/>
                  </a:cubicBezTo>
                  <a:cubicBezTo>
                    <a:pt x="107" y="45"/>
                    <a:pt x="108" y="51"/>
                    <a:pt x="109" y="57"/>
                  </a:cubicBezTo>
                  <a:cubicBezTo>
                    <a:pt x="102" y="57"/>
                    <a:pt x="102" y="57"/>
                    <a:pt x="102" y="57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9" y="64"/>
                    <a:pt x="109" y="64"/>
                    <a:pt x="109" y="64"/>
                  </a:cubicBezTo>
                  <a:cubicBezTo>
                    <a:pt x="107" y="88"/>
                    <a:pt x="88" y="107"/>
                    <a:pt x="65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3" name="Freeform 40"/>
            <p:cNvSpPr>
              <a:spLocks noEditPoints="1"/>
            </p:cNvSpPr>
            <p:nvPr/>
          </p:nvSpPr>
          <p:spPr bwMode="auto">
            <a:xfrm>
              <a:off x="6506761" y="2460029"/>
              <a:ext cx="119797" cy="177201"/>
            </a:xfrm>
            <a:custGeom>
              <a:avLst/>
              <a:gdLst>
                <a:gd name="T0" fmla="*/ 8 w 36"/>
                <a:gd name="T1" fmla="*/ 29 h 53"/>
                <a:gd name="T2" fmla="*/ 8 w 36"/>
                <a:gd name="T3" fmla="*/ 29 h 53"/>
                <a:gd name="T4" fmla="*/ 0 w 36"/>
                <a:gd name="T5" fmla="*/ 53 h 53"/>
                <a:gd name="T6" fmla="*/ 19 w 36"/>
                <a:gd name="T7" fmla="*/ 36 h 53"/>
                <a:gd name="T8" fmla="*/ 19 w 36"/>
                <a:gd name="T9" fmla="*/ 36 h 53"/>
                <a:gd name="T10" fmla="*/ 22 w 36"/>
                <a:gd name="T11" fmla="*/ 33 h 53"/>
                <a:gd name="T12" fmla="*/ 36 w 36"/>
                <a:gd name="T13" fmla="*/ 0 h 53"/>
                <a:gd name="T14" fmla="*/ 11 w 36"/>
                <a:gd name="T15" fmla="*/ 25 h 53"/>
                <a:gd name="T16" fmla="*/ 8 w 36"/>
                <a:gd name="T17" fmla="*/ 29 h 53"/>
                <a:gd name="T18" fmla="*/ 15 w 36"/>
                <a:gd name="T19" fmla="*/ 28 h 53"/>
                <a:gd name="T20" fmla="*/ 18 w 36"/>
                <a:gd name="T21" fmla="*/ 31 h 53"/>
                <a:gd name="T22" fmla="*/ 15 w 36"/>
                <a:gd name="T23" fmla="*/ 34 h 53"/>
                <a:gd name="T24" fmla="*/ 12 w 36"/>
                <a:gd name="T25" fmla="*/ 31 h 53"/>
                <a:gd name="T26" fmla="*/ 15 w 36"/>
                <a:gd name="T27" fmla="*/ 2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53">
                  <a:moveTo>
                    <a:pt x="8" y="29"/>
                  </a:moveTo>
                  <a:cubicBezTo>
                    <a:pt x="8" y="29"/>
                    <a:pt x="8" y="29"/>
                    <a:pt x="8" y="2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1" y="35"/>
                    <a:pt x="22" y="33"/>
                    <a:pt x="22" y="33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6"/>
                    <a:pt x="9" y="28"/>
                    <a:pt x="8" y="29"/>
                  </a:cubicBezTo>
                  <a:close/>
                  <a:moveTo>
                    <a:pt x="15" y="28"/>
                  </a:moveTo>
                  <a:cubicBezTo>
                    <a:pt x="17" y="28"/>
                    <a:pt x="18" y="29"/>
                    <a:pt x="18" y="31"/>
                  </a:cubicBezTo>
                  <a:cubicBezTo>
                    <a:pt x="18" y="33"/>
                    <a:pt x="17" y="34"/>
                    <a:pt x="15" y="34"/>
                  </a:cubicBezTo>
                  <a:cubicBezTo>
                    <a:pt x="13" y="34"/>
                    <a:pt x="12" y="33"/>
                    <a:pt x="12" y="31"/>
                  </a:cubicBezTo>
                  <a:cubicBezTo>
                    <a:pt x="12" y="29"/>
                    <a:pt x="13" y="28"/>
                    <a:pt x="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4" name="Oval 41"/>
            <p:cNvSpPr>
              <a:spLocks noChangeArrowheads="1"/>
            </p:cNvSpPr>
            <p:nvPr/>
          </p:nvSpPr>
          <p:spPr bwMode="auto">
            <a:xfrm>
              <a:off x="6551685" y="2557365"/>
              <a:ext cx="9983" cy="998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85" name="Group 122"/>
          <p:cNvGrpSpPr/>
          <p:nvPr/>
        </p:nvGrpSpPr>
        <p:grpSpPr>
          <a:xfrm>
            <a:off x="5329429" y="1599258"/>
            <a:ext cx="411805" cy="376863"/>
            <a:chOff x="6726389" y="1486674"/>
            <a:chExt cx="411805" cy="376863"/>
          </a:xfrm>
          <a:solidFill>
            <a:schemeClr val="bg1"/>
          </a:solidFill>
        </p:grpSpPr>
        <p:sp>
          <p:nvSpPr>
            <p:cNvPr id="86" name="Oval 52"/>
            <p:cNvSpPr>
              <a:spLocks noChangeArrowheads="1"/>
            </p:cNvSpPr>
            <p:nvPr/>
          </p:nvSpPr>
          <p:spPr bwMode="auto">
            <a:xfrm>
              <a:off x="6773808" y="1786168"/>
              <a:ext cx="44924" cy="424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7" name="Oval 53"/>
            <p:cNvSpPr>
              <a:spLocks noChangeArrowheads="1"/>
            </p:cNvSpPr>
            <p:nvPr/>
          </p:nvSpPr>
          <p:spPr bwMode="auto">
            <a:xfrm>
              <a:off x="6748851" y="1836083"/>
              <a:ext cx="24958" cy="2745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8" name="Freeform 54"/>
            <p:cNvSpPr/>
            <p:nvPr/>
          </p:nvSpPr>
          <p:spPr bwMode="auto">
            <a:xfrm>
              <a:off x="6726389" y="1486674"/>
              <a:ext cx="411805" cy="292007"/>
            </a:xfrm>
            <a:custGeom>
              <a:avLst/>
              <a:gdLst>
                <a:gd name="T0" fmla="*/ 124 w 124"/>
                <a:gd name="T1" fmla="*/ 34 h 88"/>
                <a:gd name="T2" fmla="*/ 99 w 124"/>
                <a:gd name="T3" fmla="*/ 9 h 88"/>
                <a:gd name="T4" fmla="*/ 93 w 124"/>
                <a:gd name="T5" fmla="*/ 10 h 88"/>
                <a:gd name="T6" fmla="*/ 74 w 124"/>
                <a:gd name="T7" fmla="*/ 0 h 88"/>
                <a:gd name="T8" fmla="*/ 60 w 124"/>
                <a:gd name="T9" fmla="*/ 5 h 88"/>
                <a:gd name="T10" fmla="*/ 46 w 124"/>
                <a:gd name="T11" fmla="*/ 0 h 88"/>
                <a:gd name="T12" fmla="*/ 31 w 124"/>
                <a:gd name="T13" fmla="*/ 5 h 88"/>
                <a:gd name="T14" fmla="*/ 25 w 124"/>
                <a:gd name="T15" fmla="*/ 5 h 88"/>
                <a:gd name="T16" fmla="*/ 0 w 124"/>
                <a:gd name="T17" fmla="*/ 30 h 88"/>
                <a:gd name="T18" fmla="*/ 3 w 124"/>
                <a:gd name="T19" fmla="*/ 43 h 88"/>
                <a:gd name="T20" fmla="*/ 0 w 124"/>
                <a:gd name="T21" fmla="*/ 55 h 88"/>
                <a:gd name="T22" fmla="*/ 25 w 124"/>
                <a:gd name="T23" fmla="*/ 80 h 88"/>
                <a:gd name="T24" fmla="*/ 28 w 124"/>
                <a:gd name="T25" fmla="*/ 80 h 88"/>
                <a:gd name="T26" fmla="*/ 46 w 124"/>
                <a:gd name="T27" fmla="*/ 88 h 88"/>
                <a:gd name="T28" fmla="*/ 64 w 124"/>
                <a:gd name="T29" fmla="*/ 80 h 88"/>
                <a:gd name="T30" fmla="*/ 79 w 124"/>
                <a:gd name="T31" fmla="*/ 85 h 88"/>
                <a:gd name="T32" fmla="*/ 104 w 124"/>
                <a:gd name="T33" fmla="*/ 60 h 88"/>
                <a:gd name="T34" fmla="*/ 104 w 124"/>
                <a:gd name="T35" fmla="*/ 59 h 88"/>
                <a:gd name="T36" fmla="*/ 124 w 124"/>
                <a:gd name="T37" fmla="*/ 3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4" h="88">
                  <a:moveTo>
                    <a:pt x="124" y="34"/>
                  </a:moveTo>
                  <a:cubicBezTo>
                    <a:pt x="124" y="21"/>
                    <a:pt x="113" y="9"/>
                    <a:pt x="99" y="9"/>
                  </a:cubicBezTo>
                  <a:cubicBezTo>
                    <a:pt x="97" y="9"/>
                    <a:pt x="95" y="10"/>
                    <a:pt x="93" y="10"/>
                  </a:cubicBezTo>
                  <a:cubicBezTo>
                    <a:pt x="89" y="4"/>
                    <a:pt x="82" y="0"/>
                    <a:pt x="74" y="0"/>
                  </a:cubicBezTo>
                  <a:cubicBezTo>
                    <a:pt x="69" y="0"/>
                    <a:pt x="64" y="2"/>
                    <a:pt x="60" y="5"/>
                  </a:cubicBezTo>
                  <a:cubicBezTo>
                    <a:pt x="56" y="2"/>
                    <a:pt x="51" y="0"/>
                    <a:pt x="46" y="0"/>
                  </a:cubicBezTo>
                  <a:cubicBezTo>
                    <a:pt x="40" y="0"/>
                    <a:pt x="35" y="2"/>
                    <a:pt x="31" y="5"/>
                  </a:cubicBezTo>
                  <a:cubicBezTo>
                    <a:pt x="29" y="5"/>
                    <a:pt x="27" y="5"/>
                    <a:pt x="25" y="5"/>
                  </a:cubicBezTo>
                  <a:cubicBezTo>
                    <a:pt x="11" y="5"/>
                    <a:pt x="0" y="16"/>
                    <a:pt x="0" y="30"/>
                  </a:cubicBezTo>
                  <a:cubicBezTo>
                    <a:pt x="0" y="35"/>
                    <a:pt x="1" y="39"/>
                    <a:pt x="3" y="43"/>
                  </a:cubicBezTo>
                  <a:cubicBezTo>
                    <a:pt x="1" y="46"/>
                    <a:pt x="0" y="51"/>
                    <a:pt x="0" y="55"/>
                  </a:cubicBezTo>
                  <a:cubicBezTo>
                    <a:pt x="0" y="69"/>
                    <a:pt x="11" y="80"/>
                    <a:pt x="25" y="80"/>
                  </a:cubicBezTo>
                  <a:cubicBezTo>
                    <a:pt x="26" y="80"/>
                    <a:pt x="27" y="80"/>
                    <a:pt x="28" y="80"/>
                  </a:cubicBezTo>
                  <a:cubicBezTo>
                    <a:pt x="32" y="85"/>
                    <a:pt x="39" y="88"/>
                    <a:pt x="46" y="88"/>
                  </a:cubicBezTo>
                  <a:cubicBezTo>
                    <a:pt x="53" y="88"/>
                    <a:pt x="59" y="85"/>
                    <a:pt x="64" y="80"/>
                  </a:cubicBezTo>
                  <a:cubicBezTo>
                    <a:pt x="68" y="83"/>
                    <a:pt x="73" y="85"/>
                    <a:pt x="79" y="85"/>
                  </a:cubicBezTo>
                  <a:cubicBezTo>
                    <a:pt x="92" y="85"/>
                    <a:pt x="104" y="74"/>
                    <a:pt x="104" y="60"/>
                  </a:cubicBezTo>
                  <a:cubicBezTo>
                    <a:pt x="104" y="60"/>
                    <a:pt x="104" y="59"/>
                    <a:pt x="104" y="59"/>
                  </a:cubicBezTo>
                  <a:cubicBezTo>
                    <a:pt x="115" y="57"/>
                    <a:pt x="124" y="47"/>
                    <a:pt x="124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89" name="Group 126"/>
          <p:cNvGrpSpPr/>
          <p:nvPr/>
        </p:nvGrpSpPr>
        <p:grpSpPr>
          <a:xfrm>
            <a:off x="5653256" y="2551865"/>
            <a:ext cx="464215" cy="324452"/>
            <a:chOff x="7999238" y="1399322"/>
            <a:chExt cx="464215" cy="324452"/>
          </a:xfrm>
          <a:solidFill>
            <a:schemeClr val="bg1"/>
          </a:solidFill>
        </p:grpSpPr>
        <p:sp>
          <p:nvSpPr>
            <p:cNvPr id="90" name="Freeform 57"/>
            <p:cNvSpPr>
              <a:spLocks noEditPoints="1"/>
            </p:cNvSpPr>
            <p:nvPr/>
          </p:nvSpPr>
          <p:spPr bwMode="auto">
            <a:xfrm>
              <a:off x="7999238" y="1399322"/>
              <a:ext cx="331940" cy="324452"/>
            </a:xfrm>
            <a:custGeom>
              <a:avLst/>
              <a:gdLst>
                <a:gd name="T0" fmla="*/ 86 w 100"/>
                <a:gd name="T1" fmla="*/ 60 h 97"/>
                <a:gd name="T2" fmla="*/ 100 w 100"/>
                <a:gd name="T3" fmla="*/ 54 h 97"/>
                <a:gd name="T4" fmla="*/ 100 w 100"/>
                <a:gd name="T5" fmla="*/ 43 h 97"/>
                <a:gd name="T6" fmla="*/ 86 w 100"/>
                <a:gd name="T7" fmla="*/ 38 h 97"/>
                <a:gd name="T8" fmla="*/ 83 w 100"/>
                <a:gd name="T9" fmla="*/ 32 h 97"/>
                <a:gd name="T10" fmla="*/ 89 w 100"/>
                <a:gd name="T11" fmla="*/ 18 h 97"/>
                <a:gd name="T12" fmla="*/ 81 w 100"/>
                <a:gd name="T13" fmla="*/ 11 h 97"/>
                <a:gd name="T14" fmla="*/ 67 w 100"/>
                <a:gd name="T15" fmla="*/ 16 h 97"/>
                <a:gd name="T16" fmla="*/ 61 w 100"/>
                <a:gd name="T17" fmla="*/ 14 h 97"/>
                <a:gd name="T18" fmla="*/ 55 w 100"/>
                <a:gd name="T19" fmla="*/ 0 h 97"/>
                <a:gd name="T20" fmla="*/ 44 w 100"/>
                <a:gd name="T21" fmla="*/ 0 h 97"/>
                <a:gd name="T22" fmla="*/ 39 w 100"/>
                <a:gd name="T23" fmla="*/ 14 h 97"/>
                <a:gd name="T24" fmla="*/ 33 w 100"/>
                <a:gd name="T25" fmla="*/ 16 h 97"/>
                <a:gd name="T26" fmla="*/ 19 w 100"/>
                <a:gd name="T27" fmla="*/ 11 h 97"/>
                <a:gd name="T28" fmla="*/ 11 w 100"/>
                <a:gd name="T29" fmla="*/ 19 h 97"/>
                <a:gd name="T30" fmla="*/ 17 w 100"/>
                <a:gd name="T31" fmla="*/ 32 h 97"/>
                <a:gd name="T32" fmla="*/ 14 w 100"/>
                <a:gd name="T33" fmla="*/ 38 h 97"/>
                <a:gd name="T34" fmla="*/ 0 w 100"/>
                <a:gd name="T35" fmla="*/ 44 h 97"/>
                <a:gd name="T36" fmla="*/ 0 w 100"/>
                <a:gd name="T37" fmla="*/ 54 h 97"/>
                <a:gd name="T38" fmla="*/ 14 w 100"/>
                <a:gd name="T39" fmla="*/ 60 h 97"/>
                <a:gd name="T40" fmla="*/ 17 w 100"/>
                <a:gd name="T41" fmla="*/ 66 h 97"/>
                <a:gd name="T42" fmla="*/ 11 w 100"/>
                <a:gd name="T43" fmla="*/ 80 h 97"/>
                <a:gd name="T44" fmla="*/ 19 w 100"/>
                <a:gd name="T45" fmla="*/ 87 h 97"/>
                <a:gd name="T46" fmla="*/ 33 w 100"/>
                <a:gd name="T47" fmla="*/ 82 h 97"/>
                <a:gd name="T48" fmla="*/ 39 w 100"/>
                <a:gd name="T49" fmla="*/ 84 h 97"/>
                <a:gd name="T50" fmla="*/ 45 w 100"/>
                <a:gd name="T51" fmla="*/ 97 h 97"/>
                <a:gd name="T52" fmla="*/ 56 w 100"/>
                <a:gd name="T53" fmla="*/ 97 h 97"/>
                <a:gd name="T54" fmla="*/ 61 w 100"/>
                <a:gd name="T55" fmla="*/ 84 h 97"/>
                <a:gd name="T56" fmla="*/ 67 w 100"/>
                <a:gd name="T57" fmla="*/ 82 h 97"/>
                <a:gd name="T58" fmla="*/ 81 w 100"/>
                <a:gd name="T59" fmla="*/ 87 h 97"/>
                <a:gd name="T60" fmla="*/ 89 w 100"/>
                <a:gd name="T61" fmla="*/ 79 h 97"/>
                <a:gd name="T62" fmla="*/ 83 w 100"/>
                <a:gd name="T63" fmla="*/ 66 h 97"/>
                <a:gd name="T64" fmla="*/ 86 w 100"/>
                <a:gd name="T65" fmla="*/ 60 h 97"/>
                <a:gd name="T66" fmla="*/ 50 w 100"/>
                <a:gd name="T67" fmla="*/ 64 h 97"/>
                <a:gd name="T68" fmla="*/ 34 w 100"/>
                <a:gd name="T69" fmla="*/ 49 h 97"/>
                <a:gd name="T70" fmla="*/ 50 w 100"/>
                <a:gd name="T71" fmla="*/ 33 h 97"/>
                <a:gd name="T72" fmla="*/ 66 w 100"/>
                <a:gd name="T73" fmla="*/ 49 h 97"/>
                <a:gd name="T74" fmla="*/ 50 w 100"/>
                <a:gd name="T75" fmla="*/ 6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" h="97">
                  <a:moveTo>
                    <a:pt x="86" y="60"/>
                  </a:moveTo>
                  <a:cubicBezTo>
                    <a:pt x="86" y="60"/>
                    <a:pt x="100" y="55"/>
                    <a:pt x="100" y="54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0" y="43"/>
                    <a:pt x="86" y="38"/>
                    <a:pt x="86" y="38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2"/>
                    <a:pt x="89" y="19"/>
                    <a:pt x="89" y="18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0" y="10"/>
                    <a:pt x="67" y="16"/>
                    <a:pt x="67" y="16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56" y="0"/>
                    <a:pt x="5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39" y="14"/>
                    <a:pt x="39" y="14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19" y="10"/>
                    <a:pt x="19" y="11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7" y="32"/>
                    <a:pt x="17" y="32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0" y="43"/>
                    <a:pt x="0" y="4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14" y="60"/>
                    <a:pt x="14" y="60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1" y="79"/>
                    <a:pt x="11" y="80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20" y="88"/>
                    <a:pt x="33" y="82"/>
                    <a:pt x="33" y="82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4"/>
                    <a:pt x="44" y="97"/>
                    <a:pt x="45" y="97"/>
                  </a:cubicBezTo>
                  <a:cubicBezTo>
                    <a:pt x="56" y="97"/>
                    <a:pt x="56" y="97"/>
                    <a:pt x="56" y="97"/>
                  </a:cubicBezTo>
                  <a:cubicBezTo>
                    <a:pt x="56" y="97"/>
                    <a:pt x="61" y="84"/>
                    <a:pt x="61" y="84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2"/>
                    <a:pt x="81" y="87"/>
                    <a:pt x="81" y="87"/>
                  </a:cubicBezTo>
                  <a:cubicBezTo>
                    <a:pt x="89" y="79"/>
                    <a:pt x="89" y="79"/>
                    <a:pt x="89" y="79"/>
                  </a:cubicBezTo>
                  <a:cubicBezTo>
                    <a:pt x="90" y="79"/>
                    <a:pt x="83" y="66"/>
                    <a:pt x="83" y="66"/>
                  </a:cubicBezTo>
                  <a:lnTo>
                    <a:pt x="86" y="60"/>
                  </a:lnTo>
                  <a:close/>
                  <a:moveTo>
                    <a:pt x="50" y="64"/>
                  </a:moveTo>
                  <a:cubicBezTo>
                    <a:pt x="41" y="64"/>
                    <a:pt x="34" y="57"/>
                    <a:pt x="34" y="49"/>
                  </a:cubicBezTo>
                  <a:cubicBezTo>
                    <a:pt x="34" y="40"/>
                    <a:pt x="41" y="33"/>
                    <a:pt x="50" y="33"/>
                  </a:cubicBezTo>
                  <a:cubicBezTo>
                    <a:pt x="59" y="33"/>
                    <a:pt x="66" y="40"/>
                    <a:pt x="66" y="49"/>
                  </a:cubicBezTo>
                  <a:cubicBezTo>
                    <a:pt x="66" y="57"/>
                    <a:pt x="59" y="64"/>
                    <a:pt x="50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91" name="Freeform 58"/>
            <p:cNvSpPr>
              <a:spLocks noEditPoints="1"/>
            </p:cNvSpPr>
            <p:nvPr/>
          </p:nvSpPr>
          <p:spPr bwMode="auto">
            <a:xfrm>
              <a:off x="8308715" y="1564044"/>
              <a:ext cx="154738" cy="154738"/>
            </a:xfrm>
            <a:custGeom>
              <a:avLst/>
              <a:gdLst>
                <a:gd name="T0" fmla="*/ 41 w 47"/>
                <a:gd name="T1" fmla="*/ 22 h 47"/>
                <a:gd name="T2" fmla="*/ 41 w 47"/>
                <a:gd name="T3" fmla="*/ 19 h 47"/>
                <a:gd name="T4" fmla="*/ 45 w 47"/>
                <a:gd name="T5" fmla="*/ 13 h 47"/>
                <a:gd name="T6" fmla="*/ 42 w 47"/>
                <a:gd name="T7" fmla="*/ 9 h 47"/>
                <a:gd name="T8" fmla="*/ 35 w 47"/>
                <a:gd name="T9" fmla="*/ 10 h 47"/>
                <a:gd name="T10" fmla="*/ 33 w 47"/>
                <a:gd name="T11" fmla="*/ 8 h 47"/>
                <a:gd name="T12" fmla="*/ 32 w 47"/>
                <a:gd name="T13" fmla="*/ 1 h 47"/>
                <a:gd name="T14" fmla="*/ 27 w 47"/>
                <a:gd name="T15" fmla="*/ 0 h 47"/>
                <a:gd name="T16" fmla="*/ 23 w 47"/>
                <a:gd name="T17" fmla="*/ 6 h 47"/>
                <a:gd name="T18" fmla="*/ 20 w 47"/>
                <a:gd name="T19" fmla="*/ 6 h 47"/>
                <a:gd name="T20" fmla="*/ 14 w 47"/>
                <a:gd name="T21" fmla="*/ 2 h 47"/>
                <a:gd name="T22" fmla="*/ 9 w 47"/>
                <a:gd name="T23" fmla="*/ 5 h 47"/>
                <a:gd name="T24" fmla="*/ 10 w 47"/>
                <a:gd name="T25" fmla="*/ 12 h 47"/>
                <a:gd name="T26" fmla="*/ 9 w 47"/>
                <a:gd name="T27" fmla="*/ 14 h 47"/>
                <a:gd name="T28" fmla="*/ 2 w 47"/>
                <a:gd name="T29" fmla="*/ 16 h 47"/>
                <a:gd name="T30" fmla="*/ 1 w 47"/>
                <a:gd name="T31" fmla="*/ 21 h 47"/>
                <a:gd name="T32" fmla="*/ 6 w 47"/>
                <a:gd name="T33" fmla="*/ 25 h 47"/>
                <a:gd name="T34" fmla="*/ 7 w 47"/>
                <a:gd name="T35" fmla="*/ 28 h 47"/>
                <a:gd name="T36" fmla="*/ 3 w 47"/>
                <a:gd name="T37" fmla="*/ 34 h 47"/>
                <a:gd name="T38" fmla="*/ 5 w 47"/>
                <a:gd name="T39" fmla="*/ 38 h 47"/>
                <a:gd name="T40" fmla="*/ 12 w 47"/>
                <a:gd name="T41" fmla="*/ 37 h 47"/>
                <a:gd name="T42" fmla="*/ 14 w 47"/>
                <a:gd name="T43" fmla="*/ 39 h 47"/>
                <a:gd name="T44" fmla="*/ 16 w 47"/>
                <a:gd name="T45" fmla="*/ 46 h 47"/>
                <a:gd name="T46" fmla="*/ 21 w 47"/>
                <a:gd name="T47" fmla="*/ 47 h 47"/>
                <a:gd name="T48" fmla="*/ 25 w 47"/>
                <a:gd name="T49" fmla="*/ 41 h 47"/>
                <a:gd name="T50" fmla="*/ 28 w 47"/>
                <a:gd name="T51" fmla="*/ 41 h 47"/>
                <a:gd name="T52" fmla="*/ 33 w 47"/>
                <a:gd name="T53" fmla="*/ 45 h 47"/>
                <a:gd name="T54" fmla="*/ 38 w 47"/>
                <a:gd name="T55" fmla="*/ 42 h 47"/>
                <a:gd name="T56" fmla="*/ 37 w 47"/>
                <a:gd name="T57" fmla="*/ 35 h 47"/>
                <a:gd name="T58" fmla="*/ 39 w 47"/>
                <a:gd name="T59" fmla="*/ 33 h 47"/>
                <a:gd name="T60" fmla="*/ 46 w 47"/>
                <a:gd name="T61" fmla="*/ 31 h 47"/>
                <a:gd name="T62" fmla="*/ 47 w 47"/>
                <a:gd name="T63" fmla="*/ 26 h 47"/>
                <a:gd name="T64" fmla="*/ 41 w 47"/>
                <a:gd name="T65" fmla="*/ 22 h 47"/>
                <a:gd name="T66" fmla="*/ 31 w 47"/>
                <a:gd name="T67" fmla="*/ 25 h 47"/>
                <a:gd name="T68" fmla="*/ 22 w 47"/>
                <a:gd name="T69" fmla="*/ 31 h 47"/>
                <a:gd name="T70" fmla="*/ 16 w 47"/>
                <a:gd name="T71" fmla="*/ 22 h 47"/>
                <a:gd name="T72" fmla="*/ 25 w 47"/>
                <a:gd name="T73" fmla="*/ 16 h 47"/>
                <a:gd name="T74" fmla="*/ 31 w 47"/>
                <a:gd name="T75" fmla="*/ 2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" h="47">
                  <a:moveTo>
                    <a:pt x="41" y="22"/>
                  </a:moveTo>
                  <a:cubicBezTo>
                    <a:pt x="41" y="19"/>
                    <a:pt x="41" y="19"/>
                    <a:pt x="41" y="19"/>
                  </a:cubicBezTo>
                  <a:cubicBezTo>
                    <a:pt x="41" y="19"/>
                    <a:pt x="45" y="14"/>
                    <a:pt x="45" y="1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35" y="10"/>
                    <a:pt x="35" y="10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2" y="1"/>
                    <a:pt x="32" y="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6" y="0"/>
                    <a:pt x="23" y="6"/>
                    <a:pt x="23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14" y="2"/>
                    <a:pt x="14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10" y="12"/>
                    <a:pt x="10" y="1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2" y="15"/>
                    <a:pt x="2" y="16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1"/>
                    <a:pt x="6" y="25"/>
                    <a:pt x="6" y="25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2" y="33"/>
                    <a:pt x="3" y="34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12" y="37"/>
                    <a:pt x="12" y="37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5" y="46"/>
                    <a:pt x="16" y="46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7"/>
                    <a:pt x="25" y="41"/>
                    <a:pt x="25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33" y="45"/>
                    <a:pt x="33" y="45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2"/>
                    <a:pt x="37" y="35"/>
                    <a:pt x="37" y="35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45" y="32"/>
                    <a:pt x="46" y="31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6"/>
                    <a:pt x="41" y="22"/>
                    <a:pt x="41" y="22"/>
                  </a:cubicBezTo>
                  <a:close/>
                  <a:moveTo>
                    <a:pt x="31" y="25"/>
                  </a:moveTo>
                  <a:cubicBezTo>
                    <a:pt x="30" y="29"/>
                    <a:pt x="26" y="32"/>
                    <a:pt x="22" y="31"/>
                  </a:cubicBezTo>
                  <a:cubicBezTo>
                    <a:pt x="18" y="30"/>
                    <a:pt x="15" y="26"/>
                    <a:pt x="16" y="22"/>
                  </a:cubicBezTo>
                  <a:cubicBezTo>
                    <a:pt x="17" y="18"/>
                    <a:pt x="22" y="15"/>
                    <a:pt x="25" y="16"/>
                  </a:cubicBezTo>
                  <a:cubicBezTo>
                    <a:pt x="29" y="17"/>
                    <a:pt x="32" y="21"/>
                    <a:pt x="31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92" name="Freeform 64"/>
          <p:cNvSpPr>
            <a:spLocks noEditPoints="1"/>
          </p:cNvSpPr>
          <p:nvPr/>
        </p:nvSpPr>
        <p:spPr bwMode="auto">
          <a:xfrm>
            <a:off x="4237038" y="2279650"/>
            <a:ext cx="587375" cy="560388"/>
          </a:xfrm>
          <a:custGeom>
            <a:avLst/>
            <a:gdLst>
              <a:gd name="T0" fmla="*/ 552316 w 133"/>
              <a:gd name="T1" fmla="*/ 0 h 127"/>
              <a:gd name="T2" fmla="*/ 39767 w 133"/>
              <a:gd name="T3" fmla="*/ 0 h 127"/>
              <a:gd name="T4" fmla="*/ 0 w 133"/>
              <a:gd name="T5" fmla="*/ 39763 h 127"/>
              <a:gd name="T6" fmla="*/ 0 w 133"/>
              <a:gd name="T7" fmla="*/ 402050 h 127"/>
              <a:gd name="T8" fmla="*/ 39767 w 133"/>
              <a:gd name="T9" fmla="*/ 441813 h 127"/>
              <a:gd name="T10" fmla="*/ 234182 w 133"/>
              <a:gd name="T11" fmla="*/ 441813 h 127"/>
              <a:gd name="T12" fmla="*/ 176741 w 133"/>
              <a:gd name="T13" fmla="*/ 521340 h 127"/>
              <a:gd name="T14" fmla="*/ 176741 w 133"/>
              <a:gd name="T15" fmla="*/ 561103 h 127"/>
              <a:gd name="T16" fmla="*/ 234182 w 133"/>
              <a:gd name="T17" fmla="*/ 561103 h 127"/>
              <a:gd name="T18" fmla="*/ 353482 w 133"/>
              <a:gd name="T19" fmla="*/ 561103 h 127"/>
              <a:gd name="T20" fmla="*/ 415341 w 133"/>
              <a:gd name="T21" fmla="*/ 561103 h 127"/>
              <a:gd name="T22" fmla="*/ 415341 w 133"/>
              <a:gd name="T23" fmla="*/ 521340 h 127"/>
              <a:gd name="T24" fmla="*/ 353482 w 133"/>
              <a:gd name="T25" fmla="*/ 441813 h 127"/>
              <a:gd name="T26" fmla="*/ 552316 w 133"/>
              <a:gd name="T27" fmla="*/ 441813 h 127"/>
              <a:gd name="T28" fmla="*/ 587664 w 133"/>
              <a:gd name="T29" fmla="*/ 402050 h 127"/>
              <a:gd name="T30" fmla="*/ 587664 w 133"/>
              <a:gd name="T31" fmla="*/ 39763 h 127"/>
              <a:gd name="T32" fmla="*/ 552316 w 133"/>
              <a:gd name="T33" fmla="*/ 0 h 127"/>
              <a:gd name="T34" fmla="*/ 265112 w 133"/>
              <a:gd name="T35" fmla="*/ 393214 h 127"/>
              <a:gd name="T36" fmla="*/ 296041 w 133"/>
              <a:gd name="T37" fmla="*/ 362287 h 127"/>
              <a:gd name="T38" fmla="*/ 331389 w 133"/>
              <a:gd name="T39" fmla="*/ 393214 h 127"/>
              <a:gd name="T40" fmla="*/ 296041 w 133"/>
              <a:gd name="T41" fmla="*/ 428559 h 127"/>
              <a:gd name="T42" fmla="*/ 265112 w 133"/>
              <a:gd name="T43" fmla="*/ 393214 h 127"/>
              <a:gd name="T44" fmla="*/ 547897 w 133"/>
              <a:gd name="T45" fmla="*/ 349033 h 127"/>
              <a:gd name="T46" fmla="*/ 44185 w 133"/>
              <a:gd name="T47" fmla="*/ 349033 h 127"/>
              <a:gd name="T48" fmla="*/ 44185 w 133"/>
              <a:gd name="T49" fmla="*/ 44181 h 127"/>
              <a:gd name="T50" fmla="*/ 547897 w 133"/>
              <a:gd name="T51" fmla="*/ 44181 h 127"/>
              <a:gd name="T52" fmla="*/ 547897 w 133"/>
              <a:gd name="T53" fmla="*/ 349033 h 127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33" h="127">
                <a:moveTo>
                  <a:pt x="125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6"/>
                  <a:pt x="4" y="100"/>
                  <a:pt x="9" y="100"/>
                </a:cubicBezTo>
                <a:cubicBezTo>
                  <a:pt x="53" y="100"/>
                  <a:pt x="53" y="100"/>
                  <a:pt x="53" y="100"/>
                </a:cubicBezTo>
                <a:cubicBezTo>
                  <a:pt x="53" y="100"/>
                  <a:pt x="55" y="118"/>
                  <a:pt x="40" y="118"/>
                </a:cubicBezTo>
                <a:cubicBezTo>
                  <a:pt x="40" y="127"/>
                  <a:pt x="40" y="127"/>
                  <a:pt x="40" y="127"/>
                </a:cubicBezTo>
                <a:cubicBezTo>
                  <a:pt x="53" y="127"/>
                  <a:pt x="53" y="127"/>
                  <a:pt x="53" y="127"/>
                </a:cubicBezTo>
                <a:cubicBezTo>
                  <a:pt x="80" y="127"/>
                  <a:pt x="80" y="127"/>
                  <a:pt x="80" y="127"/>
                </a:cubicBezTo>
                <a:cubicBezTo>
                  <a:pt x="94" y="127"/>
                  <a:pt x="94" y="127"/>
                  <a:pt x="94" y="127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78" y="118"/>
                  <a:pt x="80" y="100"/>
                  <a:pt x="80" y="100"/>
                </a:cubicBezTo>
                <a:cubicBezTo>
                  <a:pt x="125" y="100"/>
                  <a:pt x="125" y="100"/>
                  <a:pt x="125" y="100"/>
                </a:cubicBezTo>
                <a:cubicBezTo>
                  <a:pt x="129" y="100"/>
                  <a:pt x="133" y="96"/>
                  <a:pt x="133" y="91"/>
                </a:cubicBezTo>
                <a:cubicBezTo>
                  <a:pt x="133" y="9"/>
                  <a:pt x="133" y="9"/>
                  <a:pt x="133" y="9"/>
                </a:cubicBezTo>
                <a:cubicBezTo>
                  <a:pt x="133" y="4"/>
                  <a:pt x="129" y="0"/>
                  <a:pt x="125" y="0"/>
                </a:cubicBezTo>
                <a:close/>
                <a:moveTo>
                  <a:pt x="60" y="89"/>
                </a:moveTo>
                <a:cubicBezTo>
                  <a:pt x="60" y="85"/>
                  <a:pt x="63" y="82"/>
                  <a:pt x="67" y="82"/>
                </a:cubicBezTo>
                <a:cubicBezTo>
                  <a:pt x="72" y="82"/>
                  <a:pt x="75" y="85"/>
                  <a:pt x="75" y="89"/>
                </a:cubicBezTo>
                <a:cubicBezTo>
                  <a:pt x="75" y="94"/>
                  <a:pt x="72" y="97"/>
                  <a:pt x="67" y="97"/>
                </a:cubicBezTo>
                <a:cubicBezTo>
                  <a:pt x="63" y="97"/>
                  <a:pt x="60" y="94"/>
                  <a:pt x="60" y="89"/>
                </a:cubicBezTo>
                <a:close/>
                <a:moveTo>
                  <a:pt x="124" y="79"/>
                </a:moveTo>
                <a:cubicBezTo>
                  <a:pt x="10" y="79"/>
                  <a:pt x="10" y="79"/>
                  <a:pt x="10" y="79"/>
                </a:cubicBezTo>
                <a:cubicBezTo>
                  <a:pt x="10" y="10"/>
                  <a:pt x="10" y="10"/>
                  <a:pt x="10" y="10"/>
                </a:cubicBezTo>
                <a:cubicBezTo>
                  <a:pt x="124" y="10"/>
                  <a:pt x="124" y="10"/>
                  <a:pt x="124" y="10"/>
                </a:cubicBezTo>
                <a:lnTo>
                  <a:pt x="124" y="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3" name="Group 130"/>
          <p:cNvGrpSpPr/>
          <p:nvPr/>
        </p:nvGrpSpPr>
        <p:grpSpPr>
          <a:xfrm>
            <a:off x="3464143" y="3532188"/>
            <a:ext cx="284519" cy="359394"/>
            <a:chOff x="3526798" y="4057329"/>
            <a:chExt cx="284519" cy="359394"/>
          </a:xfrm>
          <a:solidFill>
            <a:schemeClr val="bg1"/>
          </a:solidFill>
        </p:grpSpPr>
        <p:sp>
          <p:nvSpPr>
            <p:cNvPr id="94" name="Freeform 107"/>
            <p:cNvSpPr/>
            <p:nvPr/>
          </p:nvSpPr>
          <p:spPr bwMode="auto">
            <a:xfrm>
              <a:off x="3561739" y="4092269"/>
              <a:ext cx="214637" cy="289511"/>
            </a:xfrm>
            <a:custGeom>
              <a:avLst/>
              <a:gdLst>
                <a:gd name="T0" fmla="*/ 0 w 86"/>
                <a:gd name="T1" fmla="*/ 10 h 116"/>
                <a:gd name="T2" fmla="*/ 76 w 86"/>
                <a:gd name="T3" fmla="*/ 10 h 116"/>
                <a:gd name="T4" fmla="*/ 76 w 86"/>
                <a:gd name="T5" fmla="*/ 116 h 116"/>
                <a:gd name="T6" fmla="*/ 86 w 86"/>
                <a:gd name="T7" fmla="*/ 116 h 116"/>
                <a:gd name="T8" fmla="*/ 86 w 86"/>
                <a:gd name="T9" fmla="*/ 0 h 116"/>
                <a:gd name="T10" fmla="*/ 0 w 86"/>
                <a:gd name="T11" fmla="*/ 0 h 116"/>
                <a:gd name="T12" fmla="*/ 0 w 86"/>
                <a:gd name="T13" fmla="*/ 1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116">
                  <a:moveTo>
                    <a:pt x="0" y="10"/>
                  </a:moveTo>
                  <a:lnTo>
                    <a:pt x="76" y="10"/>
                  </a:lnTo>
                  <a:lnTo>
                    <a:pt x="76" y="116"/>
                  </a:lnTo>
                  <a:lnTo>
                    <a:pt x="86" y="116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95" name="Freeform 108"/>
            <p:cNvSpPr/>
            <p:nvPr/>
          </p:nvSpPr>
          <p:spPr bwMode="auto">
            <a:xfrm>
              <a:off x="3599175" y="4057329"/>
              <a:ext cx="212142" cy="284519"/>
            </a:xfrm>
            <a:custGeom>
              <a:avLst/>
              <a:gdLst>
                <a:gd name="T0" fmla="*/ 0 w 85"/>
                <a:gd name="T1" fmla="*/ 0 h 114"/>
                <a:gd name="T2" fmla="*/ 0 w 85"/>
                <a:gd name="T3" fmla="*/ 9 h 114"/>
                <a:gd name="T4" fmla="*/ 76 w 85"/>
                <a:gd name="T5" fmla="*/ 9 h 114"/>
                <a:gd name="T6" fmla="*/ 76 w 85"/>
                <a:gd name="T7" fmla="*/ 114 h 114"/>
                <a:gd name="T8" fmla="*/ 85 w 85"/>
                <a:gd name="T9" fmla="*/ 114 h 114"/>
                <a:gd name="T10" fmla="*/ 85 w 85"/>
                <a:gd name="T11" fmla="*/ 0 h 114"/>
                <a:gd name="T12" fmla="*/ 0 w 85"/>
                <a:gd name="T1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114">
                  <a:moveTo>
                    <a:pt x="0" y="0"/>
                  </a:moveTo>
                  <a:lnTo>
                    <a:pt x="0" y="9"/>
                  </a:lnTo>
                  <a:lnTo>
                    <a:pt x="76" y="9"/>
                  </a:lnTo>
                  <a:lnTo>
                    <a:pt x="76" y="114"/>
                  </a:lnTo>
                  <a:lnTo>
                    <a:pt x="85" y="114"/>
                  </a:lnTo>
                  <a:lnTo>
                    <a:pt x="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96" name="Freeform 109"/>
            <p:cNvSpPr/>
            <p:nvPr/>
          </p:nvSpPr>
          <p:spPr bwMode="auto">
            <a:xfrm>
              <a:off x="3526798" y="4129707"/>
              <a:ext cx="212142" cy="287016"/>
            </a:xfrm>
            <a:custGeom>
              <a:avLst/>
              <a:gdLst>
                <a:gd name="T0" fmla="*/ 0 w 85"/>
                <a:gd name="T1" fmla="*/ 0 h 115"/>
                <a:gd name="T2" fmla="*/ 0 w 85"/>
                <a:gd name="T3" fmla="*/ 115 h 115"/>
                <a:gd name="T4" fmla="*/ 85 w 85"/>
                <a:gd name="T5" fmla="*/ 115 h 115"/>
                <a:gd name="T6" fmla="*/ 85 w 85"/>
                <a:gd name="T7" fmla="*/ 105 h 115"/>
                <a:gd name="T8" fmla="*/ 85 w 85"/>
                <a:gd name="T9" fmla="*/ 0 h 115"/>
                <a:gd name="T10" fmla="*/ 10 w 85"/>
                <a:gd name="T11" fmla="*/ 0 h 115"/>
                <a:gd name="T12" fmla="*/ 0 w 85"/>
                <a:gd name="T13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115">
                  <a:moveTo>
                    <a:pt x="0" y="0"/>
                  </a:moveTo>
                  <a:lnTo>
                    <a:pt x="0" y="115"/>
                  </a:lnTo>
                  <a:lnTo>
                    <a:pt x="85" y="115"/>
                  </a:lnTo>
                  <a:lnTo>
                    <a:pt x="85" y="105"/>
                  </a:lnTo>
                  <a:lnTo>
                    <a:pt x="85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97" name="Group 134"/>
          <p:cNvGrpSpPr/>
          <p:nvPr/>
        </p:nvGrpSpPr>
        <p:grpSpPr>
          <a:xfrm>
            <a:off x="5371248" y="3504734"/>
            <a:ext cx="389342" cy="339426"/>
            <a:chOff x="7540014" y="4306907"/>
            <a:chExt cx="389342" cy="339426"/>
          </a:xfrm>
          <a:solidFill>
            <a:schemeClr val="bg1"/>
          </a:solidFill>
        </p:grpSpPr>
        <p:sp>
          <p:nvSpPr>
            <p:cNvPr id="98" name="Freeform 110"/>
            <p:cNvSpPr/>
            <p:nvPr/>
          </p:nvSpPr>
          <p:spPr bwMode="auto">
            <a:xfrm>
              <a:off x="7799575" y="4409234"/>
              <a:ext cx="102328" cy="102328"/>
            </a:xfrm>
            <a:custGeom>
              <a:avLst/>
              <a:gdLst>
                <a:gd name="T0" fmla="*/ 0 w 41"/>
                <a:gd name="T1" fmla="*/ 39 h 41"/>
                <a:gd name="T2" fmla="*/ 3 w 41"/>
                <a:gd name="T3" fmla="*/ 41 h 41"/>
                <a:gd name="T4" fmla="*/ 41 w 41"/>
                <a:gd name="T5" fmla="*/ 3 h 41"/>
                <a:gd name="T6" fmla="*/ 39 w 41"/>
                <a:gd name="T7" fmla="*/ 0 h 41"/>
                <a:gd name="T8" fmla="*/ 0 w 41"/>
                <a:gd name="T9" fmla="*/ 3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9"/>
                  </a:moveTo>
                  <a:lnTo>
                    <a:pt x="3" y="41"/>
                  </a:lnTo>
                  <a:lnTo>
                    <a:pt x="41" y="3"/>
                  </a:lnTo>
                  <a:lnTo>
                    <a:pt x="39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99" name="Freeform 111"/>
            <p:cNvSpPr/>
            <p:nvPr/>
          </p:nvSpPr>
          <p:spPr bwMode="auto">
            <a:xfrm>
              <a:off x="7777112" y="4381780"/>
              <a:ext cx="109814" cy="114806"/>
            </a:xfrm>
            <a:custGeom>
              <a:avLst/>
              <a:gdLst>
                <a:gd name="T0" fmla="*/ 37 w 44"/>
                <a:gd name="T1" fmla="*/ 0 h 46"/>
                <a:gd name="T2" fmla="*/ 0 w 44"/>
                <a:gd name="T3" fmla="*/ 39 h 46"/>
                <a:gd name="T4" fmla="*/ 6 w 44"/>
                <a:gd name="T5" fmla="*/ 46 h 46"/>
                <a:gd name="T6" fmla="*/ 44 w 44"/>
                <a:gd name="T7" fmla="*/ 8 h 46"/>
                <a:gd name="T8" fmla="*/ 37 w 44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6">
                  <a:moveTo>
                    <a:pt x="37" y="0"/>
                  </a:moveTo>
                  <a:lnTo>
                    <a:pt x="0" y="39"/>
                  </a:lnTo>
                  <a:lnTo>
                    <a:pt x="6" y="46"/>
                  </a:lnTo>
                  <a:lnTo>
                    <a:pt x="44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0" name="Freeform 112"/>
            <p:cNvSpPr/>
            <p:nvPr/>
          </p:nvSpPr>
          <p:spPr bwMode="auto">
            <a:xfrm>
              <a:off x="7757146" y="4366805"/>
              <a:ext cx="104823" cy="104823"/>
            </a:xfrm>
            <a:custGeom>
              <a:avLst/>
              <a:gdLst>
                <a:gd name="T0" fmla="*/ 0 w 42"/>
                <a:gd name="T1" fmla="*/ 38 h 42"/>
                <a:gd name="T2" fmla="*/ 4 w 42"/>
                <a:gd name="T3" fmla="*/ 42 h 42"/>
                <a:gd name="T4" fmla="*/ 42 w 42"/>
                <a:gd name="T5" fmla="*/ 4 h 42"/>
                <a:gd name="T6" fmla="*/ 38 w 42"/>
                <a:gd name="T7" fmla="*/ 0 h 42"/>
                <a:gd name="T8" fmla="*/ 0 w 42"/>
                <a:gd name="T9" fmla="*/ 3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2">
                  <a:moveTo>
                    <a:pt x="0" y="38"/>
                  </a:moveTo>
                  <a:lnTo>
                    <a:pt x="4" y="42"/>
                  </a:lnTo>
                  <a:lnTo>
                    <a:pt x="42" y="4"/>
                  </a:lnTo>
                  <a:lnTo>
                    <a:pt x="38" y="0"/>
                  </a:ln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1" name="Freeform 113"/>
            <p:cNvSpPr/>
            <p:nvPr/>
          </p:nvSpPr>
          <p:spPr bwMode="auto">
            <a:xfrm>
              <a:off x="7729693" y="4469133"/>
              <a:ext cx="69882" cy="69882"/>
            </a:xfrm>
            <a:custGeom>
              <a:avLst/>
              <a:gdLst>
                <a:gd name="T0" fmla="*/ 28 w 28"/>
                <a:gd name="T1" fmla="*/ 20 h 28"/>
                <a:gd name="T2" fmla="*/ 8 w 28"/>
                <a:gd name="T3" fmla="*/ 0 h 28"/>
                <a:gd name="T4" fmla="*/ 0 w 28"/>
                <a:gd name="T5" fmla="*/ 20 h 28"/>
                <a:gd name="T6" fmla="*/ 9 w 28"/>
                <a:gd name="T7" fmla="*/ 28 h 28"/>
                <a:gd name="T8" fmla="*/ 28 w 28"/>
                <a:gd name="T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28" y="20"/>
                  </a:moveTo>
                  <a:lnTo>
                    <a:pt x="8" y="0"/>
                  </a:lnTo>
                  <a:lnTo>
                    <a:pt x="0" y="20"/>
                  </a:lnTo>
                  <a:lnTo>
                    <a:pt x="9" y="28"/>
                  </a:lnTo>
                  <a:lnTo>
                    <a:pt x="2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2" name="Freeform 114"/>
            <p:cNvSpPr/>
            <p:nvPr/>
          </p:nvSpPr>
          <p:spPr bwMode="auto">
            <a:xfrm>
              <a:off x="7712222" y="4526535"/>
              <a:ext cx="34941" cy="32446"/>
            </a:xfrm>
            <a:custGeom>
              <a:avLst/>
              <a:gdLst>
                <a:gd name="T0" fmla="*/ 0 w 14"/>
                <a:gd name="T1" fmla="*/ 13 h 13"/>
                <a:gd name="T2" fmla="*/ 14 w 14"/>
                <a:gd name="T3" fmla="*/ 6 h 13"/>
                <a:gd name="T4" fmla="*/ 6 w 14"/>
                <a:gd name="T5" fmla="*/ 0 h 13"/>
                <a:gd name="T6" fmla="*/ 0 w 14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3">
                  <a:moveTo>
                    <a:pt x="0" y="13"/>
                  </a:moveTo>
                  <a:lnTo>
                    <a:pt x="14" y="6"/>
                  </a:lnTo>
                  <a:lnTo>
                    <a:pt x="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3" name="Freeform 115"/>
            <p:cNvSpPr/>
            <p:nvPr/>
          </p:nvSpPr>
          <p:spPr bwMode="auto">
            <a:xfrm>
              <a:off x="7859474" y="4341848"/>
              <a:ext cx="69882" cy="69882"/>
            </a:xfrm>
            <a:custGeom>
              <a:avLst/>
              <a:gdLst>
                <a:gd name="T0" fmla="*/ 7 w 28"/>
                <a:gd name="T1" fmla="*/ 0 h 28"/>
                <a:gd name="T2" fmla="*/ 0 w 28"/>
                <a:gd name="T3" fmla="*/ 8 h 28"/>
                <a:gd name="T4" fmla="*/ 20 w 28"/>
                <a:gd name="T5" fmla="*/ 28 h 28"/>
                <a:gd name="T6" fmla="*/ 28 w 28"/>
                <a:gd name="T7" fmla="*/ 20 h 28"/>
                <a:gd name="T8" fmla="*/ 7 w 28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7" y="0"/>
                  </a:moveTo>
                  <a:lnTo>
                    <a:pt x="0" y="8"/>
                  </a:lnTo>
                  <a:lnTo>
                    <a:pt x="20" y="28"/>
                  </a:lnTo>
                  <a:lnTo>
                    <a:pt x="28" y="2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4" name="Freeform 116"/>
            <p:cNvSpPr/>
            <p:nvPr/>
          </p:nvSpPr>
          <p:spPr bwMode="auto">
            <a:xfrm>
              <a:off x="7540014" y="4306907"/>
              <a:ext cx="279527" cy="339426"/>
            </a:xfrm>
            <a:custGeom>
              <a:avLst/>
              <a:gdLst>
                <a:gd name="T0" fmla="*/ 104 w 112"/>
                <a:gd name="T1" fmla="*/ 101 h 136"/>
                <a:gd name="T2" fmla="*/ 83 w 112"/>
                <a:gd name="T3" fmla="*/ 101 h 136"/>
                <a:gd name="T4" fmla="*/ 83 w 112"/>
                <a:gd name="T5" fmla="*/ 129 h 136"/>
                <a:gd name="T6" fmla="*/ 7 w 112"/>
                <a:gd name="T7" fmla="*/ 129 h 136"/>
                <a:gd name="T8" fmla="*/ 7 w 112"/>
                <a:gd name="T9" fmla="*/ 32 h 136"/>
                <a:gd name="T10" fmla="*/ 104 w 112"/>
                <a:gd name="T11" fmla="*/ 32 h 136"/>
                <a:gd name="T12" fmla="*/ 104 w 112"/>
                <a:gd name="T13" fmla="*/ 40 h 136"/>
                <a:gd name="T14" fmla="*/ 112 w 112"/>
                <a:gd name="T15" fmla="*/ 32 h 136"/>
                <a:gd name="T16" fmla="*/ 112 w 112"/>
                <a:gd name="T17" fmla="*/ 6 h 136"/>
                <a:gd name="T18" fmla="*/ 97 w 112"/>
                <a:gd name="T19" fmla="*/ 6 h 136"/>
                <a:gd name="T20" fmla="*/ 97 w 112"/>
                <a:gd name="T21" fmla="*/ 20 h 136"/>
                <a:gd name="T22" fmla="*/ 95 w 112"/>
                <a:gd name="T23" fmla="*/ 20 h 136"/>
                <a:gd name="T24" fmla="*/ 95 w 112"/>
                <a:gd name="T25" fmla="*/ 0 h 136"/>
                <a:gd name="T26" fmla="*/ 89 w 112"/>
                <a:gd name="T27" fmla="*/ 0 h 136"/>
                <a:gd name="T28" fmla="*/ 89 w 112"/>
                <a:gd name="T29" fmla="*/ 20 h 136"/>
                <a:gd name="T30" fmla="*/ 87 w 112"/>
                <a:gd name="T31" fmla="*/ 20 h 136"/>
                <a:gd name="T32" fmla="*/ 87 w 112"/>
                <a:gd name="T33" fmla="*/ 6 h 136"/>
                <a:gd name="T34" fmla="*/ 79 w 112"/>
                <a:gd name="T35" fmla="*/ 6 h 136"/>
                <a:gd name="T36" fmla="*/ 79 w 112"/>
                <a:gd name="T37" fmla="*/ 20 h 136"/>
                <a:gd name="T38" fmla="*/ 76 w 112"/>
                <a:gd name="T39" fmla="*/ 20 h 136"/>
                <a:gd name="T40" fmla="*/ 76 w 112"/>
                <a:gd name="T41" fmla="*/ 0 h 136"/>
                <a:gd name="T42" fmla="*/ 72 w 112"/>
                <a:gd name="T43" fmla="*/ 0 h 136"/>
                <a:gd name="T44" fmla="*/ 72 w 112"/>
                <a:gd name="T45" fmla="*/ 20 h 136"/>
                <a:gd name="T46" fmla="*/ 68 w 112"/>
                <a:gd name="T47" fmla="*/ 20 h 136"/>
                <a:gd name="T48" fmla="*/ 68 w 112"/>
                <a:gd name="T49" fmla="*/ 6 h 136"/>
                <a:gd name="T50" fmla="*/ 60 w 112"/>
                <a:gd name="T51" fmla="*/ 6 h 136"/>
                <a:gd name="T52" fmla="*/ 60 w 112"/>
                <a:gd name="T53" fmla="*/ 20 h 136"/>
                <a:gd name="T54" fmla="*/ 57 w 112"/>
                <a:gd name="T55" fmla="*/ 20 h 136"/>
                <a:gd name="T56" fmla="*/ 57 w 112"/>
                <a:gd name="T57" fmla="*/ 0 h 136"/>
                <a:gd name="T58" fmla="*/ 53 w 112"/>
                <a:gd name="T59" fmla="*/ 0 h 136"/>
                <a:gd name="T60" fmla="*/ 53 w 112"/>
                <a:gd name="T61" fmla="*/ 20 h 136"/>
                <a:gd name="T62" fmla="*/ 51 w 112"/>
                <a:gd name="T63" fmla="*/ 20 h 136"/>
                <a:gd name="T64" fmla="*/ 51 w 112"/>
                <a:gd name="T65" fmla="*/ 6 h 136"/>
                <a:gd name="T66" fmla="*/ 43 w 112"/>
                <a:gd name="T67" fmla="*/ 6 h 136"/>
                <a:gd name="T68" fmla="*/ 43 w 112"/>
                <a:gd name="T69" fmla="*/ 20 h 136"/>
                <a:gd name="T70" fmla="*/ 40 w 112"/>
                <a:gd name="T71" fmla="*/ 20 h 136"/>
                <a:gd name="T72" fmla="*/ 40 w 112"/>
                <a:gd name="T73" fmla="*/ 0 h 136"/>
                <a:gd name="T74" fmla="*/ 35 w 112"/>
                <a:gd name="T75" fmla="*/ 0 h 136"/>
                <a:gd name="T76" fmla="*/ 35 w 112"/>
                <a:gd name="T77" fmla="*/ 20 h 136"/>
                <a:gd name="T78" fmla="*/ 32 w 112"/>
                <a:gd name="T79" fmla="*/ 20 h 136"/>
                <a:gd name="T80" fmla="*/ 32 w 112"/>
                <a:gd name="T81" fmla="*/ 6 h 136"/>
                <a:gd name="T82" fmla="*/ 25 w 112"/>
                <a:gd name="T83" fmla="*/ 6 h 136"/>
                <a:gd name="T84" fmla="*/ 25 w 112"/>
                <a:gd name="T85" fmla="*/ 20 h 136"/>
                <a:gd name="T86" fmla="*/ 23 w 112"/>
                <a:gd name="T87" fmla="*/ 20 h 136"/>
                <a:gd name="T88" fmla="*/ 23 w 112"/>
                <a:gd name="T89" fmla="*/ 0 h 136"/>
                <a:gd name="T90" fmla="*/ 17 w 112"/>
                <a:gd name="T91" fmla="*/ 0 h 136"/>
                <a:gd name="T92" fmla="*/ 17 w 112"/>
                <a:gd name="T93" fmla="*/ 20 h 136"/>
                <a:gd name="T94" fmla="*/ 15 w 112"/>
                <a:gd name="T95" fmla="*/ 20 h 136"/>
                <a:gd name="T96" fmla="*/ 15 w 112"/>
                <a:gd name="T97" fmla="*/ 6 h 136"/>
                <a:gd name="T98" fmla="*/ 0 w 112"/>
                <a:gd name="T99" fmla="*/ 6 h 136"/>
                <a:gd name="T100" fmla="*/ 0 w 112"/>
                <a:gd name="T101" fmla="*/ 24 h 136"/>
                <a:gd name="T102" fmla="*/ 0 w 112"/>
                <a:gd name="T103" fmla="*/ 28 h 136"/>
                <a:gd name="T104" fmla="*/ 0 w 112"/>
                <a:gd name="T105" fmla="*/ 136 h 136"/>
                <a:gd name="T106" fmla="*/ 89 w 112"/>
                <a:gd name="T107" fmla="*/ 136 h 136"/>
                <a:gd name="T108" fmla="*/ 112 w 112"/>
                <a:gd name="T109" fmla="*/ 110 h 136"/>
                <a:gd name="T110" fmla="*/ 112 w 112"/>
                <a:gd name="T111" fmla="*/ 84 h 136"/>
                <a:gd name="T112" fmla="*/ 104 w 112"/>
                <a:gd name="T113" fmla="*/ 92 h 136"/>
                <a:gd name="T114" fmla="*/ 104 w 112"/>
                <a:gd name="T115" fmla="*/ 10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2" h="136">
                  <a:moveTo>
                    <a:pt x="104" y="101"/>
                  </a:moveTo>
                  <a:lnTo>
                    <a:pt x="83" y="101"/>
                  </a:lnTo>
                  <a:lnTo>
                    <a:pt x="83" y="129"/>
                  </a:lnTo>
                  <a:lnTo>
                    <a:pt x="7" y="129"/>
                  </a:lnTo>
                  <a:lnTo>
                    <a:pt x="7" y="32"/>
                  </a:lnTo>
                  <a:lnTo>
                    <a:pt x="104" y="32"/>
                  </a:lnTo>
                  <a:lnTo>
                    <a:pt x="104" y="40"/>
                  </a:lnTo>
                  <a:lnTo>
                    <a:pt x="112" y="32"/>
                  </a:lnTo>
                  <a:lnTo>
                    <a:pt x="112" y="6"/>
                  </a:lnTo>
                  <a:lnTo>
                    <a:pt x="97" y="6"/>
                  </a:lnTo>
                  <a:lnTo>
                    <a:pt x="97" y="20"/>
                  </a:lnTo>
                  <a:lnTo>
                    <a:pt x="95" y="20"/>
                  </a:lnTo>
                  <a:lnTo>
                    <a:pt x="95" y="0"/>
                  </a:lnTo>
                  <a:lnTo>
                    <a:pt x="89" y="0"/>
                  </a:lnTo>
                  <a:lnTo>
                    <a:pt x="89" y="20"/>
                  </a:lnTo>
                  <a:lnTo>
                    <a:pt x="87" y="20"/>
                  </a:lnTo>
                  <a:lnTo>
                    <a:pt x="87" y="6"/>
                  </a:lnTo>
                  <a:lnTo>
                    <a:pt x="79" y="6"/>
                  </a:lnTo>
                  <a:lnTo>
                    <a:pt x="79" y="20"/>
                  </a:lnTo>
                  <a:lnTo>
                    <a:pt x="76" y="20"/>
                  </a:lnTo>
                  <a:lnTo>
                    <a:pt x="76" y="0"/>
                  </a:lnTo>
                  <a:lnTo>
                    <a:pt x="72" y="0"/>
                  </a:lnTo>
                  <a:lnTo>
                    <a:pt x="72" y="20"/>
                  </a:lnTo>
                  <a:lnTo>
                    <a:pt x="68" y="20"/>
                  </a:lnTo>
                  <a:lnTo>
                    <a:pt x="68" y="6"/>
                  </a:lnTo>
                  <a:lnTo>
                    <a:pt x="60" y="6"/>
                  </a:lnTo>
                  <a:lnTo>
                    <a:pt x="60" y="20"/>
                  </a:lnTo>
                  <a:lnTo>
                    <a:pt x="57" y="20"/>
                  </a:lnTo>
                  <a:lnTo>
                    <a:pt x="57" y="0"/>
                  </a:lnTo>
                  <a:lnTo>
                    <a:pt x="53" y="0"/>
                  </a:lnTo>
                  <a:lnTo>
                    <a:pt x="53" y="20"/>
                  </a:lnTo>
                  <a:lnTo>
                    <a:pt x="51" y="20"/>
                  </a:lnTo>
                  <a:lnTo>
                    <a:pt x="51" y="6"/>
                  </a:lnTo>
                  <a:lnTo>
                    <a:pt x="43" y="6"/>
                  </a:lnTo>
                  <a:lnTo>
                    <a:pt x="43" y="20"/>
                  </a:lnTo>
                  <a:lnTo>
                    <a:pt x="40" y="20"/>
                  </a:lnTo>
                  <a:lnTo>
                    <a:pt x="40" y="0"/>
                  </a:lnTo>
                  <a:lnTo>
                    <a:pt x="35" y="0"/>
                  </a:lnTo>
                  <a:lnTo>
                    <a:pt x="35" y="20"/>
                  </a:lnTo>
                  <a:lnTo>
                    <a:pt x="32" y="20"/>
                  </a:lnTo>
                  <a:lnTo>
                    <a:pt x="32" y="6"/>
                  </a:lnTo>
                  <a:lnTo>
                    <a:pt x="25" y="6"/>
                  </a:lnTo>
                  <a:lnTo>
                    <a:pt x="25" y="20"/>
                  </a:lnTo>
                  <a:lnTo>
                    <a:pt x="23" y="20"/>
                  </a:lnTo>
                  <a:lnTo>
                    <a:pt x="23" y="0"/>
                  </a:lnTo>
                  <a:lnTo>
                    <a:pt x="17" y="0"/>
                  </a:lnTo>
                  <a:lnTo>
                    <a:pt x="17" y="20"/>
                  </a:lnTo>
                  <a:lnTo>
                    <a:pt x="15" y="20"/>
                  </a:lnTo>
                  <a:lnTo>
                    <a:pt x="15" y="6"/>
                  </a:lnTo>
                  <a:lnTo>
                    <a:pt x="0" y="6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0" y="136"/>
                  </a:lnTo>
                  <a:lnTo>
                    <a:pt x="89" y="136"/>
                  </a:lnTo>
                  <a:lnTo>
                    <a:pt x="112" y="110"/>
                  </a:lnTo>
                  <a:lnTo>
                    <a:pt x="112" y="84"/>
                  </a:lnTo>
                  <a:lnTo>
                    <a:pt x="104" y="92"/>
                  </a:lnTo>
                  <a:lnTo>
                    <a:pt x="104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5" name="Rectangle 117"/>
            <p:cNvSpPr>
              <a:spLocks noChangeArrowheads="1"/>
            </p:cNvSpPr>
            <p:nvPr/>
          </p:nvSpPr>
          <p:spPr bwMode="auto">
            <a:xfrm>
              <a:off x="7589930" y="4421713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6" name="Rectangle 118"/>
            <p:cNvSpPr>
              <a:spLocks noChangeArrowheads="1"/>
            </p:cNvSpPr>
            <p:nvPr/>
          </p:nvSpPr>
          <p:spPr bwMode="auto">
            <a:xfrm>
              <a:off x="7589930" y="4461645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7" name="Rectangle 119"/>
            <p:cNvSpPr>
              <a:spLocks noChangeArrowheads="1"/>
            </p:cNvSpPr>
            <p:nvPr/>
          </p:nvSpPr>
          <p:spPr bwMode="auto">
            <a:xfrm>
              <a:off x="7589930" y="4506569"/>
              <a:ext cx="109814" cy="14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08" name="Rectangle 120"/>
            <p:cNvSpPr>
              <a:spLocks noChangeArrowheads="1"/>
            </p:cNvSpPr>
            <p:nvPr/>
          </p:nvSpPr>
          <p:spPr bwMode="auto">
            <a:xfrm>
              <a:off x="7589930" y="4548998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109" name="Group 146"/>
          <p:cNvGrpSpPr/>
          <p:nvPr/>
        </p:nvGrpSpPr>
        <p:grpSpPr>
          <a:xfrm>
            <a:off x="4337020" y="3821891"/>
            <a:ext cx="431769" cy="429274"/>
            <a:chOff x="6559551" y="1588"/>
            <a:chExt cx="274637" cy="273050"/>
          </a:xfrm>
          <a:solidFill>
            <a:schemeClr val="bg1"/>
          </a:solidFill>
        </p:grpSpPr>
        <p:sp>
          <p:nvSpPr>
            <p:cNvPr id="110" name="Freeform 126"/>
            <p:cNvSpPr>
              <a:spLocks noEditPoints="1"/>
            </p:cNvSpPr>
            <p:nvPr/>
          </p:nvSpPr>
          <p:spPr bwMode="auto">
            <a:xfrm>
              <a:off x="6704013" y="65088"/>
              <a:ext cx="130175" cy="209550"/>
            </a:xfrm>
            <a:custGeom>
              <a:avLst/>
              <a:gdLst>
                <a:gd name="T0" fmla="*/ 0 w 82"/>
                <a:gd name="T1" fmla="*/ 34 h 132"/>
                <a:gd name="T2" fmla="*/ 0 w 82"/>
                <a:gd name="T3" fmla="*/ 132 h 132"/>
                <a:gd name="T4" fmla="*/ 82 w 82"/>
                <a:gd name="T5" fmla="*/ 99 h 132"/>
                <a:gd name="T6" fmla="*/ 82 w 82"/>
                <a:gd name="T7" fmla="*/ 0 h 132"/>
                <a:gd name="T8" fmla="*/ 0 w 82"/>
                <a:gd name="T9" fmla="*/ 34 h 132"/>
                <a:gd name="T10" fmla="*/ 76 w 82"/>
                <a:gd name="T11" fmla="*/ 10 h 132"/>
                <a:gd name="T12" fmla="*/ 76 w 82"/>
                <a:gd name="T13" fmla="*/ 94 h 132"/>
                <a:gd name="T14" fmla="*/ 5 w 82"/>
                <a:gd name="T15" fmla="*/ 66 h 132"/>
                <a:gd name="T16" fmla="*/ 5 w 82"/>
                <a:gd name="T17" fmla="*/ 38 h 132"/>
                <a:gd name="T18" fmla="*/ 76 w 82"/>
                <a:gd name="T19" fmla="*/ 10 h 132"/>
                <a:gd name="T20" fmla="*/ 5 w 82"/>
                <a:gd name="T21" fmla="*/ 70 h 132"/>
                <a:gd name="T22" fmla="*/ 73 w 82"/>
                <a:gd name="T23" fmla="*/ 96 h 132"/>
                <a:gd name="T24" fmla="*/ 5 w 82"/>
                <a:gd name="T25" fmla="*/ 124 h 132"/>
                <a:gd name="T26" fmla="*/ 5 w 82"/>
                <a:gd name="T27" fmla="*/ 7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2" h="132">
                  <a:moveTo>
                    <a:pt x="0" y="34"/>
                  </a:moveTo>
                  <a:lnTo>
                    <a:pt x="0" y="132"/>
                  </a:lnTo>
                  <a:lnTo>
                    <a:pt x="82" y="99"/>
                  </a:lnTo>
                  <a:lnTo>
                    <a:pt x="82" y="0"/>
                  </a:lnTo>
                  <a:lnTo>
                    <a:pt x="0" y="34"/>
                  </a:lnTo>
                  <a:close/>
                  <a:moveTo>
                    <a:pt x="76" y="10"/>
                  </a:moveTo>
                  <a:lnTo>
                    <a:pt x="76" y="94"/>
                  </a:lnTo>
                  <a:lnTo>
                    <a:pt x="5" y="66"/>
                  </a:lnTo>
                  <a:lnTo>
                    <a:pt x="5" y="38"/>
                  </a:lnTo>
                  <a:lnTo>
                    <a:pt x="76" y="10"/>
                  </a:lnTo>
                  <a:close/>
                  <a:moveTo>
                    <a:pt x="5" y="70"/>
                  </a:moveTo>
                  <a:lnTo>
                    <a:pt x="73" y="96"/>
                  </a:lnTo>
                  <a:lnTo>
                    <a:pt x="5" y="124"/>
                  </a:lnTo>
                  <a:lnTo>
                    <a:pt x="5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11" name="Freeform 127"/>
            <p:cNvSpPr/>
            <p:nvPr/>
          </p:nvSpPr>
          <p:spPr bwMode="auto">
            <a:xfrm>
              <a:off x="6559551" y="65088"/>
              <a:ext cx="128588" cy="209550"/>
            </a:xfrm>
            <a:custGeom>
              <a:avLst/>
              <a:gdLst>
                <a:gd name="T0" fmla="*/ 0 w 81"/>
                <a:gd name="T1" fmla="*/ 99 h 132"/>
                <a:gd name="T2" fmla="*/ 81 w 81"/>
                <a:gd name="T3" fmla="*/ 132 h 132"/>
                <a:gd name="T4" fmla="*/ 81 w 81"/>
                <a:gd name="T5" fmla="*/ 34 h 132"/>
                <a:gd name="T6" fmla="*/ 0 w 81"/>
                <a:gd name="T7" fmla="*/ 0 h 132"/>
                <a:gd name="T8" fmla="*/ 0 w 81"/>
                <a:gd name="T9" fmla="*/ 9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32">
                  <a:moveTo>
                    <a:pt x="0" y="99"/>
                  </a:moveTo>
                  <a:lnTo>
                    <a:pt x="81" y="132"/>
                  </a:lnTo>
                  <a:lnTo>
                    <a:pt x="81" y="34"/>
                  </a:lnTo>
                  <a:lnTo>
                    <a:pt x="0" y="0"/>
                  </a:lnTo>
                  <a:lnTo>
                    <a:pt x="0" y="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12" name="Freeform 128"/>
            <p:cNvSpPr>
              <a:spLocks noEditPoints="1"/>
            </p:cNvSpPr>
            <p:nvPr/>
          </p:nvSpPr>
          <p:spPr bwMode="auto">
            <a:xfrm>
              <a:off x="6567488" y="1588"/>
              <a:ext cx="263525" cy="104775"/>
            </a:xfrm>
            <a:custGeom>
              <a:avLst/>
              <a:gdLst>
                <a:gd name="T0" fmla="*/ 82 w 166"/>
                <a:gd name="T1" fmla="*/ 0 h 66"/>
                <a:gd name="T2" fmla="*/ 0 w 166"/>
                <a:gd name="T3" fmla="*/ 32 h 66"/>
                <a:gd name="T4" fmla="*/ 80 w 166"/>
                <a:gd name="T5" fmla="*/ 66 h 66"/>
                <a:gd name="T6" fmla="*/ 166 w 166"/>
                <a:gd name="T7" fmla="*/ 32 h 66"/>
                <a:gd name="T8" fmla="*/ 82 w 166"/>
                <a:gd name="T9" fmla="*/ 0 h 66"/>
                <a:gd name="T10" fmla="*/ 82 w 166"/>
                <a:gd name="T11" fmla="*/ 6 h 66"/>
                <a:gd name="T12" fmla="*/ 151 w 166"/>
                <a:gd name="T13" fmla="*/ 32 h 66"/>
                <a:gd name="T14" fmla="*/ 82 w 166"/>
                <a:gd name="T15" fmla="*/ 59 h 66"/>
                <a:gd name="T16" fmla="*/ 82 w 166"/>
                <a:gd name="T17" fmla="*/ 6 h 66"/>
                <a:gd name="T18" fmla="*/ 78 w 166"/>
                <a:gd name="T19" fmla="*/ 7 h 66"/>
                <a:gd name="T20" fmla="*/ 78 w 166"/>
                <a:gd name="T21" fmla="*/ 59 h 66"/>
                <a:gd name="T22" fmla="*/ 15 w 166"/>
                <a:gd name="T23" fmla="*/ 32 h 66"/>
                <a:gd name="T24" fmla="*/ 78 w 166"/>
                <a:gd name="T25" fmla="*/ 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6" h="66">
                  <a:moveTo>
                    <a:pt x="82" y="0"/>
                  </a:moveTo>
                  <a:lnTo>
                    <a:pt x="0" y="32"/>
                  </a:lnTo>
                  <a:lnTo>
                    <a:pt x="80" y="66"/>
                  </a:lnTo>
                  <a:lnTo>
                    <a:pt x="166" y="32"/>
                  </a:lnTo>
                  <a:lnTo>
                    <a:pt x="82" y="0"/>
                  </a:lnTo>
                  <a:close/>
                  <a:moveTo>
                    <a:pt x="82" y="6"/>
                  </a:moveTo>
                  <a:lnTo>
                    <a:pt x="151" y="32"/>
                  </a:lnTo>
                  <a:lnTo>
                    <a:pt x="82" y="59"/>
                  </a:lnTo>
                  <a:lnTo>
                    <a:pt x="82" y="6"/>
                  </a:lnTo>
                  <a:close/>
                  <a:moveTo>
                    <a:pt x="78" y="7"/>
                  </a:moveTo>
                  <a:lnTo>
                    <a:pt x="78" y="59"/>
                  </a:lnTo>
                  <a:lnTo>
                    <a:pt x="15" y="32"/>
                  </a:lnTo>
                  <a:lnTo>
                    <a:pt x="7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113" name="Text Box 10"/>
          <p:cNvSpPr txBox="1">
            <a:spLocks noChangeArrowheads="1"/>
          </p:cNvSpPr>
          <p:nvPr/>
        </p:nvSpPr>
        <p:spPr bwMode="auto">
          <a:xfrm>
            <a:off x="3817938" y="2714625"/>
            <a:ext cx="1516062" cy="408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Open Sans" pitchFamily="34" charset="0"/>
              </a:rPr>
              <a:t>主标题</a:t>
            </a:r>
            <a:endParaRPr lang="en-US" altLang="zh-CN" sz="1000" dirty="0">
              <a:solidFill>
                <a:schemeClr val="bg1"/>
              </a:solidFill>
              <a:latin typeface="Open Sans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5000">
        <p14:conveyor dir="l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000"/>
                            </p:stCondLst>
                            <p:childTnLst>
                              <p:par>
                                <p:cTn id="8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500"/>
                            </p:stCondLst>
                            <p:childTnLst>
                              <p:par>
                                <p:cTn id="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000"/>
                            </p:stCondLst>
                            <p:childTnLst>
                              <p:par>
                                <p:cTn id="9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5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000"/>
                            </p:stCondLst>
                            <p:childTnLst>
                              <p:par>
                                <p:cTn id="1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4500"/>
                            </p:stCondLst>
                            <p:childTnLst>
                              <p:par>
                                <p:cTn id="1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0"/>
                            </p:stCondLst>
                            <p:childTnLst>
                              <p:par>
                                <p:cTn id="1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5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6000"/>
                            </p:stCondLst>
                            <p:childTnLst>
                              <p:par>
                                <p:cTn id="16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6500"/>
                            </p:stCondLst>
                            <p:childTnLst>
                              <p:par>
                                <p:cTn id="1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7500"/>
                            </p:stCondLst>
                            <p:childTnLst>
                              <p:par>
                                <p:cTn id="17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8500"/>
                            </p:stCondLst>
                            <p:childTnLst>
                              <p:par>
                                <p:cTn id="1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9000"/>
                            </p:stCondLst>
                            <p:childTnLst>
                              <p:par>
                                <p:cTn id="19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9500"/>
                            </p:stCondLst>
                            <p:childTnLst>
                              <p:par>
                                <p:cTn id="19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20000"/>
                            </p:stCondLst>
                            <p:childTnLst>
                              <p:par>
                                <p:cTn id="2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0500"/>
                            </p:stCondLst>
                            <p:childTnLst>
                              <p:par>
                                <p:cTn id="20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1000"/>
                            </p:stCondLst>
                            <p:childTnLst>
                              <p:par>
                                <p:cTn id="2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21500"/>
                            </p:stCondLst>
                            <p:childTnLst>
                              <p:par>
                                <p:cTn id="2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22000"/>
                            </p:stCondLst>
                            <p:childTnLst>
                              <p:par>
                                <p:cTn id="2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2500"/>
                            </p:stCondLst>
                            <p:childTnLst>
                              <p:par>
                                <p:cTn id="2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23000"/>
                            </p:stCondLst>
                            <p:childTnLst>
                              <p:par>
                                <p:cTn id="2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23500"/>
                            </p:stCondLst>
                            <p:childTnLst>
                              <p:par>
                                <p:cTn id="2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24000"/>
                            </p:stCondLst>
                            <p:childTnLst>
                              <p:par>
                                <p:cTn id="2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8" grpId="0"/>
      <p:bldP spid="40" grpId="0"/>
      <p:bldP spid="41" grpId="0"/>
      <p:bldP spid="50" grpId="0"/>
      <p:bldP spid="51" grpId="0"/>
      <p:bldP spid="52" grpId="0"/>
      <p:bldP spid="53" grpId="0"/>
      <p:bldP spid="92" grpId="0" animBg="1"/>
      <p:bldP spid="1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应用前景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1" name="Rounded Rectangle 3"/>
          <p:cNvSpPr/>
          <p:nvPr/>
        </p:nvSpPr>
        <p:spPr>
          <a:xfrm>
            <a:off x="3702050" y="1304585"/>
            <a:ext cx="914400" cy="914400"/>
          </a:xfrm>
          <a:prstGeom prst="roundRect">
            <a:avLst>
              <a:gd name="adj" fmla="val 50000"/>
            </a:avLst>
          </a:prstGeom>
          <a:blipFill rotWithShape="1">
            <a:blip r:embed="rId4" cstate="print"/>
            <a:srcRect/>
            <a:stretch>
              <a:fillRect l="-25000" r="-25000"/>
            </a:stretch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ounded Rectangle 4"/>
          <p:cNvSpPr/>
          <p:nvPr/>
        </p:nvSpPr>
        <p:spPr>
          <a:xfrm>
            <a:off x="6781800" y="1304585"/>
            <a:ext cx="914400" cy="914400"/>
          </a:xfrm>
          <a:prstGeom prst="roundRect">
            <a:avLst>
              <a:gd name="adj" fmla="val 50000"/>
            </a:avLst>
          </a:prstGeom>
          <a:blipFill rotWithShape="1">
            <a:blip r:embed="rId5" cstate="print"/>
            <a:srcRect/>
            <a:stretch>
              <a:fillRect l="-20000" r="-20000"/>
            </a:stretch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5"/>
          <p:cNvSpPr/>
          <p:nvPr/>
        </p:nvSpPr>
        <p:spPr>
          <a:xfrm>
            <a:off x="3702050" y="3133385"/>
            <a:ext cx="914400" cy="914400"/>
          </a:xfrm>
          <a:prstGeom prst="roundRect">
            <a:avLst>
              <a:gd name="adj" fmla="val 50000"/>
            </a:avLst>
          </a:prstGeom>
          <a:blipFill rotWithShape="1">
            <a:blip r:embed="rId6" cstate="print"/>
            <a:srcRect/>
            <a:stretch>
              <a:fillRect l="-25000" r="-25000"/>
            </a:stretch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ounded Rectangle 6"/>
          <p:cNvSpPr/>
          <p:nvPr/>
        </p:nvSpPr>
        <p:spPr>
          <a:xfrm>
            <a:off x="6781800" y="3133385"/>
            <a:ext cx="914400" cy="914400"/>
          </a:xfrm>
          <a:prstGeom prst="roundRect">
            <a:avLst>
              <a:gd name="adj" fmla="val 50000"/>
            </a:avLst>
          </a:prstGeom>
          <a:blipFill rotWithShape="1">
            <a:blip r:embed="rId7" cstate="print"/>
            <a:srcRect/>
            <a:stretch>
              <a:fillRect l="-20000" r="-20000"/>
            </a:stretch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7"/>
          <p:cNvCxnSpPr/>
          <p:nvPr/>
        </p:nvCxnSpPr>
        <p:spPr>
          <a:xfrm flipH="1" flipV="1">
            <a:off x="4610100" y="2083745"/>
            <a:ext cx="444500" cy="222250"/>
          </a:xfrm>
          <a:prstGeom prst="line">
            <a:avLst/>
          </a:prstGeom>
          <a:ln w="38100" cap="rnd" cmpd="sng">
            <a:solidFill>
              <a:schemeClr val="bg1">
                <a:lumMod val="85000"/>
              </a:schemeClr>
            </a:solidFill>
            <a:prstDash val="solid"/>
            <a:headEnd type="none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8"/>
          <p:cNvCxnSpPr/>
          <p:nvPr/>
        </p:nvCxnSpPr>
        <p:spPr>
          <a:xfrm flipH="1">
            <a:off x="3683000" y="2699695"/>
            <a:ext cx="1295400" cy="0"/>
          </a:xfrm>
          <a:prstGeom prst="line">
            <a:avLst/>
          </a:prstGeom>
          <a:ln w="38100" cap="rnd" cmpd="sng">
            <a:solidFill>
              <a:schemeClr val="bg1">
                <a:lumMod val="85000"/>
              </a:schemeClr>
            </a:solidFill>
            <a:prstDash val="solid"/>
            <a:headEnd type="none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9"/>
          <p:cNvCxnSpPr/>
          <p:nvPr/>
        </p:nvCxnSpPr>
        <p:spPr>
          <a:xfrm flipH="1">
            <a:off x="4610100" y="3060360"/>
            <a:ext cx="444500" cy="222250"/>
          </a:xfrm>
          <a:prstGeom prst="line">
            <a:avLst/>
          </a:prstGeom>
          <a:ln w="38100" cap="rnd" cmpd="sng">
            <a:solidFill>
              <a:schemeClr val="bg1">
                <a:lumMod val="85000"/>
              </a:schemeClr>
            </a:solidFill>
            <a:prstDash val="solid"/>
            <a:headEnd type="none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10"/>
          <p:cNvCxnSpPr/>
          <p:nvPr/>
        </p:nvCxnSpPr>
        <p:spPr>
          <a:xfrm flipV="1">
            <a:off x="6362700" y="2083745"/>
            <a:ext cx="444500" cy="222250"/>
          </a:xfrm>
          <a:prstGeom prst="line">
            <a:avLst/>
          </a:prstGeom>
          <a:ln w="38100" cap="rnd" cmpd="sng">
            <a:solidFill>
              <a:schemeClr val="bg1">
                <a:lumMod val="85000"/>
              </a:schemeClr>
            </a:solidFill>
            <a:prstDash val="solid"/>
            <a:headEnd type="none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11"/>
          <p:cNvCxnSpPr/>
          <p:nvPr/>
        </p:nvCxnSpPr>
        <p:spPr>
          <a:xfrm>
            <a:off x="6419850" y="2699695"/>
            <a:ext cx="1295400" cy="0"/>
          </a:xfrm>
          <a:prstGeom prst="line">
            <a:avLst/>
          </a:prstGeom>
          <a:ln w="38100" cap="rnd" cmpd="sng">
            <a:solidFill>
              <a:schemeClr val="bg1">
                <a:lumMod val="85000"/>
              </a:schemeClr>
            </a:solidFill>
            <a:prstDash val="solid"/>
            <a:headEnd type="none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12"/>
          <p:cNvCxnSpPr/>
          <p:nvPr/>
        </p:nvCxnSpPr>
        <p:spPr>
          <a:xfrm>
            <a:off x="6362700" y="3060360"/>
            <a:ext cx="444500" cy="222250"/>
          </a:xfrm>
          <a:prstGeom prst="line">
            <a:avLst/>
          </a:prstGeom>
          <a:ln w="38100" cap="rnd" cmpd="sng">
            <a:solidFill>
              <a:schemeClr val="bg1">
                <a:lumMod val="85000"/>
              </a:schemeClr>
            </a:solidFill>
            <a:prstDash val="solid"/>
            <a:headEnd type="none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13"/>
          <p:cNvCxnSpPr/>
          <p:nvPr/>
        </p:nvCxnSpPr>
        <p:spPr>
          <a:xfrm>
            <a:off x="5705475" y="3393735"/>
            <a:ext cx="0" cy="271160"/>
          </a:xfrm>
          <a:prstGeom prst="line">
            <a:avLst/>
          </a:prstGeom>
          <a:ln w="38100" cap="rnd" cmpd="sng">
            <a:solidFill>
              <a:schemeClr val="bg1">
                <a:lumMod val="85000"/>
              </a:schemeClr>
            </a:solidFill>
            <a:prstDash val="solid"/>
            <a:headEnd type="none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14"/>
          <p:cNvCxnSpPr/>
          <p:nvPr/>
        </p:nvCxnSpPr>
        <p:spPr>
          <a:xfrm flipV="1">
            <a:off x="5705475" y="1698285"/>
            <a:ext cx="0" cy="271160"/>
          </a:xfrm>
          <a:prstGeom prst="line">
            <a:avLst/>
          </a:prstGeom>
          <a:ln w="38100" cap="rnd" cmpd="sng">
            <a:solidFill>
              <a:schemeClr val="bg1">
                <a:lumMod val="85000"/>
              </a:schemeClr>
            </a:solidFill>
            <a:prstDash val="solid"/>
            <a:headEnd type="none" w="sm" len="sm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5060950" y="2040240"/>
            <a:ext cx="1276350" cy="1276350"/>
            <a:chOff x="5060950" y="2040240"/>
            <a:chExt cx="1276350" cy="1276350"/>
          </a:xfrm>
        </p:grpSpPr>
        <p:sp>
          <p:nvSpPr>
            <p:cNvPr id="33" name="Rounded Rectangle 16"/>
            <p:cNvSpPr/>
            <p:nvPr/>
          </p:nvSpPr>
          <p:spPr>
            <a:xfrm>
              <a:off x="5060950" y="2040240"/>
              <a:ext cx="1276350" cy="1276350"/>
            </a:xfrm>
            <a:prstGeom prst="roundRect">
              <a:avLst>
                <a:gd name="adj" fmla="val 50000"/>
              </a:avLst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TextBox 18"/>
            <p:cNvSpPr txBox="1"/>
            <p:nvPr/>
          </p:nvSpPr>
          <p:spPr>
            <a:xfrm>
              <a:off x="5171055" y="2506908"/>
              <a:ext cx="10561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1600" b="1" dirty="0" smtClean="0">
                  <a:solidFill>
                    <a:srgbClr val="FFFFFF"/>
                  </a:solidFill>
                  <a:latin typeface="Roboto Condensed Regular"/>
                </a:rPr>
                <a:t>应用前景</a:t>
              </a:r>
              <a:endParaRPr lang="ko-KR" altLang="en-US" sz="1600" b="1" dirty="0">
                <a:solidFill>
                  <a:srgbClr val="FFFFFF"/>
                </a:solidFill>
                <a:latin typeface="Roboto Condensed Regular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2660650" y="2218985"/>
            <a:ext cx="914400" cy="914400"/>
            <a:chOff x="2660650" y="2218985"/>
            <a:chExt cx="914400" cy="914400"/>
          </a:xfrm>
        </p:grpSpPr>
        <p:sp>
          <p:nvSpPr>
            <p:cNvPr id="36" name="Rounded Rectangle 21"/>
            <p:cNvSpPr/>
            <p:nvPr/>
          </p:nvSpPr>
          <p:spPr>
            <a:xfrm>
              <a:off x="2660650" y="2218985"/>
              <a:ext cx="914400" cy="9144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 28"/>
            <p:cNvSpPr>
              <a:spLocks noEditPoints="1"/>
            </p:cNvSpPr>
            <p:nvPr/>
          </p:nvSpPr>
          <p:spPr bwMode="auto">
            <a:xfrm>
              <a:off x="2901657" y="2430799"/>
              <a:ext cx="415389" cy="402508"/>
            </a:xfrm>
            <a:custGeom>
              <a:avLst/>
              <a:gdLst/>
              <a:ahLst/>
              <a:cxnLst>
                <a:cxn ang="0">
                  <a:pos x="38" y="112"/>
                </a:cxn>
                <a:cxn ang="0">
                  <a:pos x="59" y="81"/>
                </a:cxn>
                <a:cxn ang="0">
                  <a:pos x="56" y="90"/>
                </a:cxn>
                <a:cxn ang="0">
                  <a:pos x="47" y="107"/>
                </a:cxn>
                <a:cxn ang="0">
                  <a:pos x="37" y="129"/>
                </a:cxn>
                <a:cxn ang="0">
                  <a:pos x="37" y="129"/>
                </a:cxn>
                <a:cxn ang="0">
                  <a:pos x="48" y="183"/>
                </a:cxn>
                <a:cxn ang="0">
                  <a:pos x="49" y="163"/>
                </a:cxn>
                <a:cxn ang="0">
                  <a:pos x="33" y="144"/>
                </a:cxn>
                <a:cxn ang="0">
                  <a:pos x="27" y="177"/>
                </a:cxn>
                <a:cxn ang="0">
                  <a:pos x="0" y="215"/>
                </a:cxn>
                <a:cxn ang="0">
                  <a:pos x="72" y="216"/>
                </a:cxn>
                <a:cxn ang="0">
                  <a:pos x="32" y="136"/>
                </a:cxn>
                <a:cxn ang="0">
                  <a:pos x="203" y="90"/>
                </a:cxn>
                <a:cxn ang="0">
                  <a:pos x="217" y="128"/>
                </a:cxn>
                <a:cxn ang="0">
                  <a:pos x="208" y="115"/>
                </a:cxn>
                <a:cxn ang="0">
                  <a:pos x="208" y="115"/>
                </a:cxn>
                <a:cxn ang="0">
                  <a:pos x="68" y="78"/>
                </a:cxn>
                <a:cxn ang="0">
                  <a:pos x="222" y="136"/>
                </a:cxn>
                <a:cxn ang="0">
                  <a:pos x="195" y="81"/>
                </a:cxn>
                <a:cxn ang="0">
                  <a:pos x="68" y="219"/>
                </a:cxn>
                <a:cxn ang="0">
                  <a:pos x="68" y="219"/>
                </a:cxn>
                <a:cxn ang="0">
                  <a:pos x="210" y="100"/>
                </a:cxn>
                <a:cxn ang="0">
                  <a:pos x="240" y="189"/>
                </a:cxn>
                <a:cxn ang="0">
                  <a:pos x="233" y="165"/>
                </a:cxn>
                <a:cxn ang="0">
                  <a:pos x="214" y="143"/>
                </a:cxn>
                <a:cxn ang="0">
                  <a:pos x="207" y="171"/>
                </a:cxn>
                <a:cxn ang="0">
                  <a:pos x="185" y="196"/>
                </a:cxn>
                <a:cxn ang="0">
                  <a:pos x="254" y="216"/>
                </a:cxn>
                <a:cxn ang="0">
                  <a:pos x="162" y="238"/>
                </a:cxn>
                <a:cxn ang="0">
                  <a:pos x="147" y="239"/>
                </a:cxn>
                <a:cxn ang="0">
                  <a:pos x="171" y="72"/>
                </a:cxn>
                <a:cxn ang="0">
                  <a:pos x="171" y="72"/>
                </a:cxn>
                <a:cxn ang="0">
                  <a:pos x="177" y="226"/>
                </a:cxn>
                <a:cxn ang="0">
                  <a:pos x="183" y="226"/>
                </a:cxn>
                <a:cxn ang="0">
                  <a:pos x="139" y="236"/>
                </a:cxn>
                <a:cxn ang="0">
                  <a:pos x="143" y="239"/>
                </a:cxn>
                <a:cxn ang="0">
                  <a:pos x="180" y="73"/>
                </a:cxn>
                <a:cxn ang="0">
                  <a:pos x="84" y="67"/>
                </a:cxn>
                <a:cxn ang="0">
                  <a:pos x="123" y="241"/>
                </a:cxn>
                <a:cxn ang="0">
                  <a:pos x="91" y="72"/>
                </a:cxn>
                <a:cxn ang="0">
                  <a:pos x="163" y="74"/>
                </a:cxn>
                <a:cxn ang="0">
                  <a:pos x="162" y="60"/>
                </a:cxn>
                <a:cxn ang="0">
                  <a:pos x="136" y="35"/>
                </a:cxn>
                <a:cxn ang="0">
                  <a:pos x="130" y="1"/>
                </a:cxn>
                <a:cxn ang="0">
                  <a:pos x="114" y="20"/>
                </a:cxn>
                <a:cxn ang="0">
                  <a:pos x="115" y="41"/>
                </a:cxn>
                <a:cxn ang="0">
                  <a:pos x="88" y="65"/>
                </a:cxn>
                <a:cxn ang="0">
                  <a:pos x="81" y="232"/>
                </a:cxn>
                <a:cxn ang="0">
                  <a:pos x="90" y="237"/>
                </a:cxn>
                <a:cxn ang="0">
                  <a:pos x="111" y="239"/>
                </a:cxn>
                <a:cxn ang="0">
                  <a:pos x="104" y="234"/>
                </a:cxn>
                <a:cxn ang="0">
                  <a:pos x="104" y="234"/>
                </a:cxn>
              </a:cxnLst>
              <a:rect l="0" t="0" r="r" b="b"/>
              <a:pathLst>
                <a:path w="254" h="245">
                  <a:moveTo>
                    <a:pt x="40" y="117"/>
                  </a:moveTo>
                  <a:cubicBezTo>
                    <a:pt x="41" y="118"/>
                    <a:pt x="42" y="118"/>
                    <a:pt x="42" y="118"/>
                  </a:cubicBezTo>
                  <a:cubicBezTo>
                    <a:pt x="44" y="118"/>
                    <a:pt x="45" y="117"/>
                    <a:pt x="46" y="115"/>
                  </a:cubicBezTo>
                  <a:cubicBezTo>
                    <a:pt x="47" y="113"/>
                    <a:pt x="46" y="111"/>
                    <a:pt x="44" y="110"/>
                  </a:cubicBezTo>
                  <a:cubicBezTo>
                    <a:pt x="41" y="109"/>
                    <a:pt x="39" y="110"/>
                    <a:pt x="38" y="112"/>
                  </a:cubicBezTo>
                  <a:cubicBezTo>
                    <a:pt x="37" y="114"/>
                    <a:pt x="38" y="117"/>
                    <a:pt x="40" y="117"/>
                  </a:cubicBezTo>
                  <a:close/>
                  <a:moveTo>
                    <a:pt x="62" y="88"/>
                  </a:moveTo>
                  <a:cubicBezTo>
                    <a:pt x="63" y="88"/>
                    <a:pt x="64" y="87"/>
                    <a:pt x="65" y="87"/>
                  </a:cubicBezTo>
                  <a:cubicBezTo>
                    <a:pt x="66" y="85"/>
                    <a:pt x="66" y="83"/>
                    <a:pt x="65" y="81"/>
                  </a:cubicBezTo>
                  <a:cubicBezTo>
                    <a:pt x="63" y="79"/>
                    <a:pt x="61" y="79"/>
                    <a:pt x="59" y="81"/>
                  </a:cubicBezTo>
                  <a:cubicBezTo>
                    <a:pt x="58" y="83"/>
                    <a:pt x="58" y="85"/>
                    <a:pt x="59" y="87"/>
                  </a:cubicBezTo>
                  <a:cubicBezTo>
                    <a:pt x="60" y="87"/>
                    <a:pt x="61" y="88"/>
                    <a:pt x="62" y="88"/>
                  </a:cubicBezTo>
                  <a:close/>
                  <a:moveTo>
                    <a:pt x="54" y="97"/>
                  </a:moveTo>
                  <a:cubicBezTo>
                    <a:pt x="55" y="97"/>
                    <a:pt x="56" y="96"/>
                    <a:pt x="57" y="95"/>
                  </a:cubicBezTo>
                  <a:cubicBezTo>
                    <a:pt x="59" y="94"/>
                    <a:pt x="58" y="91"/>
                    <a:pt x="56" y="90"/>
                  </a:cubicBezTo>
                  <a:cubicBezTo>
                    <a:pt x="55" y="88"/>
                    <a:pt x="52" y="89"/>
                    <a:pt x="51" y="91"/>
                  </a:cubicBezTo>
                  <a:cubicBezTo>
                    <a:pt x="49" y="92"/>
                    <a:pt x="50" y="95"/>
                    <a:pt x="52" y="96"/>
                  </a:cubicBezTo>
                  <a:cubicBezTo>
                    <a:pt x="52" y="97"/>
                    <a:pt x="53" y="97"/>
                    <a:pt x="54" y="97"/>
                  </a:cubicBezTo>
                  <a:close/>
                  <a:moveTo>
                    <a:pt x="45" y="106"/>
                  </a:moveTo>
                  <a:cubicBezTo>
                    <a:pt x="46" y="107"/>
                    <a:pt x="47" y="107"/>
                    <a:pt x="47" y="107"/>
                  </a:cubicBezTo>
                  <a:cubicBezTo>
                    <a:pt x="49" y="107"/>
                    <a:pt x="50" y="106"/>
                    <a:pt x="51" y="105"/>
                  </a:cubicBezTo>
                  <a:cubicBezTo>
                    <a:pt x="52" y="103"/>
                    <a:pt x="51" y="101"/>
                    <a:pt x="49" y="99"/>
                  </a:cubicBezTo>
                  <a:cubicBezTo>
                    <a:pt x="47" y="98"/>
                    <a:pt x="45" y="99"/>
                    <a:pt x="44" y="101"/>
                  </a:cubicBezTo>
                  <a:cubicBezTo>
                    <a:pt x="43" y="103"/>
                    <a:pt x="43" y="105"/>
                    <a:pt x="45" y="106"/>
                  </a:cubicBezTo>
                  <a:close/>
                  <a:moveTo>
                    <a:pt x="37" y="129"/>
                  </a:moveTo>
                  <a:cubicBezTo>
                    <a:pt x="38" y="129"/>
                    <a:pt x="38" y="129"/>
                    <a:pt x="38" y="129"/>
                  </a:cubicBezTo>
                  <a:cubicBezTo>
                    <a:pt x="40" y="129"/>
                    <a:pt x="42" y="128"/>
                    <a:pt x="42" y="126"/>
                  </a:cubicBezTo>
                  <a:cubicBezTo>
                    <a:pt x="43" y="124"/>
                    <a:pt x="41" y="122"/>
                    <a:pt x="39" y="121"/>
                  </a:cubicBezTo>
                  <a:cubicBezTo>
                    <a:pt x="37" y="121"/>
                    <a:pt x="35" y="122"/>
                    <a:pt x="34" y="124"/>
                  </a:cubicBezTo>
                  <a:cubicBezTo>
                    <a:pt x="34" y="126"/>
                    <a:pt x="35" y="128"/>
                    <a:pt x="37" y="129"/>
                  </a:cubicBezTo>
                  <a:close/>
                  <a:moveTo>
                    <a:pt x="72" y="216"/>
                  </a:moveTo>
                  <a:cubicBezTo>
                    <a:pt x="72" y="216"/>
                    <a:pt x="72" y="215"/>
                    <a:pt x="72" y="215"/>
                  </a:cubicBezTo>
                  <a:cubicBezTo>
                    <a:pt x="72" y="208"/>
                    <a:pt x="71" y="200"/>
                    <a:pt x="70" y="196"/>
                  </a:cubicBezTo>
                  <a:cubicBezTo>
                    <a:pt x="67" y="189"/>
                    <a:pt x="59" y="189"/>
                    <a:pt x="57" y="189"/>
                  </a:cubicBezTo>
                  <a:cubicBezTo>
                    <a:pt x="52" y="187"/>
                    <a:pt x="50" y="186"/>
                    <a:pt x="48" y="183"/>
                  </a:cubicBezTo>
                  <a:cubicBezTo>
                    <a:pt x="47" y="181"/>
                    <a:pt x="45" y="181"/>
                    <a:pt x="45" y="181"/>
                  </a:cubicBezTo>
                  <a:cubicBezTo>
                    <a:pt x="45" y="180"/>
                    <a:pt x="45" y="179"/>
                    <a:pt x="44" y="177"/>
                  </a:cubicBezTo>
                  <a:cubicBezTo>
                    <a:pt x="47" y="174"/>
                    <a:pt x="47" y="171"/>
                    <a:pt x="47" y="171"/>
                  </a:cubicBezTo>
                  <a:cubicBezTo>
                    <a:pt x="50" y="170"/>
                    <a:pt x="50" y="166"/>
                    <a:pt x="50" y="165"/>
                  </a:cubicBezTo>
                  <a:cubicBezTo>
                    <a:pt x="50" y="163"/>
                    <a:pt x="49" y="163"/>
                    <a:pt x="49" y="163"/>
                  </a:cubicBezTo>
                  <a:cubicBezTo>
                    <a:pt x="49" y="163"/>
                    <a:pt x="51" y="155"/>
                    <a:pt x="47" y="150"/>
                  </a:cubicBezTo>
                  <a:cubicBezTo>
                    <a:pt x="44" y="145"/>
                    <a:pt x="39" y="144"/>
                    <a:pt x="39" y="144"/>
                  </a:cubicBezTo>
                  <a:cubicBezTo>
                    <a:pt x="36" y="144"/>
                    <a:pt x="36" y="144"/>
                    <a:pt x="36" y="144"/>
                  </a:cubicBezTo>
                  <a:cubicBezTo>
                    <a:pt x="36" y="144"/>
                    <a:pt x="33" y="143"/>
                    <a:pt x="32" y="143"/>
                  </a:cubicBezTo>
                  <a:cubicBezTo>
                    <a:pt x="32" y="143"/>
                    <a:pt x="32" y="144"/>
                    <a:pt x="33" y="144"/>
                  </a:cubicBezTo>
                  <a:cubicBezTo>
                    <a:pt x="33" y="144"/>
                    <a:pt x="28" y="145"/>
                    <a:pt x="24" y="150"/>
                  </a:cubicBezTo>
                  <a:cubicBezTo>
                    <a:pt x="21" y="155"/>
                    <a:pt x="23" y="163"/>
                    <a:pt x="23" y="163"/>
                  </a:cubicBezTo>
                  <a:cubicBezTo>
                    <a:pt x="23" y="163"/>
                    <a:pt x="22" y="163"/>
                    <a:pt x="22" y="165"/>
                  </a:cubicBezTo>
                  <a:cubicBezTo>
                    <a:pt x="21" y="166"/>
                    <a:pt x="22" y="170"/>
                    <a:pt x="24" y="171"/>
                  </a:cubicBezTo>
                  <a:cubicBezTo>
                    <a:pt x="24" y="171"/>
                    <a:pt x="25" y="174"/>
                    <a:pt x="27" y="177"/>
                  </a:cubicBezTo>
                  <a:cubicBezTo>
                    <a:pt x="27" y="179"/>
                    <a:pt x="27" y="180"/>
                    <a:pt x="26" y="181"/>
                  </a:cubicBezTo>
                  <a:cubicBezTo>
                    <a:pt x="26" y="181"/>
                    <a:pt x="25" y="181"/>
                    <a:pt x="23" y="183"/>
                  </a:cubicBezTo>
                  <a:cubicBezTo>
                    <a:pt x="22" y="186"/>
                    <a:pt x="20" y="187"/>
                    <a:pt x="14" y="189"/>
                  </a:cubicBezTo>
                  <a:cubicBezTo>
                    <a:pt x="12" y="189"/>
                    <a:pt x="5" y="189"/>
                    <a:pt x="2" y="196"/>
                  </a:cubicBezTo>
                  <a:cubicBezTo>
                    <a:pt x="1" y="200"/>
                    <a:pt x="0" y="208"/>
                    <a:pt x="0" y="215"/>
                  </a:cubicBezTo>
                  <a:cubicBezTo>
                    <a:pt x="0" y="215"/>
                    <a:pt x="0" y="216"/>
                    <a:pt x="0" y="216"/>
                  </a:cubicBezTo>
                  <a:cubicBezTo>
                    <a:pt x="0" y="216"/>
                    <a:pt x="0" y="216"/>
                    <a:pt x="0" y="216"/>
                  </a:cubicBezTo>
                  <a:cubicBezTo>
                    <a:pt x="7" y="221"/>
                    <a:pt x="18" y="226"/>
                    <a:pt x="36" y="226"/>
                  </a:cubicBezTo>
                  <a:cubicBezTo>
                    <a:pt x="54" y="226"/>
                    <a:pt x="65" y="221"/>
                    <a:pt x="72" y="216"/>
                  </a:cubicBezTo>
                  <a:cubicBezTo>
                    <a:pt x="72" y="216"/>
                    <a:pt x="72" y="216"/>
                    <a:pt x="72" y="216"/>
                  </a:cubicBezTo>
                  <a:close/>
                  <a:moveTo>
                    <a:pt x="35" y="141"/>
                  </a:moveTo>
                  <a:cubicBezTo>
                    <a:pt x="36" y="141"/>
                    <a:pt x="36" y="141"/>
                    <a:pt x="36" y="141"/>
                  </a:cubicBezTo>
                  <a:cubicBezTo>
                    <a:pt x="38" y="141"/>
                    <a:pt x="40" y="139"/>
                    <a:pt x="40" y="137"/>
                  </a:cubicBezTo>
                  <a:cubicBezTo>
                    <a:pt x="40" y="135"/>
                    <a:pt x="39" y="133"/>
                    <a:pt x="36" y="133"/>
                  </a:cubicBezTo>
                  <a:cubicBezTo>
                    <a:pt x="34" y="133"/>
                    <a:pt x="32" y="134"/>
                    <a:pt x="32" y="136"/>
                  </a:cubicBezTo>
                  <a:cubicBezTo>
                    <a:pt x="32" y="139"/>
                    <a:pt x="33" y="141"/>
                    <a:pt x="35" y="141"/>
                  </a:cubicBezTo>
                  <a:close/>
                  <a:moveTo>
                    <a:pt x="197" y="95"/>
                  </a:moveTo>
                  <a:cubicBezTo>
                    <a:pt x="197" y="96"/>
                    <a:pt x="199" y="97"/>
                    <a:pt x="200" y="97"/>
                  </a:cubicBezTo>
                  <a:cubicBezTo>
                    <a:pt x="201" y="97"/>
                    <a:pt x="202" y="96"/>
                    <a:pt x="202" y="96"/>
                  </a:cubicBezTo>
                  <a:cubicBezTo>
                    <a:pt x="204" y="94"/>
                    <a:pt x="204" y="92"/>
                    <a:pt x="203" y="90"/>
                  </a:cubicBezTo>
                  <a:cubicBezTo>
                    <a:pt x="202" y="88"/>
                    <a:pt x="199" y="88"/>
                    <a:pt x="197" y="89"/>
                  </a:cubicBezTo>
                  <a:cubicBezTo>
                    <a:pt x="196" y="91"/>
                    <a:pt x="195" y="93"/>
                    <a:pt x="197" y="95"/>
                  </a:cubicBezTo>
                  <a:close/>
                  <a:moveTo>
                    <a:pt x="212" y="126"/>
                  </a:moveTo>
                  <a:cubicBezTo>
                    <a:pt x="212" y="127"/>
                    <a:pt x="214" y="129"/>
                    <a:pt x="216" y="129"/>
                  </a:cubicBezTo>
                  <a:cubicBezTo>
                    <a:pt x="216" y="129"/>
                    <a:pt x="217" y="129"/>
                    <a:pt x="217" y="128"/>
                  </a:cubicBezTo>
                  <a:cubicBezTo>
                    <a:pt x="219" y="128"/>
                    <a:pt x="220" y="126"/>
                    <a:pt x="220" y="124"/>
                  </a:cubicBezTo>
                  <a:cubicBezTo>
                    <a:pt x="220" y="124"/>
                    <a:pt x="220" y="124"/>
                    <a:pt x="220" y="124"/>
                  </a:cubicBezTo>
                  <a:cubicBezTo>
                    <a:pt x="219" y="121"/>
                    <a:pt x="217" y="120"/>
                    <a:pt x="215" y="121"/>
                  </a:cubicBezTo>
                  <a:cubicBezTo>
                    <a:pt x="213" y="121"/>
                    <a:pt x="211" y="124"/>
                    <a:pt x="212" y="126"/>
                  </a:cubicBezTo>
                  <a:close/>
                  <a:moveTo>
                    <a:pt x="208" y="115"/>
                  </a:moveTo>
                  <a:cubicBezTo>
                    <a:pt x="209" y="116"/>
                    <a:pt x="210" y="117"/>
                    <a:pt x="212" y="117"/>
                  </a:cubicBezTo>
                  <a:cubicBezTo>
                    <a:pt x="212" y="117"/>
                    <a:pt x="213" y="117"/>
                    <a:pt x="213" y="117"/>
                  </a:cubicBezTo>
                  <a:cubicBezTo>
                    <a:pt x="216" y="116"/>
                    <a:pt x="216" y="114"/>
                    <a:pt x="216" y="112"/>
                  </a:cubicBezTo>
                  <a:cubicBezTo>
                    <a:pt x="215" y="110"/>
                    <a:pt x="212" y="109"/>
                    <a:pt x="210" y="110"/>
                  </a:cubicBezTo>
                  <a:cubicBezTo>
                    <a:pt x="208" y="110"/>
                    <a:pt x="207" y="113"/>
                    <a:pt x="208" y="115"/>
                  </a:cubicBezTo>
                  <a:close/>
                  <a:moveTo>
                    <a:pt x="71" y="80"/>
                  </a:moveTo>
                  <a:cubicBezTo>
                    <a:pt x="72" y="80"/>
                    <a:pt x="73" y="80"/>
                    <a:pt x="73" y="79"/>
                  </a:cubicBezTo>
                  <a:cubicBezTo>
                    <a:pt x="75" y="78"/>
                    <a:pt x="75" y="75"/>
                    <a:pt x="74" y="73"/>
                  </a:cubicBezTo>
                  <a:cubicBezTo>
                    <a:pt x="73" y="72"/>
                    <a:pt x="70" y="71"/>
                    <a:pt x="68" y="73"/>
                  </a:cubicBezTo>
                  <a:cubicBezTo>
                    <a:pt x="67" y="74"/>
                    <a:pt x="66" y="77"/>
                    <a:pt x="68" y="78"/>
                  </a:cubicBezTo>
                  <a:cubicBezTo>
                    <a:pt x="69" y="79"/>
                    <a:pt x="70" y="80"/>
                    <a:pt x="71" y="80"/>
                  </a:cubicBezTo>
                  <a:close/>
                  <a:moveTo>
                    <a:pt x="214" y="137"/>
                  </a:moveTo>
                  <a:cubicBezTo>
                    <a:pt x="215" y="139"/>
                    <a:pt x="216" y="140"/>
                    <a:pt x="218" y="140"/>
                  </a:cubicBezTo>
                  <a:cubicBezTo>
                    <a:pt x="218" y="140"/>
                    <a:pt x="219" y="140"/>
                    <a:pt x="219" y="140"/>
                  </a:cubicBezTo>
                  <a:cubicBezTo>
                    <a:pt x="221" y="140"/>
                    <a:pt x="222" y="138"/>
                    <a:pt x="222" y="136"/>
                  </a:cubicBezTo>
                  <a:cubicBezTo>
                    <a:pt x="222" y="134"/>
                    <a:pt x="220" y="132"/>
                    <a:pt x="218" y="132"/>
                  </a:cubicBezTo>
                  <a:cubicBezTo>
                    <a:pt x="215" y="133"/>
                    <a:pt x="214" y="135"/>
                    <a:pt x="214" y="137"/>
                  </a:cubicBezTo>
                  <a:close/>
                  <a:moveTo>
                    <a:pt x="192" y="87"/>
                  </a:moveTo>
                  <a:cubicBezTo>
                    <a:pt x="193" y="87"/>
                    <a:pt x="194" y="87"/>
                    <a:pt x="195" y="86"/>
                  </a:cubicBezTo>
                  <a:cubicBezTo>
                    <a:pt x="196" y="85"/>
                    <a:pt x="196" y="82"/>
                    <a:pt x="195" y="81"/>
                  </a:cubicBezTo>
                  <a:cubicBezTo>
                    <a:pt x="195" y="81"/>
                    <a:pt x="195" y="81"/>
                    <a:pt x="195" y="81"/>
                  </a:cubicBezTo>
                  <a:cubicBezTo>
                    <a:pt x="193" y="79"/>
                    <a:pt x="191" y="79"/>
                    <a:pt x="189" y="81"/>
                  </a:cubicBezTo>
                  <a:cubicBezTo>
                    <a:pt x="187" y="82"/>
                    <a:pt x="188" y="85"/>
                    <a:pt x="189" y="86"/>
                  </a:cubicBezTo>
                  <a:cubicBezTo>
                    <a:pt x="190" y="87"/>
                    <a:pt x="191" y="87"/>
                    <a:pt x="192" y="87"/>
                  </a:cubicBezTo>
                  <a:close/>
                  <a:moveTo>
                    <a:pt x="68" y="219"/>
                  </a:moveTo>
                  <a:cubicBezTo>
                    <a:pt x="67" y="221"/>
                    <a:pt x="67" y="224"/>
                    <a:pt x="69" y="225"/>
                  </a:cubicBezTo>
                  <a:cubicBezTo>
                    <a:pt x="69" y="226"/>
                    <a:pt x="70" y="226"/>
                    <a:pt x="71" y="226"/>
                  </a:cubicBezTo>
                  <a:cubicBezTo>
                    <a:pt x="72" y="226"/>
                    <a:pt x="74" y="225"/>
                    <a:pt x="74" y="224"/>
                  </a:cubicBezTo>
                  <a:cubicBezTo>
                    <a:pt x="76" y="222"/>
                    <a:pt x="75" y="220"/>
                    <a:pt x="74" y="219"/>
                  </a:cubicBezTo>
                  <a:cubicBezTo>
                    <a:pt x="72" y="217"/>
                    <a:pt x="69" y="218"/>
                    <a:pt x="68" y="219"/>
                  </a:cubicBezTo>
                  <a:close/>
                  <a:moveTo>
                    <a:pt x="203" y="104"/>
                  </a:moveTo>
                  <a:cubicBezTo>
                    <a:pt x="204" y="106"/>
                    <a:pt x="205" y="106"/>
                    <a:pt x="207" y="106"/>
                  </a:cubicBezTo>
                  <a:cubicBezTo>
                    <a:pt x="207" y="106"/>
                    <a:pt x="208" y="106"/>
                    <a:pt x="209" y="106"/>
                  </a:cubicBezTo>
                  <a:cubicBezTo>
                    <a:pt x="210" y="105"/>
                    <a:pt x="211" y="102"/>
                    <a:pt x="210" y="100"/>
                  </a:cubicBezTo>
                  <a:cubicBezTo>
                    <a:pt x="210" y="100"/>
                    <a:pt x="210" y="100"/>
                    <a:pt x="210" y="100"/>
                  </a:cubicBezTo>
                  <a:cubicBezTo>
                    <a:pt x="209" y="99"/>
                    <a:pt x="206" y="98"/>
                    <a:pt x="205" y="99"/>
                  </a:cubicBezTo>
                  <a:cubicBezTo>
                    <a:pt x="203" y="100"/>
                    <a:pt x="202" y="103"/>
                    <a:pt x="203" y="104"/>
                  </a:cubicBezTo>
                  <a:close/>
                  <a:moveTo>
                    <a:pt x="254" y="215"/>
                  </a:moveTo>
                  <a:cubicBezTo>
                    <a:pt x="254" y="208"/>
                    <a:pt x="253" y="200"/>
                    <a:pt x="252" y="196"/>
                  </a:cubicBezTo>
                  <a:cubicBezTo>
                    <a:pt x="249" y="189"/>
                    <a:pt x="242" y="189"/>
                    <a:pt x="240" y="189"/>
                  </a:cubicBezTo>
                  <a:cubicBezTo>
                    <a:pt x="234" y="187"/>
                    <a:pt x="232" y="186"/>
                    <a:pt x="231" y="183"/>
                  </a:cubicBezTo>
                  <a:cubicBezTo>
                    <a:pt x="229" y="181"/>
                    <a:pt x="228" y="181"/>
                    <a:pt x="228" y="181"/>
                  </a:cubicBezTo>
                  <a:cubicBezTo>
                    <a:pt x="227" y="180"/>
                    <a:pt x="227" y="179"/>
                    <a:pt x="227" y="177"/>
                  </a:cubicBezTo>
                  <a:cubicBezTo>
                    <a:pt x="229" y="174"/>
                    <a:pt x="230" y="171"/>
                    <a:pt x="230" y="171"/>
                  </a:cubicBezTo>
                  <a:cubicBezTo>
                    <a:pt x="232" y="170"/>
                    <a:pt x="233" y="166"/>
                    <a:pt x="233" y="165"/>
                  </a:cubicBezTo>
                  <a:cubicBezTo>
                    <a:pt x="232" y="163"/>
                    <a:pt x="232" y="163"/>
                    <a:pt x="232" y="163"/>
                  </a:cubicBezTo>
                  <a:cubicBezTo>
                    <a:pt x="232" y="163"/>
                    <a:pt x="233" y="155"/>
                    <a:pt x="230" y="150"/>
                  </a:cubicBezTo>
                  <a:cubicBezTo>
                    <a:pt x="227" y="145"/>
                    <a:pt x="222" y="144"/>
                    <a:pt x="222" y="144"/>
                  </a:cubicBezTo>
                  <a:cubicBezTo>
                    <a:pt x="218" y="144"/>
                    <a:pt x="218" y="144"/>
                    <a:pt x="218" y="144"/>
                  </a:cubicBezTo>
                  <a:cubicBezTo>
                    <a:pt x="218" y="144"/>
                    <a:pt x="215" y="143"/>
                    <a:pt x="214" y="143"/>
                  </a:cubicBezTo>
                  <a:cubicBezTo>
                    <a:pt x="214" y="143"/>
                    <a:pt x="215" y="144"/>
                    <a:pt x="215" y="144"/>
                  </a:cubicBezTo>
                  <a:cubicBezTo>
                    <a:pt x="215" y="144"/>
                    <a:pt x="210" y="145"/>
                    <a:pt x="207" y="150"/>
                  </a:cubicBezTo>
                  <a:cubicBezTo>
                    <a:pt x="204" y="155"/>
                    <a:pt x="205" y="163"/>
                    <a:pt x="205" y="163"/>
                  </a:cubicBezTo>
                  <a:cubicBezTo>
                    <a:pt x="205" y="163"/>
                    <a:pt x="204" y="163"/>
                    <a:pt x="204" y="165"/>
                  </a:cubicBezTo>
                  <a:cubicBezTo>
                    <a:pt x="204" y="166"/>
                    <a:pt x="205" y="170"/>
                    <a:pt x="207" y="171"/>
                  </a:cubicBezTo>
                  <a:cubicBezTo>
                    <a:pt x="207" y="171"/>
                    <a:pt x="207" y="174"/>
                    <a:pt x="210" y="177"/>
                  </a:cubicBezTo>
                  <a:cubicBezTo>
                    <a:pt x="210" y="179"/>
                    <a:pt x="209" y="180"/>
                    <a:pt x="209" y="181"/>
                  </a:cubicBezTo>
                  <a:cubicBezTo>
                    <a:pt x="209" y="181"/>
                    <a:pt x="207" y="181"/>
                    <a:pt x="206" y="183"/>
                  </a:cubicBezTo>
                  <a:cubicBezTo>
                    <a:pt x="204" y="186"/>
                    <a:pt x="203" y="187"/>
                    <a:pt x="197" y="189"/>
                  </a:cubicBezTo>
                  <a:cubicBezTo>
                    <a:pt x="195" y="189"/>
                    <a:pt x="187" y="189"/>
                    <a:pt x="185" y="196"/>
                  </a:cubicBezTo>
                  <a:cubicBezTo>
                    <a:pt x="183" y="200"/>
                    <a:pt x="183" y="208"/>
                    <a:pt x="183" y="215"/>
                  </a:cubicBezTo>
                  <a:cubicBezTo>
                    <a:pt x="183" y="215"/>
                    <a:pt x="183" y="216"/>
                    <a:pt x="183" y="216"/>
                  </a:cubicBezTo>
                  <a:cubicBezTo>
                    <a:pt x="183" y="216"/>
                    <a:pt x="183" y="216"/>
                    <a:pt x="183" y="216"/>
                  </a:cubicBezTo>
                  <a:cubicBezTo>
                    <a:pt x="189" y="221"/>
                    <a:pt x="201" y="226"/>
                    <a:pt x="218" y="226"/>
                  </a:cubicBezTo>
                  <a:cubicBezTo>
                    <a:pt x="236" y="226"/>
                    <a:pt x="247" y="221"/>
                    <a:pt x="254" y="216"/>
                  </a:cubicBezTo>
                  <a:cubicBezTo>
                    <a:pt x="254" y="216"/>
                    <a:pt x="254" y="216"/>
                    <a:pt x="254" y="216"/>
                  </a:cubicBezTo>
                  <a:cubicBezTo>
                    <a:pt x="254" y="216"/>
                    <a:pt x="254" y="215"/>
                    <a:pt x="254" y="215"/>
                  </a:cubicBezTo>
                  <a:close/>
                  <a:moveTo>
                    <a:pt x="161" y="230"/>
                  </a:moveTo>
                  <a:cubicBezTo>
                    <a:pt x="159" y="231"/>
                    <a:pt x="158" y="233"/>
                    <a:pt x="159" y="235"/>
                  </a:cubicBezTo>
                  <a:cubicBezTo>
                    <a:pt x="159" y="237"/>
                    <a:pt x="161" y="238"/>
                    <a:pt x="162" y="238"/>
                  </a:cubicBezTo>
                  <a:cubicBezTo>
                    <a:pt x="163" y="238"/>
                    <a:pt x="163" y="238"/>
                    <a:pt x="164" y="237"/>
                  </a:cubicBezTo>
                  <a:cubicBezTo>
                    <a:pt x="166" y="237"/>
                    <a:pt x="167" y="234"/>
                    <a:pt x="166" y="232"/>
                  </a:cubicBezTo>
                  <a:cubicBezTo>
                    <a:pt x="165" y="230"/>
                    <a:pt x="163" y="229"/>
                    <a:pt x="161" y="230"/>
                  </a:cubicBezTo>
                  <a:close/>
                  <a:moveTo>
                    <a:pt x="150" y="234"/>
                  </a:moveTo>
                  <a:cubicBezTo>
                    <a:pt x="148" y="234"/>
                    <a:pt x="147" y="236"/>
                    <a:pt x="147" y="239"/>
                  </a:cubicBezTo>
                  <a:cubicBezTo>
                    <a:pt x="148" y="240"/>
                    <a:pt x="149" y="242"/>
                    <a:pt x="151" y="242"/>
                  </a:cubicBezTo>
                  <a:cubicBezTo>
                    <a:pt x="151" y="242"/>
                    <a:pt x="152" y="242"/>
                    <a:pt x="152" y="241"/>
                  </a:cubicBezTo>
                  <a:cubicBezTo>
                    <a:pt x="154" y="241"/>
                    <a:pt x="155" y="239"/>
                    <a:pt x="155" y="237"/>
                  </a:cubicBezTo>
                  <a:cubicBezTo>
                    <a:pt x="154" y="234"/>
                    <a:pt x="152" y="233"/>
                    <a:pt x="150" y="234"/>
                  </a:cubicBezTo>
                  <a:close/>
                  <a:moveTo>
                    <a:pt x="171" y="72"/>
                  </a:moveTo>
                  <a:cubicBezTo>
                    <a:pt x="171" y="73"/>
                    <a:pt x="172" y="73"/>
                    <a:pt x="173" y="73"/>
                  </a:cubicBezTo>
                  <a:cubicBezTo>
                    <a:pt x="174" y="73"/>
                    <a:pt x="176" y="72"/>
                    <a:pt x="176" y="71"/>
                  </a:cubicBezTo>
                  <a:cubicBezTo>
                    <a:pt x="177" y="69"/>
                    <a:pt x="177" y="67"/>
                    <a:pt x="175" y="65"/>
                  </a:cubicBezTo>
                  <a:cubicBezTo>
                    <a:pt x="173" y="64"/>
                    <a:pt x="170" y="65"/>
                    <a:pt x="169" y="67"/>
                  </a:cubicBezTo>
                  <a:cubicBezTo>
                    <a:pt x="168" y="69"/>
                    <a:pt x="169" y="71"/>
                    <a:pt x="171" y="72"/>
                  </a:cubicBezTo>
                  <a:close/>
                  <a:moveTo>
                    <a:pt x="171" y="225"/>
                  </a:moveTo>
                  <a:cubicBezTo>
                    <a:pt x="169" y="226"/>
                    <a:pt x="169" y="228"/>
                    <a:pt x="170" y="230"/>
                  </a:cubicBezTo>
                  <a:cubicBezTo>
                    <a:pt x="170" y="232"/>
                    <a:pt x="172" y="232"/>
                    <a:pt x="173" y="232"/>
                  </a:cubicBezTo>
                  <a:cubicBezTo>
                    <a:pt x="174" y="232"/>
                    <a:pt x="174" y="232"/>
                    <a:pt x="175" y="232"/>
                  </a:cubicBezTo>
                  <a:cubicBezTo>
                    <a:pt x="177" y="231"/>
                    <a:pt x="178" y="228"/>
                    <a:pt x="177" y="226"/>
                  </a:cubicBezTo>
                  <a:cubicBezTo>
                    <a:pt x="175" y="224"/>
                    <a:pt x="173" y="224"/>
                    <a:pt x="171" y="225"/>
                  </a:cubicBezTo>
                  <a:close/>
                  <a:moveTo>
                    <a:pt x="181" y="219"/>
                  </a:moveTo>
                  <a:cubicBezTo>
                    <a:pt x="181" y="219"/>
                    <a:pt x="181" y="219"/>
                    <a:pt x="181" y="219"/>
                  </a:cubicBezTo>
                  <a:cubicBezTo>
                    <a:pt x="179" y="220"/>
                    <a:pt x="179" y="222"/>
                    <a:pt x="180" y="224"/>
                  </a:cubicBezTo>
                  <a:cubicBezTo>
                    <a:pt x="181" y="225"/>
                    <a:pt x="182" y="226"/>
                    <a:pt x="183" y="226"/>
                  </a:cubicBezTo>
                  <a:cubicBezTo>
                    <a:pt x="184" y="226"/>
                    <a:pt x="185" y="225"/>
                    <a:pt x="186" y="225"/>
                  </a:cubicBezTo>
                  <a:cubicBezTo>
                    <a:pt x="186" y="225"/>
                    <a:pt x="186" y="225"/>
                    <a:pt x="186" y="225"/>
                  </a:cubicBezTo>
                  <a:cubicBezTo>
                    <a:pt x="187" y="224"/>
                    <a:pt x="188" y="221"/>
                    <a:pt x="186" y="219"/>
                  </a:cubicBezTo>
                  <a:cubicBezTo>
                    <a:pt x="185" y="217"/>
                    <a:pt x="182" y="217"/>
                    <a:pt x="181" y="219"/>
                  </a:cubicBezTo>
                  <a:close/>
                  <a:moveTo>
                    <a:pt x="139" y="236"/>
                  </a:moveTo>
                  <a:cubicBezTo>
                    <a:pt x="136" y="236"/>
                    <a:pt x="135" y="238"/>
                    <a:pt x="135" y="240"/>
                  </a:cubicBezTo>
                  <a:cubicBezTo>
                    <a:pt x="135" y="242"/>
                    <a:pt x="137" y="244"/>
                    <a:pt x="139" y="244"/>
                  </a:cubicBezTo>
                  <a:cubicBezTo>
                    <a:pt x="139" y="244"/>
                    <a:pt x="140" y="244"/>
                    <a:pt x="140" y="244"/>
                  </a:cubicBezTo>
                  <a:cubicBezTo>
                    <a:pt x="140" y="244"/>
                    <a:pt x="140" y="244"/>
                    <a:pt x="140" y="244"/>
                  </a:cubicBezTo>
                  <a:cubicBezTo>
                    <a:pt x="142" y="244"/>
                    <a:pt x="143" y="242"/>
                    <a:pt x="143" y="239"/>
                  </a:cubicBezTo>
                  <a:cubicBezTo>
                    <a:pt x="143" y="237"/>
                    <a:pt x="141" y="236"/>
                    <a:pt x="139" y="236"/>
                  </a:cubicBezTo>
                  <a:close/>
                  <a:moveTo>
                    <a:pt x="183" y="80"/>
                  </a:moveTo>
                  <a:cubicBezTo>
                    <a:pt x="184" y="80"/>
                    <a:pt x="185" y="79"/>
                    <a:pt x="186" y="78"/>
                  </a:cubicBezTo>
                  <a:cubicBezTo>
                    <a:pt x="187" y="76"/>
                    <a:pt x="187" y="74"/>
                    <a:pt x="185" y="72"/>
                  </a:cubicBezTo>
                  <a:cubicBezTo>
                    <a:pt x="183" y="71"/>
                    <a:pt x="181" y="71"/>
                    <a:pt x="180" y="73"/>
                  </a:cubicBezTo>
                  <a:cubicBezTo>
                    <a:pt x="178" y="75"/>
                    <a:pt x="179" y="77"/>
                    <a:pt x="180" y="79"/>
                  </a:cubicBezTo>
                  <a:cubicBezTo>
                    <a:pt x="181" y="79"/>
                    <a:pt x="182" y="80"/>
                    <a:pt x="183" y="80"/>
                  </a:cubicBezTo>
                  <a:close/>
                  <a:moveTo>
                    <a:pt x="81" y="73"/>
                  </a:moveTo>
                  <a:cubicBezTo>
                    <a:pt x="82" y="73"/>
                    <a:pt x="82" y="73"/>
                    <a:pt x="83" y="73"/>
                  </a:cubicBezTo>
                  <a:cubicBezTo>
                    <a:pt x="85" y="72"/>
                    <a:pt x="85" y="69"/>
                    <a:pt x="84" y="67"/>
                  </a:cubicBezTo>
                  <a:cubicBezTo>
                    <a:pt x="83" y="65"/>
                    <a:pt x="81" y="65"/>
                    <a:pt x="79" y="66"/>
                  </a:cubicBezTo>
                  <a:cubicBezTo>
                    <a:pt x="77" y="67"/>
                    <a:pt x="76" y="69"/>
                    <a:pt x="77" y="71"/>
                  </a:cubicBezTo>
                  <a:cubicBezTo>
                    <a:pt x="78" y="73"/>
                    <a:pt x="80" y="73"/>
                    <a:pt x="81" y="73"/>
                  </a:cubicBezTo>
                  <a:close/>
                  <a:moveTo>
                    <a:pt x="127" y="237"/>
                  </a:moveTo>
                  <a:cubicBezTo>
                    <a:pt x="125" y="237"/>
                    <a:pt x="123" y="239"/>
                    <a:pt x="123" y="241"/>
                  </a:cubicBezTo>
                  <a:cubicBezTo>
                    <a:pt x="123" y="243"/>
                    <a:pt x="125" y="245"/>
                    <a:pt x="127" y="245"/>
                  </a:cubicBezTo>
                  <a:cubicBezTo>
                    <a:pt x="129" y="245"/>
                    <a:pt x="131" y="243"/>
                    <a:pt x="131" y="241"/>
                  </a:cubicBezTo>
                  <a:cubicBezTo>
                    <a:pt x="131" y="238"/>
                    <a:pt x="129" y="237"/>
                    <a:pt x="127" y="237"/>
                  </a:cubicBezTo>
                  <a:close/>
                  <a:moveTo>
                    <a:pt x="91" y="68"/>
                  </a:moveTo>
                  <a:cubicBezTo>
                    <a:pt x="91" y="69"/>
                    <a:pt x="91" y="71"/>
                    <a:pt x="91" y="72"/>
                  </a:cubicBezTo>
                  <a:cubicBezTo>
                    <a:pt x="91" y="73"/>
                    <a:pt x="91" y="73"/>
                    <a:pt x="91" y="74"/>
                  </a:cubicBezTo>
                  <a:cubicBezTo>
                    <a:pt x="91" y="74"/>
                    <a:pt x="91" y="74"/>
                    <a:pt x="91" y="74"/>
                  </a:cubicBezTo>
                  <a:cubicBezTo>
                    <a:pt x="98" y="78"/>
                    <a:pt x="109" y="83"/>
                    <a:pt x="127" y="83"/>
                  </a:cubicBezTo>
                  <a:cubicBezTo>
                    <a:pt x="145" y="83"/>
                    <a:pt x="156" y="78"/>
                    <a:pt x="163" y="74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3" y="73"/>
                    <a:pt x="163" y="73"/>
                    <a:pt x="163" y="72"/>
                  </a:cubicBezTo>
                  <a:cubicBezTo>
                    <a:pt x="163" y="71"/>
                    <a:pt x="163" y="69"/>
                    <a:pt x="163" y="68"/>
                  </a:cubicBezTo>
                  <a:cubicBezTo>
                    <a:pt x="164" y="67"/>
                    <a:pt x="165" y="66"/>
                    <a:pt x="166" y="65"/>
                  </a:cubicBezTo>
                  <a:cubicBezTo>
                    <a:pt x="167" y="63"/>
                    <a:pt x="166" y="61"/>
                    <a:pt x="164" y="60"/>
                  </a:cubicBezTo>
                  <a:cubicBezTo>
                    <a:pt x="163" y="60"/>
                    <a:pt x="163" y="60"/>
                    <a:pt x="162" y="60"/>
                  </a:cubicBezTo>
                  <a:cubicBezTo>
                    <a:pt x="162" y="57"/>
                    <a:pt x="161" y="55"/>
                    <a:pt x="161" y="53"/>
                  </a:cubicBezTo>
                  <a:cubicBezTo>
                    <a:pt x="158" y="47"/>
                    <a:pt x="151" y="47"/>
                    <a:pt x="149" y="46"/>
                  </a:cubicBezTo>
                  <a:cubicBezTo>
                    <a:pt x="143" y="44"/>
                    <a:pt x="141" y="43"/>
                    <a:pt x="140" y="41"/>
                  </a:cubicBezTo>
                  <a:cubicBezTo>
                    <a:pt x="138" y="38"/>
                    <a:pt x="136" y="38"/>
                    <a:pt x="136" y="38"/>
                  </a:cubicBezTo>
                  <a:cubicBezTo>
                    <a:pt x="136" y="37"/>
                    <a:pt x="136" y="36"/>
                    <a:pt x="136" y="35"/>
                  </a:cubicBezTo>
                  <a:cubicBezTo>
                    <a:pt x="138" y="32"/>
                    <a:pt x="139" y="28"/>
                    <a:pt x="139" y="28"/>
                  </a:cubicBezTo>
                  <a:cubicBezTo>
                    <a:pt x="141" y="27"/>
                    <a:pt x="142" y="23"/>
                    <a:pt x="141" y="22"/>
                  </a:cubicBezTo>
                  <a:cubicBezTo>
                    <a:pt x="141" y="20"/>
                    <a:pt x="140" y="20"/>
                    <a:pt x="140" y="20"/>
                  </a:cubicBezTo>
                  <a:cubicBezTo>
                    <a:pt x="140" y="20"/>
                    <a:pt x="142" y="12"/>
                    <a:pt x="139" y="7"/>
                  </a:cubicBezTo>
                  <a:cubicBezTo>
                    <a:pt x="135" y="2"/>
                    <a:pt x="130" y="1"/>
                    <a:pt x="130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4" y="1"/>
                    <a:pt x="123" y="0"/>
                  </a:cubicBezTo>
                  <a:cubicBezTo>
                    <a:pt x="123" y="0"/>
                    <a:pt x="123" y="1"/>
                    <a:pt x="124" y="1"/>
                  </a:cubicBezTo>
                  <a:cubicBezTo>
                    <a:pt x="124" y="1"/>
                    <a:pt x="119" y="2"/>
                    <a:pt x="116" y="7"/>
                  </a:cubicBezTo>
                  <a:cubicBezTo>
                    <a:pt x="112" y="12"/>
                    <a:pt x="114" y="20"/>
                    <a:pt x="114" y="20"/>
                  </a:cubicBezTo>
                  <a:cubicBezTo>
                    <a:pt x="114" y="20"/>
                    <a:pt x="113" y="20"/>
                    <a:pt x="113" y="22"/>
                  </a:cubicBezTo>
                  <a:cubicBezTo>
                    <a:pt x="113" y="23"/>
                    <a:pt x="113" y="27"/>
                    <a:pt x="116" y="28"/>
                  </a:cubicBezTo>
                  <a:cubicBezTo>
                    <a:pt x="116" y="28"/>
                    <a:pt x="116" y="32"/>
                    <a:pt x="119" y="35"/>
                  </a:cubicBezTo>
                  <a:cubicBezTo>
                    <a:pt x="118" y="36"/>
                    <a:pt x="118" y="37"/>
                    <a:pt x="118" y="38"/>
                  </a:cubicBezTo>
                  <a:cubicBezTo>
                    <a:pt x="118" y="38"/>
                    <a:pt x="116" y="38"/>
                    <a:pt x="115" y="41"/>
                  </a:cubicBezTo>
                  <a:cubicBezTo>
                    <a:pt x="113" y="43"/>
                    <a:pt x="111" y="44"/>
                    <a:pt x="106" y="46"/>
                  </a:cubicBezTo>
                  <a:cubicBezTo>
                    <a:pt x="104" y="47"/>
                    <a:pt x="96" y="47"/>
                    <a:pt x="93" y="53"/>
                  </a:cubicBezTo>
                  <a:cubicBezTo>
                    <a:pt x="93" y="55"/>
                    <a:pt x="92" y="57"/>
                    <a:pt x="92" y="60"/>
                  </a:cubicBezTo>
                  <a:cubicBezTo>
                    <a:pt x="91" y="60"/>
                    <a:pt x="91" y="60"/>
                    <a:pt x="90" y="60"/>
                  </a:cubicBezTo>
                  <a:cubicBezTo>
                    <a:pt x="88" y="61"/>
                    <a:pt x="87" y="63"/>
                    <a:pt x="88" y="65"/>
                  </a:cubicBezTo>
                  <a:cubicBezTo>
                    <a:pt x="89" y="67"/>
                    <a:pt x="90" y="68"/>
                    <a:pt x="91" y="68"/>
                  </a:cubicBezTo>
                  <a:close/>
                  <a:moveTo>
                    <a:pt x="83" y="225"/>
                  </a:moveTo>
                  <a:cubicBezTo>
                    <a:pt x="81" y="224"/>
                    <a:pt x="79" y="225"/>
                    <a:pt x="78" y="226"/>
                  </a:cubicBezTo>
                  <a:cubicBezTo>
                    <a:pt x="77" y="228"/>
                    <a:pt x="77" y="231"/>
                    <a:pt x="79" y="232"/>
                  </a:cubicBezTo>
                  <a:cubicBezTo>
                    <a:pt x="80" y="232"/>
                    <a:pt x="81" y="232"/>
                    <a:pt x="81" y="232"/>
                  </a:cubicBezTo>
                  <a:cubicBezTo>
                    <a:pt x="83" y="232"/>
                    <a:pt x="84" y="232"/>
                    <a:pt x="85" y="230"/>
                  </a:cubicBezTo>
                  <a:cubicBezTo>
                    <a:pt x="86" y="229"/>
                    <a:pt x="85" y="226"/>
                    <a:pt x="83" y="225"/>
                  </a:cubicBezTo>
                  <a:close/>
                  <a:moveTo>
                    <a:pt x="94" y="230"/>
                  </a:moveTo>
                  <a:cubicBezTo>
                    <a:pt x="91" y="229"/>
                    <a:pt x="89" y="230"/>
                    <a:pt x="88" y="232"/>
                  </a:cubicBezTo>
                  <a:cubicBezTo>
                    <a:pt x="87" y="234"/>
                    <a:pt x="88" y="237"/>
                    <a:pt x="90" y="237"/>
                  </a:cubicBezTo>
                  <a:cubicBezTo>
                    <a:pt x="91" y="238"/>
                    <a:pt x="91" y="238"/>
                    <a:pt x="92" y="238"/>
                  </a:cubicBezTo>
                  <a:cubicBezTo>
                    <a:pt x="94" y="238"/>
                    <a:pt x="95" y="237"/>
                    <a:pt x="96" y="235"/>
                  </a:cubicBezTo>
                  <a:cubicBezTo>
                    <a:pt x="97" y="233"/>
                    <a:pt x="96" y="231"/>
                    <a:pt x="94" y="230"/>
                  </a:cubicBezTo>
                  <a:close/>
                  <a:moveTo>
                    <a:pt x="116" y="236"/>
                  </a:moveTo>
                  <a:cubicBezTo>
                    <a:pt x="114" y="236"/>
                    <a:pt x="112" y="237"/>
                    <a:pt x="111" y="239"/>
                  </a:cubicBezTo>
                  <a:cubicBezTo>
                    <a:pt x="111" y="242"/>
                    <a:pt x="112" y="244"/>
                    <a:pt x="115" y="244"/>
                  </a:cubicBezTo>
                  <a:cubicBezTo>
                    <a:pt x="115" y="244"/>
                    <a:pt x="115" y="244"/>
                    <a:pt x="115" y="244"/>
                  </a:cubicBezTo>
                  <a:cubicBezTo>
                    <a:pt x="117" y="244"/>
                    <a:pt x="119" y="242"/>
                    <a:pt x="119" y="240"/>
                  </a:cubicBezTo>
                  <a:cubicBezTo>
                    <a:pt x="119" y="238"/>
                    <a:pt x="118" y="236"/>
                    <a:pt x="116" y="236"/>
                  </a:cubicBezTo>
                  <a:close/>
                  <a:moveTo>
                    <a:pt x="104" y="234"/>
                  </a:moveTo>
                  <a:cubicBezTo>
                    <a:pt x="102" y="233"/>
                    <a:pt x="100" y="234"/>
                    <a:pt x="100" y="237"/>
                  </a:cubicBezTo>
                  <a:cubicBezTo>
                    <a:pt x="99" y="239"/>
                    <a:pt x="100" y="241"/>
                    <a:pt x="102" y="241"/>
                  </a:cubicBezTo>
                  <a:cubicBezTo>
                    <a:pt x="103" y="242"/>
                    <a:pt x="103" y="242"/>
                    <a:pt x="103" y="242"/>
                  </a:cubicBezTo>
                  <a:cubicBezTo>
                    <a:pt x="105" y="242"/>
                    <a:pt x="107" y="240"/>
                    <a:pt x="107" y="239"/>
                  </a:cubicBezTo>
                  <a:cubicBezTo>
                    <a:pt x="108" y="237"/>
                    <a:pt x="107" y="234"/>
                    <a:pt x="104" y="23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241924" y="720385"/>
            <a:ext cx="914400" cy="914400"/>
            <a:chOff x="5241924" y="720385"/>
            <a:chExt cx="914400" cy="914400"/>
          </a:xfrm>
        </p:grpSpPr>
        <p:sp>
          <p:nvSpPr>
            <p:cNvPr id="38" name="Rounded Rectangle 24"/>
            <p:cNvSpPr/>
            <p:nvPr/>
          </p:nvSpPr>
          <p:spPr>
            <a:xfrm>
              <a:off x="5241924" y="720385"/>
              <a:ext cx="914400" cy="914400"/>
            </a:xfrm>
            <a:prstGeom prst="roundRect">
              <a:avLst>
                <a:gd name="adj" fmla="val 50000"/>
              </a:avLst>
            </a:prstGeom>
            <a:solidFill>
              <a:srgbClr val="3ABE9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 53"/>
            <p:cNvSpPr>
              <a:spLocks noEditPoints="1"/>
            </p:cNvSpPr>
            <p:nvPr/>
          </p:nvSpPr>
          <p:spPr bwMode="auto">
            <a:xfrm>
              <a:off x="5563259" y="1019028"/>
              <a:ext cx="284431" cy="317115"/>
            </a:xfrm>
            <a:custGeom>
              <a:avLst/>
              <a:gdLst/>
              <a:ahLst/>
              <a:cxnLst>
                <a:cxn ang="0">
                  <a:pos x="171" y="47"/>
                </a:cxn>
                <a:cxn ang="0">
                  <a:pos x="177" y="36"/>
                </a:cxn>
                <a:cxn ang="0">
                  <a:pos x="179" y="38"/>
                </a:cxn>
                <a:cxn ang="0">
                  <a:pos x="184" y="38"/>
                </a:cxn>
                <a:cxn ang="0">
                  <a:pos x="188" y="35"/>
                </a:cxn>
                <a:cxn ang="0">
                  <a:pos x="193" y="28"/>
                </a:cxn>
                <a:cxn ang="0">
                  <a:pos x="190" y="19"/>
                </a:cxn>
                <a:cxn ang="0">
                  <a:pos x="161" y="2"/>
                </a:cxn>
                <a:cxn ang="0">
                  <a:pos x="152" y="4"/>
                </a:cxn>
                <a:cxn ang="0">
                  <a:pos x="148" y="11"/>
                </a:cxn>
                <a:cxn ang="0">
                  <a:pos x="147" y="16"/>
                </a:cxn>
                <a:cxn ang="0">
                  <a:pos x="150" y="20"/>
                </a:cxn>
                <a:cxn ang="0">
                  <a:pos x="152" y="22"/>
                </a:cxn>
                <a:cxn ang="0">
                  <a:pos x="146" y="32"/>
                </a:cxn>
                <a:cxn ang="0">
                  <a:pos x="106" y="24"/>
                </a:cxn>
                <a:cxn ang="0">
                  <a:pos x="65" y="32"/>
                </a:cxn>
                <a:cxn ang="0">
                  <a:pos x="59" y="22"/>
                </a:cxn>
                <a:cxn ang="0">
                  <a:pos x="62" y="20"/>
                </a:cxn>
                <a:cxn ang="0">
                  <a:pos x="65" y="16"/>
                </a:cxn>
                <a:cxn ang="0">
                  <a:pos x="64" y="11"/>
                </a:cxn>
                <a:cxn ang="0">
                  <a:pos x="60" y="4"/>
                </a:cxn>
                <a:cxn ang="0">
                  <a:pos x="51" y="2"/>
                </a:cxn>
                <a:cxn ang="0">
                  <a:pos x="21" y="19"/>
                </a:cxn>
                <a:cxn ang="0">
                  <a:pos x="19" y="28"/>
                </a:cxn>
                <a:cxn ang="0">
                  <a:pos x="23" y="35"/>
                </a:cxn>
                <a:cxn ang="0">
                  <a:pos x="27" y="38"/>
                </a:cxn>
                <a:cxn ang="0">
                  <a:pos x="32" y="38"/>
                </a:cxn>
                <a:cxn ang="0">
                  <a:pos x="34" y="36"/>
                </a:cxn>
                <a:cxn ang="0">
                  <a:pos x="40" y="47"/>
                </a:cxn>
                <a:cxn ang="0">
                  <a:pos x="0" y="129"/>
                </a:cxn>
                <a:cxn ang="0">
                  <a:pos x="106" y="235"/>
                </a:cxn>
                <a:cxn ang="0">
                  <a:pos x="211" y="129"/>
                </a:cxn>
                <a:cxn ang="0">
                  <a:pos x="171" y="47"/>
                </a:cxn>
                <a:cxn ang="0">
                  <a:pos x="106" y="214"/>
                </a:cxn>
                <a:cxn ang="0">
                  <a:pos x="21" y="129"/>
                </a:cxn>
                <a:cxn ang="0">
                  <a:pos x="106" y="44"/>
                </a:cxn>
                <a:cxn ang="0">
                  <a:pos x="191" y="129"/>
                </a:cxn>
                <a:cxn ang="0">
                  <a:pos x="106" y="214"/>
                </a:cxn>
                <a:cxn ang="0">
                  <a:pos x="115" y="130"/>
                </a:cxn>
                <a:cxn ang="0">
                  <a:pos x="115" y="129"/>
                </a:cxn>
                <a:cxn ang="0">
                  <a:pos x="115" y="82"/>
                </a:cxn>
                <a:cxn ang="0">
                  <a:pos x="106" y="73"/>
                </a:cxn>
                <a:cxn ang="0">
                  <a:pos x="97" y="82"/>
                </a:cxn>
                <a:cxn ang="0">
                  <a:pos x="97" y="129"/>
                </a:cxn>
                <a:cxn ang="0">
                  <a:pos x="106" y="138"/>
                </a:cxn>
                <a:cxn ang="0">
                  <a:pos x="107" y="138"/>
                </a:cxn>
                <a:cxn ang="0">
                  <a:pos x="149" y="180"/>
                </a:cxn>
                <a:cxn ang="0">
                  <a:pos x="153" y="182"/>
                </a:cxn>
                <a:cxn ang="0">
                  <a:pos x="157" y="180"/>
                </a:cxn>
                <a:cxn ang="0">
                  <a:pos x="157" y="173"/>
                </a:cxn>
                <a:cxn ang="0">
                  <a:pos x="115" y="130"/>
                </a:cxn>
              </a:cxnLst>
              <a:rect l="0" t="0" r="r" b="b"/>
              <a:pathLst>
                <a:path w="211" h="235">
                  <a:moveTo>
                    <a:pt x="171" y="47"/>
                  </a:moveTo>
                  <a:cubicBezTo>
                    <a:pt x="177" y="36"/>
                    <a:pt x="177" y="36"/>
                    <a:pt x="177" y="36"/>
                  </a:cubicBezTo>
                  <a:cubicBezTo>
                    <a:pt x="179" y="38"/>
                    <a:pt x="179" y="38"/>
                    <a:pt x="179" y="38"/>
                  </a:cubicBezTo>
                  <a:cubicBezTo>
                    <a:pt x="181" y="38"/>
                    <a:pt x="183" y="39"/>
                    <a:pt x="184" y="38"/>
                  </a:cubicBezTo>
                  <a:cubicBezTo>
                    <a:pt x="186" y="38"/>
                    <a:pt x="188" y="37"/>
                    <a:pt x="188" y="35"/>
                  </a:cubicBezTo>
                  <a:cubicBezTo>
                    <a:pt x="193" y="28"/>
                    <a:pt x="193" y="28"/>
                    <a:pt x="193" y="28"/>
                  </a:cubicBezTo>
                  <a:cubicBezTo>
                    <a:pt x="195" y="25"/>
                    <a:pt x="194" y="21"/>
                    <a:pt x="190" y="19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158" y="0"/>
                    <a:pt x="154" y="1"/>
                    <a:pt x="152" y="4"/>
                  </a:cubicBezTo>
                  <a:cubicBezTo>
                    <a:pt x="148" y="11"/>
                    <a:pt x="148" y="11"/>
                    <a:pt x="148" y="11"/>
                  </a:cubicBezTo>
                  <a:cubicBezTo>
                    <a:pt x="147" y="13"/>
                    <a:pt x="147" y="15"/>
                    <a:pt x="147" y="16"/>
                  </a:cubicBezTo>
                  <a:cubicBezTo>
                    <a:pt x="147" y="18"/>
                    <a:pt x="149" y="19"/>
                    <a:pt x="150" y="20"/>
                  </a:cubicBezTo>
                  <a:cubicBezTo>
                    <a:pt x="152" y="22"/>
                    <a:pt x="152" y="22"/>
                    <a:pt x="152" y="22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34" y="27"/>
                    <a:pt x="120" y="24"/>
                    <a:pt x="106" y="24"/>
                  </a:cubicBezTo>
                  <a:cubicBezTo>
                    <a:pt x="91" y="24"/>
                    <a:pt x="78" y="27"/>
                    <a:pt x="65" y="32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3" y="19"/>
                    <a:pt x="64" y="18"/>
                    <a:pt x="65" y="16"/>
                  </a:cubicBezTo>
                  <a:cubicBezTo>
                    <a:pt x="65" y="15"/>
                    <a:pt x="65" y="13"/>
                    <a:pt x="64" y="11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8" y="1"/>
                    <a:pt x="54" y="0"/>
                    <a:pt x="51" y="2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18" y="21"/>
                    <a:pt x="17" y="25"/>
                    <a:pt x="19" y="28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4" y="37"/>
                    <a:pt x="25" y="38"/>
                    <a:pt x="27" y="38"/>
                  </a:cubicBezTo>
                  <a:cubicBezTo>
                    <a:pt x="29" y="39"/>
                    <a:pt x="31" y="38"/>
                    <a:pt x="32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16" y="66"/>
                    <a:pt x="0" y="96"/>
                    <a:pt x="0" y="129"/>
                  </a:cubicBezTo>
                  <a:cubicBezTo>
                    <a:pt x="0" y="187"/>
                    <a:pt x="48" y="235"/>
                    <a:pt x="106" y="235"/>
                  </a:cubicBezTo>
                  <a:cubicBezTo>
                    <a:pt x="164" y="235"/>
                    <a:pt x="211" y="187"/>
                    <a:pt x="211" y="129"/>
                  </a:cubicBezTo>
                  <a:cubicBezTo>
                    <a:pt x="211" y="96"/>
                    <a:pt x="196" y="66"/>
                    <a:pt x="171" y="47"/>
                  </a:cubicBezTo>
                  <a:close/>
                  <a:moveTo>
                    <a:pt x="106" y="214"/>
                  </a:moveTo>
                  <a:cubicBezTo>
                    <a:pt x="59" y="214"/>
                    <a:pt x="21" y="176"/>
                    <a:pt x="21" y="129"/>
                  </a:cubicBezTo>
                  <a:cubicBezTo>
                    <a:pt x="21" y="82"/>
                    <a:pt x="59" y="44"/>
                    <a:pt x="106" y="44"/>
                  </a:cubicBezTo>
                  <a:cubicBezTo>
                    <a:pt x="153" y="44"/>
                    <a:pt x="191" y="82"/>
                    <a:pt x="191" y="129"/>
                  </a:cubicBezTo>
                  <a:cubicBezTo>
                    <a:pt x="191" y="176"/>
                    <a:pt x="153" y="214"/>
                    <a:pt x="106" y="214"/>
                  </a:cubicBezTo>
                  <a:close/>
                  <a:moveTo>
                    <a:pt x="115" y="130"/>
                  </a:moveTo>
                  <a:cubicBezTo>
                    <a:pt x="115" y="130"/>
                    <a:pt x="115" y="130"/>
                    <a:pt x="115" y="129"/>
                  </a:cubicBezTo>
                  <a:cubicBezTo>
                    <a:pt x="115" y="82"/>
                    <a:pt x="115" y="82"/>
                    <a:pt x="115" y="82"/>
                  </a:cubicBezTo>
                  <a:cubicBezTo>
                    <a:pt x="115" y="77"/>
                    <a:pt x="111" y="73"/>
                    <a:pt x="106" y="73"/>
                  </a:cubicBezTo>
                  <a:cubicBezTo>
                    <a:pt x="101" y="73"/>
                    <a:pt x="97" y="77"/>
                    <a:pt x="97" y="82"/>
                  </a:cubicBezTo>
                  <a:cubicBezTo>
                    <a:pt x="97" y="129"/>
                    <a:pt x="97" y="129"/>
                    <a:pt x="97" y="129"/>
                  </a:cubicBezTo>
                  <a:cubicBezTo>
                    <a:pt x="97" y="134"/>
                    <a:pt x="101" y="138"/>
                    <a:pt x="106" y="138"/>
                  </a:cubicBezTo>
                  <a:cubicBezTo>
                    <a:pt x="106" y="138"/>
                    <a:pt x="107" y="138"/>
                    <a:pt x="107" y="138"/>
                  </a:cubicBezTo>
                  <a:cubicBezTo>
                    <a:pt x="149" y="180"/>
                    <a:pt x="149" y="180"/>
                    <a:pt x="149" y="180"/>
                  </a:cubicBezTo>
                  <a:cubicBezTo>
                    <a:pt x="150" y="181"/>
                    <a:pt x="152" y="182"/>
                    <a:pt x="153" y="182"/>
                  </a:cubicBezTo>
                  <a:cubicBezTo>
                    <a:pt x="155" y="182"/>
                    <a:pt x="156" y="181"/>
                    <a:pt x="157" y="180"/>
                  </a:cubicBezTo>
                  <a:cubicBezTo>
                    <a:pt x="159" y="178"/>
                    <a:pt x="159" y="175"/>
                    <a:pt x="157" y="173"/>
                  </a:cubicBezTo>
                  <a:lnTo>
                    <a:pt x="115" y="13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835900" y="2218985"/>
            <a:ext cx="914400" cy="914400"/>
            <a:chOff x="7835900" y="2218985"/>
            <a:chExt cx="914400" cy="914400"/>
          </a:xfrm>
        </p:grpSpPr>
        <p:sp>
          <p:nvSpPr>
            <p:cNvPr id="40" name="Rounded Rectangle 28"/>
            <p:cNvSpPr/>
            <p:nvPr/>
          </p:nvSpPr>
          <p:spPr>
            <a:xfrm>
              <a:off x="7835900" y="2218985"/>
              <a:ext cx="914400" cy="914400"/>
            </a:xfrm>
            <a:prstGeom prst="roundRect">
              <a:avLst>
                <a:gd name="adj" fmla="val 50000"/>
              </a:avLst>
            </a:prstGeom>
            <a:solidFill>
              <a:srgbClr val="01C4B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Freeform 48"/>
            <p:cNvSpPr>
              <a:spLocks noEditPoints="1"/>
            </p:cNvSpPr>
            <p:nvPr/>
          </p:nvSpPr>
          <p:spPr bwMode="auto">
            <a:xfrm>
              <a:off x="8172651" y="2501764"/>
              <a:ext cx="240898" cy="352483"/>
            </a:xfrm>
            <a:custGeom>
              <a:avLst/>
              <a:gdLst/>
              <a:ahLst/>
              <a:cxnLst>
                <a:cxn ang="0">
                  <a:pos x="76" y="31"/>
                </a:cxn>
                <a:cxn ang="0">
                  <a:pos x="80" y="27"/>
                </a:cxn>
                <a:cxn ang="0">
                  <a:pos x="76" y="23"/>
                </a:cxn>
                <a:cxn ang="0">
                  <a:pos x="23" y="76"/>
                </a:cxn>
                <a:cxn ang="0">
                  <a:pos x="27" y="80"/>
                </a:cxn>
                <a:cxn ang="0">
                  <a:pos x="31" y="76"/>
                </a:cxn>
                <a:cxn ang="0">
                  <a:pos x="76" y="31"/>
                </a:cxn>
                <a:cxn ang="0">
                  <a:pos x="44" y="192"/>
                </a:cxn>
                <a:cxn ang="0">
                  <a:pos x="45" y="203"/>
                </a:cxn>
                <a:cxn ang="0">
                  <a:pos x="56" y="209"/>
                </a:cxn>
                <a:cxn ang="0">
                  <a:pos x="57" y="216"/>
                </a:cxn>
                <a:cxn ang="0">
                  <a:pos x="76" y="221"/>
                </a:cxn>
                <a:cxn ang="0">
                  <a:pos x="95" y="216"/>
                </a:cxn>
                <a:cxn ang="0">
                  <a:pos x="96" y="209"/>
                </a:cxn>
                <a:cxn ang="0">
                  <a:pos x="106" y="203"/>
                </a:cxn>
                <a:cxn ang="0">
                  <a:pos x="108" y="192"/>
                </a:cxn>
                <a:cxn ang="0">
                  <a:pos x="76" y="197"/>
                </a:cxn>
                <a:cxn ang="0">
                  <a:pos x="44" y="192"/>
                </a:cxn>
                <a:cxn ang="0">
                  <a:pos x="41" y="170"/>
                </a:cxn>
                <a:cxn ang="0">
                  <a:pos x="42" y="182"/>
                </a:cxn>
                <a:cxn ang="0">
                  <a:pos x="76" y="188"/>
                </a:cxn>
                <a:cxn ang="0">
                  <a:pos x="109" y="182"/>
                </a:cxn>
                <a:cxn ang="0">
                  <a:pos x="111" y="170"/>
                </a:cxn>
                <a:cxn ang="0">
                  <a:pos x="76" y="177"/>
                </a:cxn>
                <a:cxn ang="0">
                  <a:pos x="41" y="170"/>
                </a:cxn>
                <a:cxn ang="0">
                  <a:pos x="76" y="0"/>
                </a:cxn>
                <a:cxn ang="0">
                  <a:pos x="0" y="76"/>
                </a:cxn>
                <a:cxn ang="0">
                  <a:pos x="36" y="141"/>
                </a:cxn>
                <a:cxn ang="0">
                  <a:pos x="39" y="160"/>
                </a:cxn>
                <a:cxn ang="0">
                  <a:pos x="76" y="168"/>
                </a:cxn>
                <a:cxn ang="0">
                  <a:pos x="113" y="160"/>
                </a:cxn>
                <a:cxn ang="0">
                  <a:pos x="115" y="141"/>
                </a:cxn>
                <a:cxn ang="0">
                  <a:pos x="152" y="76"/>
                </a:cxn>
                <a:cxn ang="0">
                  <a:pos x="76" y="0"/>
                </a:cxn>
                <a:cxn ang="0">
                  <a:pos x="104" y="132"/>
                </a:cxn>
                <a:cxn ang="0">
                  <a:pos x="102" y="150"/>
                </a:cxn>
                <a:cxn ang="0">
                  <a:pos x="76" y="154"/>
                </a:cxn>
                <a:cxn ang="0">
                  <a:pos x="50" y="150"/>
                </a:cxn>
                <a:cxn ang="0">
                  <a:pos x="48" y="132"/>
                </a:cxn>
                <a:cxn ang="0">
                  <a:pos x="13" y="76"/>
                </a:cxn>
                <a:cxn ang="0">
                  <a:pos x="76" y="14"/>
                </a:cxn>
                <a:cxn ang="0">
                  <a:pos x="139" y="76"/>
                </a:cxn>
                <a:cxn ang="0">
                  <a:pos x="104" y="132"/>
                </a:cxn>
                <a:cxn ang="0">
                  <a:pos x="93" y="104"/>
                </a:cxn>
                <a:cxn ang="0">
                  <a:pos x="76" y="74"/>
                </a:cxn>
                <a:cxn ang="0">
                  <a:pos x="59" y="104"/>
                </a:cxn>
                <a:cxn ang="0">
                  <a:pos x="52" y="89"/>
                </a:cxn>
                <a:cxn ang="0">
                  <a:pos x="41" y="94"/>
                </a:cxn>
                <a:cxn ang="0">
                  <a:pos x="58" y="131"/>
                </a:cxn>
                <a:cxn ang="0">
                  <a:pos x="76" y="98"/>
                </a:cxn>
                <a:cxn ang="0">
                  <a:pos x="94" y="131"/>
                </a:cxn>
                <a:cxn ang="0">
                  <a:pos x="111" y="94"/>
                </a:cxn>
                <a:cxn ang="0">
                  <a:pos x="100" y="89"/>
                </a:cxn>
                <a:cxn ang="0">
                  <a:pos x="93" y="104"/>
                </a:cxn>
              </a:cxnLst>
              <a:rect l="0" t="0" r="r" b="b"/>
              <a:pathLst>
                <a:path w="152" h="221">
                  <a:moveTo>
                    <a:pt x="76" y="31"/>
                  </a:moveTo>
                  <a:cubicBezTo>
                    <a:pt x="78" y="31"/>
                    <a:pt x="80" y="30"/>
                    <a:pt x="80" y="27"/>
                  </a:cubicBezTo>
                  <a:cubicBezTo>
                    <a:pt x="80" y="25"/>
                    <a:pt x="78" y="23"/>
                    <a:pt x="76" y="23"/>
                  </a:cubicBezTo>
                  <a:cubicBezTo>
                    <a:pt x="47" y="23"/>
                    <a:pt x="23" y="47"/>
                    <a:pt x="23" y="76"/>
                  </a:cubicBezTo>
                  <a:cubicBezTo>
                    <a:pt x="23" y="78"/>
                    <a:pt x="25" y="80"/>
                    <a:pt x="27" y="80"/>
                  </a:cubicBezTo>
                  <a:cubicBezTo>
                    <a:pt x="29" y="80"/>
                    <a:pt x="31" y="78"/>
                    <a:pt x="31" y="76"/>
                  </a:cubicBezTo>
                  <a:cubicBezTo>
                    <a:pt x="31" y="52"/>
                    <a:pt x="51" y="31"/>
                    <a:pt x="76" y="31"/>
                  </a:cubicBezTo>
                  <a:close/>
                  <a:moveTo>
                    <a:pt x="44" y="192"/>
                  </a:moveTo>
                  <a:cubicBezTo>
                    <a:pt x="45" y="203"/>
                    <a:pt x="45" y="203"/>
                    <a:pt x="45" y="203"/>
                  </a:cubicBezTo>
                  <a:cubicBezTo>
                    <a:pt x="45" y="203"/>
                    <a:pt x="48" y="207"/>
                    <a:pt x="56" y="209"/>
                  </a:cubicBezTo>
                  <a:cubicBezTo>
                    <a:pt x="57" y="216"/>
                    <a:pt x="57" y="216"/>
                    <a:pt x="57" y="216"/>
                  </a:cubicBezTo>
                  <a:cubicBezTo>
                    <a:pt x="57" y="216"/>
                    <a:pt x="61" y="221"/>
                    <a:pt x="76" y="221"/>
                  </a:cubicBezTo>
                  <a:cubicBezTo>
                    <a:pt x="91" y="221"/>
                    <a:pt x="95" y="216"/>
                    <a:pt x="95" y="216"/>
                  </a:cubicBezTo>
                  <a:cubicBezTo>
                    <a:pt x="96" y="209"/>
                    <a:pt x="96" y="209"/>
                    <a:pt x="96" y="209"/>
                  </a:cubicBezTo>
                  <a:cubicBezTo>
                    <a:pt x="104" y="207"/>
                    <a:pt x="106" y="203"/>
                    <a:pt x="106" y="203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98" y="195"/>
                    <a:pt x="87" y="197"/>
                    <a:pt x="76" y="197"/>
                  </a:cubicBezTo>
                  <a:cubicBezTo>
                    <a:pt x="64" y="197"/>
                    <a:pt x="54" y="195"/>
                    <a:pt x="44" y="192"/>
                  </a:cubicBezTo>
                  <a:close/>
                  <a:moveTo>
                    <a:pt x="41" y="170"/>
                  </a:moveTo>
                  <a:cubicBezTo>
                    <a:pt x="42" y="182"/>
                    <a:pt x="42" y="182"/>
                    <a:pt x="42" y="182"/>
                  </a:cubicBezTo>
                  <a:cubicBezTo>
                    <a:pt x="52" y="186"/>
                    <a:pt x="64" y="188"/>
                    <a:pt x="76" y="188"/>
                  </a:cubicBezTo>
                  <a:cubicBezTo>
                    <a:pt x="88" y="188"/>
                    <a:pt x="99" y="186"/>
                    <a:pt x="109" y="182"/>
                  </a:cubicBezTo>
                  <a:cubicBezTo>
                    <a:pt x="111" y="170"/>
                    <a:pt x="111" y="170"/>
                    <a:pt x="111" y="170"/>
                  </a:cubicBezTo>
                  <a:cubicBezTo>
                    <a:pt x="100" y="174"/>
                    <a:pt x="89" y="177"/>
                    <a:pt x="76" y="177"/>
                  </a:cubicBezTo>
                  <a:cubicBezTo>
                    <a:pt x="63" y="177"/>
                    <a:pt x="51" y="174"/>
                    <a:pt x="41" y="170"/>
                  </a:cubicBezTo>
                  <a:close/>
                  <a:moveTo>
                    <a:pt x="76" y="0"/>
                  </a:moveTo>
                  <a:cubicBezTo>
                    <a:pt x="34" y="0"/>
                    <a:pt x="0" y="34"/>
                    <a:pt x="0" y="76"/>
                  </a:cubicBezTo>
                  <a:cubicBezTo>
                    <a:pt x="0" y="104"/>
                    <a:pt x="15" y="128"/>
                    <a:pt x="36" y="141"/>
                  </a:cubicBezTo>
                  <a:cubicBezTo>
                    <a:pt x="39" y="160"/>
                    <a:pt x="39" y="160"/>
                    <a:pt x="39" y="160"/>
                  </a:cubicBezTo>
                  <a:cubicBezTo>
                    <a:pt x="50" y="165"/>
                    <a:pt x="63" y="168"/>
                    <a:pt x="76" y="168"/>
                  </a:cubicBezTo>
                  <a:cubicBezTo>
                    <a:pt x="89" y="168"/>
                    <a:pt x="102" y="165"/>
                    <a:pt x="113" y="160"/>
                  </a:cubicBezTo>
                  <a:cubicBezTo>
                    <a:pt x="115" y="141"/>
                    <a:pt x="115" y="141"/>
                    <a:pt x="115" y="141"/>
                  </a:cubicBezTo>
                  <a:cubicBezTo>
                    <a:pt x="137" y="128"/>
                    <a:pt x="152" y="104"/>
                    <a:pt x="152" y="76"/>
                  </a:cubicBezTo>
                  <a:cubicBezTo>
                    <a:pt x="152" y="34"/>
                    <a:pt x="118" y="0"/>
                    <a:pt x="76" y="0"/>
                  </a:cubicBezTo>
                  <a:close/>
                  <a:moveTo>
                    <a:pt x="104" y="132"/>
                  </a:moveTo>
                  <a:cubicBezTo>
                    <a:pt x="102" y="150"/>
                    <a:pt x="102" y="150"/>
                    <a:pt x="102" y="150"/>
                  </a:cubicBezTo>
                  <a:cubicBezTo>
                    <a:pt x="102" y="150"/>
                    <a:pt x="95" y="154"/>
                    <a:pt x="76" y="154"/>
                  </a:cubicBezTo>
                  <a:cubicBezTo>
                    <a:pt x="57" y="154"/>
                    <a:pt x="50" y="150"/>
                    <a:pt x="50" y="150"/>
                  </a:cubicBezTo>
                  <a:cubicBezTo>
                    <a:pt x="48" y="132"/>
                    <a:pt x="48" y="132"/>
                    <a:pt x="48" y="132"/>
                  </a:cubicBezTo>
                  <a:cubicBezTo>
                    <a:pt x="27" y="122"/>
                    <a:pt x="13" y="101"/>
                    <a:pt x="13" y="76"/>
                  </a:cubicBezTo>
                  <a:cubicBezTo>
                    <a:pt x="13" y="42"/>
                    <a:pt x="41" y="14"/>
                    <a:pt x="76" y="14"/>
                  </a:cubicBezTo>
                  <a:cubicBezTo>
                    <a:pt x="110" y="14"/>
                    <a:pt x="139" y="42"/>
                    <a:pt x="139" y="76"/>
                  </a:cubicBezTo>
                  <a:cubicBezTo>
                    <a:pt x="139" y="101"/>
                    <a:pt x="124" y="122"/>
                    <a:pt x="104" y="132"/>
                  </a:cubicBezTo>
                  <a:close/>
                  <a:moveTo>
                    <a:pt x="93" y="104"/>
                  </a:moveTo>
                  <a:cubicBezTo>
                    <a:pt x="76" y="74"/>
                    <a:pt x="76" y="74"/>
                    <a:pt x="76" y="74"/>
                  </a:cubicBezTo>
                  <a:cubicBezTo>
                    <a:pt x="59" y="104"/>
                    <a:pt x="59" y="104"/>
                    <a:pt x="59" y="104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1" y="94"/>
                    <a:pt x="41" y="94"/>
                    <a:pt x="41" y="94"/>
                  </a:cubicBezTo>
                  <a:cubicBezTo>
                    <a:pt x="58" y="131"/>
                    <a:pt x="58" y="131"/>
                    <a:pt x="58" y="131"/>
                  </a:cubicBezTo>
                  <a:cubicBezTo>
                    <a:pt x="76" y="98"/>
                    <a:pt x="76" y="98"/>
                    <a:pt x="76" y="98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111" y="94"/>
                    <a:pt x="111" y="94"/>
                    <a:pt x="111" y="94"/>
                  </a:cubicBezTo>
                  <a:cubicBezTo>
                    <a:pt x="100" y="89"/>
                    <a:pt x="100" y="89"/>
                    <a:pt x="100" y="89"/>
                  </a:cubicBezTo>
                  <a:lnTo>
                    <a:pt x="93" y="10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241925" y="3722045"/>
            <a:ext cx="914400" cy="914400"/>
            <a:chOff x="5241925" y="3722045"/>
            <a:chExt cx="914400" cy="914400"/>
          </a:xfrm>
        </p:grpSpPr>
        <p:sp>
          <p:nvSpPr>
            <p:cNvPr id="42" name="Rounded Rectangle 31"/>
            <p:cNvSpPr/>
            <p:nvPr/>
          </p:nvSpPr>
          <p:spPr>
            <a:xfrm>
              <a:off x="5241925" y="3722045"/>
              <a:ext cx="914400" cy="914400"/>
            </a:xfrm>
            <a:prstGeom prst="roundRect">
              <a:avLst>
                <a:gd name="adj" fmla="val 50000"/>
              </a:avLst>
            </a:prstGeom>
            <a:solidFill>
              <a:srgbClr val="ED657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 39"/>
            <p:cNvSpPr>
              <a:spLocks noEditPoints="1"/>
            </p:cNvSpPr>
            <p:nvPr/>
          </p:nvSpPr>
          <p:spPr bwMode="auto">
            <a:xfrm>
              <a:off x="5511916" y="3976588"/>
              <a:ext cx="387118" cy="385985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69" y="48"/>
                </a:cxn>
                <a:cxn ang="0">
                  <a:pos x="169" y="54"/>
                </a:cxn>
                <a:cxn ang="0">
                  <a:pos x="169" y="120"/>
                </a:cxn>
                <a:cxn ang="0">
                  <a:pos x="169" y="127"/>
                </a:cxn>
                <a:cxn ang="0">
                  <a:pos x="176" y="127"/>
                </a:cxn>
                <a:cxn ang="0">
                  <a:pos x="176" y="48"/>
                </a:cxn>
                <a:cxn ang="0">
                  <a:pos x="193" y="31"/>
                </a:cxn>
                <a:cxn ang="0">
                  <a:pos x="80" y="31"/>
                </a:cxn>
                <a:cxn ang="0">
                  <a:pos x="68" y="129"/>
                </a:cxn>
                <a:cxn ang="0">
                  <a:pos x="10" y="188"/>
                </a:cxn>
                <a:cxn ang="0">
                  <a:pos x="15" y="208"/>
                </a:cxn>
                <a:cxn ang="0">
                  <a:pos x="35" y="214"/>
                </a:cxn>
                <a:cxn ang="0">
                  <a:pos x="94" y="155"/>
                </a:cxn>
                <a:cxn ang="0">
                  <a:pos x="193" y="144"/>
                </a:cxn>
                <a:cxn ang="0">
                  <a:pos x="193" y="31"/>
                </a:cxn>
                <a:cxn ang="0">
                  <a:pos x="183" y="134"/>
                </a:cxn>
                <a:cxn ang="0">
                  <a:pos x="90" y="134"/>
                </a:cxn>
                <a:cxn ang="0">
                  <a:pos x="90" y="41"/>
                </a:cxn>
                <a:cxn ang="0">
                  <a:pos x="183" y="41"/>
                </a:cxn>
                <a:cxn ang="0">
                  <a:pos x="183" y="134"/>
                </a:cxn>
              </a:cxnLst>
              <a:rect l="0" t="0" r="r" b="b"/>
              <a:pathLst>
                <a:path w="224" h="223">
                  <a:moveTo>
                    <a:pt x="176" y="48"/>
                  </a:moveTo>
                  <a:cubicBezTo>
                    <a:pt x="174" y="46"/>
                    <a:pt x="171" y="46"/>
                    <a:pt x="169" y="48"/>
                  </a:cubicBezTo>
                  <a:cubicBezTo>
                    <a:pt x="167" y="50"/>
                    <a:pt x="167" y="53"/>
                    <a:pt x="169" y="54"/>
                  </a:cubicBezTo>
                  <a:cubicBezTo>
                    <a:pt x="187" y="73"/>
                    <a:pt x="187" y="102"/>
                    <a:pt x="169" y="120"/>
                  </a:cubicBezTo>
                  <a:cubicBezTo>
                    <a:pt x="167" y="122"/>
                    <a:pt x="167" y="125"/>
                    <a:pt x="169" y="127"/>
                  </a:cubicBezTo>
                  <a:cubicBezTo>
                    <a:pt x="171" y="129"/>
                    <a:pt x="174" y="129"/>
                    <a:pt x="176" y="127"/>
                  </a:cubicBezTo>
                  <a:cubicBezTo>
                    <a:pt x="197" y="105"/>
                    <a:pt x="197" y="70"/>
                    <a:pt x="176" y="48"/>
                  </a:cubicBezTo>
                  <a:close/>
                  <a:moveTo>
                    <a:pt x="193" y="31"/>
                  </a:moveTo>
                  <a:cubicBezTo>
                    <a:pt x="161" y="0"/>
                    <a:pt x="111" y="0"/>
                    <a:pt x="80" y="31"/>
                  </a:cubicBezTo>
                  <a:cubicBezTo>
                    <a:pt x="53" y="58"/>
                    <a:pt x="49" y="98"/>
                    <a:pt x="68" y="129"/>
                  </a:cubicBezTo>
                  <a:cubicBezTo>
                    <a:pt x="10" y="188"/>
                    <a:pt x="10" y="188"/>
                    <a:pt x="10" y="188"/>
                  </a:cubicBezTo>
                  <a:cubicBezTo>
                    <a:pt x="10" y="188"/>
                    <a:pt x="0" y="194"/>
                    <a:pt x="15" y="208"/>
                  </a:cubicBezTo>
                  <a:cubicBezTo>
                    <a:pt x="30" y="223"/>
                    <a:pt x="35" y="214"/>
                    <a:pt x="35" y="214"/>
                  </a:cubicBezTo>
                  <a:cubicBezTo>
                    <a:pt x="94" y="155"/>
                    <a:pt x="94" y="155"/>
                    <a:pt x="94" y="155"/>
                  </a:cubicBezTo>
                  <a:cubicBezTo>
                    <a:pt x="125" y="174"/>
                    <a:pt x="166" y="170"/>
                    <a:pt x="193" y="144"/>
                  </a:cubicBezTo>
                  <a:cubicBezTo>
                    <a:pt x="224" y="113"/>
                    <a:pt x="224" y="62"/>
                    <a:pt x="193" y="31"/>
                  </a:cubicBezTo>
                  <a:close/>
                  <a:moveTo>
                    <a:pt x="183" y="134"/>
                  </a:moveTo>
                  <a:cubicBezTo>
                    <a:pt x="157" y="160"/>
                    <a:pt x="115" y="160"/>
                    <a:pt x="90" y="134"/>
                  </a:cubicBezTo>
                  <a:cubicBezTo>
                    <a:pt x="64" y="108"/>
                    <a:pt x="64" y="67"/>
                    <a:pt x="90" y="41"/>
                  </a:cubicBezTo>
                  <a:cubicBezTo>
                    <a:pt x="115" y="15"/>
                    <a:pt x="157" y="15"/>
                    <a:pt x="183" y="41"/>
                  </a:cubicBezTo>
                  <a:cubicBezTo>
                    <a:pt x="208" y="67"/>
                    <a:pt x="208" y="108"/>
                    <a:pt x="183" y="13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</p:grpSp>
      <p:sp>
        <p:nvSpPr>
          <p:cNvPr id="44" name="Text Placeholder 8"/>
          <p:cNvSpPr txBox="1"/>
          <p:nvPr/>
        </p:nvSpPr>
        <p:spPr>
          <a:xfrm>
            <a:off x="273050" y="1202138"/>
            <a:ext cx="2171700" cy="2899892"/>
          </a:xfrm>
          <a:prstGeom prst="rect">
            <a:avLst/>
          </a:prstGeom>
        </p:spPr>
        <p:txBody>
          <a:bodyPr vert="horz"/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/>
              <a:buNone/>
              <a:defRPr sz="800" kern="1200" baseline="0">
                <a:solidFill>
                  <a:schemeClr val="bg1">
                    <a:lumMod val="50000"/>
                  </a:schemeClr>
                </a:solidFill>
                <a:latin typeface="Roboto condensed"/>
                <a:ea typeface="+mn-ea"/>
                <a:cs typeface="Roboto condensed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1400"/>
              </a:lnSpc>
            </a:pPr>
            <a:r>
              <a:rPr lang="zh-CN" altLang="en-US" dirty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dirty="0"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r>
              <a:rPr lang="zh-CN" altLang="en-US" dirty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dirty="0"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endParaRPr lang="zh-CN" altLang="en-US" dirty="0"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endParaRPr lang="zh-CN" altLang="en-US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5000">
        <p14:flip dir="r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50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0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0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60"/>
            <a:ext cx="9175273" cy="5143500"/>
          </a:xfrm>
          <a:prstGeom prst="rect">
            <a:avLst/>
          </a:prstGeom>
        </p:spPr>
      </p:pic>
      <p:sp>
        <p:nvSpPr>
          <p:cNvPr id="5" name="TextBox 10"/>
          <p:cNvSpPr txBox="1"/>
          <p:nvPr/>
        </p:nvSpPr>
        <p:spPr>
          <a:xfrm>
            <a:off x="1062796" y="3183868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相关建议</a:t>
            </a:r>
            <a:endParaRPr lang="ko-KR" altLang="en-US" sz="2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2923" y="1865573"/>
            <a:ext cx="141577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案例对比分析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72923" y="2348568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问题评估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72923" y="2831563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相关对策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832228" y="2466330"/>
            <a:ext cx="923724" cy="81709"/>
            <a:chOff x="3832228" y="2466330"/>
            <a:chExt cx="923724" cy="81709"/>
          </a:xfrm>
        </p:grpSpPr>
        <p:cxnSp>
          <p:nvCxnSpPr>
            <p:cNvPr id="9" name="Straight Connector 109"/>
            <p:cNvCxnSpPr/>
            <p:nvPr/>
          </p:nvCxnSpPr>
          <p:spPr>
            <a:xfrm>
              <a:off x="3832228" y="2507185"/>
              <a:ext cx="854436" cy="647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45"/>
            <p:cNvSpPr/>
            <p:nvPr/>
          </p:nvSpPr>
          <p:spPr bwMode="auto">
            <a:xfrm>
              <a:off x="4674243" y="2466330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832228" y="2510422"/>
            <a:ext cx="923724" cy="525949"/>
            <a:chOff x="3832228" y="2510422"/>
            <a:chExt cx="923724" cy="525949"/>
          </a:xfrm>
        </p:grpSpPr>
        <p:cxnSp>
          <p:nvCxnSpPr>
            <p:cNvPr id="7" name="Straight Connector 107"/>
            <p:cNvCxnSpPr/>
            <p:nvPr/>
          </p:nvCxnSpPr>
          <p:spPr>
            <a:xfrm>
              <a:off x="3832228" y="2510422"/>
              <a:ext cx="858888" cy="488921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45"/>
            <p:cNvSpPr/>
            <p:nvPr/>
          </p:nvSpPr>
          <p:spPr bwMode="auto">
            <a:xfrm>
              <a:off x="4674243" y="2954662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731240" y="1993995"/>
            <a:ext cx="1024712" cy="582247"/>
            <a:chOff x="3731240" y="1993995"/>
            <a:chExt cx="1024712" cy="582247"/>
          </a:xfrm>
        </p:grpSpPr>
        <p:cxnSp>
          <p:nvCxnSpPr>
            <p:cNvPr id="8" name="Straight Connector 108"/>
            <p:cNvCxnSpPr/>
            <p:nvPr/>
          </p:nvCxnSpPr>
          <p:spPr>
            <a:xfrm flipV="1">
              <a:off x="3832228" y="2034850"/>
              <a:ext cx="854436" cy="468053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45"/>
            <p:cNvSpPr/>
            <p:nvPr/>
          </p:nvSpPr>
          <p:spPr bwMode="auto">
            <a:xfrm>
              <a:off x="4674243" y="1993995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Oval 45"/>
            <p:cNvSpPr/>
            <p:nvPr/>
          </p:nvSpPr>
          <p:spPr bwMode="auto">
            <a:xfrm>
              <a:off x="3731240" y="2459288"/>
              <a:ext cx="116954" cy="116954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995963" y="1828100"/>
            <a:ext cx="1224136" cy="1220781"/>
            <a:chOff x="1995963" y="1828100"/>
            <a:chExt cx="1224136" cy="1220781"/>
          </a:xfrm>
        </p:grpSpPr>
        <p:sp>
          <p:nvSpPr>
            <p:cNvPr id="6" name="Oval 67"/>
            <p:cNvSpPr/>
            <p:nvPr/>
          </p:nvSpPr>
          <p:spPr bwMode="auto">
            <a:xfrm>
              <a:off x="1995963" y="1828100"/>
              <a:ext cx="1224136" cy="1220781"/>
            </a:xfrm>
            <a:prstGeom prst="ellipse">
              <a:avLst/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" name="Freeform 64"/>
            <p:cNvSpPr>
              <a:spLocks noEditPoints="1"/>
            </p:cNvSpPr>
            <p:nvPr/>
          </p:nvSpPr>
          <p:spPr bwMode="auto">
            <a:xfrm>
              <a:off x="2321829" y="2220230"/>
              <a:ext cx="598813" cy="580383"/>
            </a:xfrm>
            <a:custGeom>
              <a:avLst/>
              <a:gdLst>
                <a:gd name="T0" fmla="*/ 232773 w 133"/>
                <a:gd name="T1" fmla="*/ 0 h 127"/>
                <a:gd name="T2" fmla="*/ 16760 w 133"/>
                <a:gd name="T3" fmla="*/ 0 h 127"/>
                <a:gd name="T4" fmla="*/ 0 w 133"/>
                <a:gd name="T5" fmla="*/ 16758 h 127"/>
                <a:gd name="T6" fmla="*/ 0 w 133"/>
                <a:gd name="T7" fmla="*/ 169444 h 127"/>
                <a:gd name="T8" fmla="*/ 16760 w 133"/>
                <a:gd name="T9" fmla="*/ 186202 h 127"/>
                <a:gd name="T10" fmla="*/ 98696 w 133"/>
                <a:gd name="T11" fmla="*/ 186202 h 127"/>
                <a:gd name="T12" fmla="*/ 74488 w 133"/>
                <a:gd name="T13" fmla="*/ 219719 h 127"/>
                <a:gd name="T14" fmla="*/ 74488 w 133"/>
                <a:gd name="T15" fmla="*/ 236477 h 127"/>
                <a:gd name="T16" fmla="*/ 98696 w 133"/>
                <a:gd name="T17" fmla="*/ 236477 h 127"/>
                <a:gd name="T18" fmla="*/ 148975 w 133"/>
                <a:gd name="T19" fmla="*/ 236477 h 127"/>
                <a:gd name="T20" fmla="*/ 175046 w 133"/>
                <a:gd name="T21" fmla="*/ 236477 h 127"/>
                <a:gd name="T22" fmla="*/ 175046 w 133"/>
                <a:gd name="T23" fmla="*/ 219719 h 127"/>
                <a:gd name="T24" fmla="*/ 148975 w 133"/>
                <a:gd name="T25" fmla="*/ 186202 h 127"/>
                <a:gd name="T26" fmla="*/ 232773 w 133"/>
                <a:gd name="T27" fmla="*/ 186202 h 127"/>
                <a:gd name="T28" fmla="*/ 247671 w 133"/>
                <a:gd name="T29" fmla="*/ 169444 h 127"/>
                <a:gd name="T30" fmla="*/ 247671 w 133"/>
                <a:gd name="T31" fmla="*/ 16758 h 127"/>
                <a:gd name="T32" fmla="*/ 232773 w 133"/>
                <a:gd name="T33" fmla="*/ 0 h 127"/>
                <a:gd name="T34" fmla="*/ 111731 w 133"/>
                <a:gd name="T35" fmla="*/ 165720 h 127"/>
                <a:gd name="T36" fmla="*/ 124767 w 133"/>
                <a:gd name="T37" fmla="*/ 152686 h 127"/>
                <a:gd name="T38" fmla="*/ 139664 w 133"/>
                <a:gd name="T39" fmla="*/ 165720 h 127"/>
                <a:gd name="T40" fmla="*/ 124767 w 133"/>
                <a:gd name="T41" fmla="*/ 180616 h 127"/>
                <a:gd name="T42" fmla="*/ 111731 w 133"/>
                <a:gd name="T43" fmla="*/ 165720 h 127"/>
                <a:gd name="T44" fmla="*/ 230911 w 133"/>
                <a:gd name="T45" fmla="*/ 147100 h 127"/>
                <a:gd name="T46" fmla="*/ 18622 w 133"/>
                <a:gd name="T47" fmla="*/ 147100 h 127"/>
                <a:gd name="T48" fmla="*/ 18622 w 133"/>
                <a:gd name="T49" fmla="*/ 18620 h 127"/>
                <a:gd name="T50" fmla="*/ 230911 w 133"/>
                <a:gd name="T51" fmla="*/ 18620 h 127"/>
                <a:gd name="T52" fmla="*/ 230911 w 133"/>
                <a:gd name="T53" fmla="*/ 147100 h 12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33" h="127">
                  <a:moveTo>
                    <a:pt x="125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6"/>
                    <a:pt x="4" y="100"/>
                    <a:pt x="9" y="100"/>
                  </a:cubicBezTo>
                  <a:cubicBezTo>
                    <a:pt x="53" y="100"/>
                    <a:pt x="53" y="100"/>
                    <a:pt x="53" y="100"/>
                  </a:cubicBezTo>
                  <a:cubicBezTo>
                    <a:pt x="53" y="100"/>
                    <a:pt x="55" y="118"/>
                    <a:pt x="40" y="118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80" y="127"/>
                    <a:pt x="80" y="127"/>
                    <a:pt x="80" y="127"/>
                  </a:cubicBezTo>
                  <a:cubicBezTo>
                    <a:pt x="94" y="127"/>
                    <a:pt x="94" y="127"/>
                    <a:pt x="94" y="127"/>
                  </a:cubicBezTo>
                  <a:cubicBezTo>
                    <a:pt x="94" y="118"/>
                    <a:pt x="94" y="118"/>
                    <a:pt x="94" y="118"/>
                  </a:cubicBezTo>
                  <a:cubicBezTo>
                    <a:pt x="78" y="118"/>
                    <a:pt x="80" y="100"/>
                    <a:pt x="80" y="100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9" y="100"/>
                    <a:pt x="133" y="96"/>
                    <a:pt x="133" y="91"/>
                  </a:cubicBezTo>
                  <a:cubicBezTo>
                    <a:pt x="133" y="9"/>
                    <a:pt x="133" y="9"/>
                    <a:pt x="133" y="9"/>
                  </a:cubicBezTo>
                  <a:cubicBezTo>
                    <a:pt x="133" y="4"/>
                    <a:pt x="129" y="0"/>
                    <a:pt x="125" y="0"/>
                  </a:cubicBezTo>
                  <a:close/>
                  <a:moveTo>
                    <a:pt x="60" y="89"/>
                  </a:moveTo>
                  <a:cubicBezTo>
                    <a:pt x="60" y="85"/>
                    <a:pt x="63" y="82"/>
                    <a:pt x="67" y="82"/>
                  </a:cubicBezTo>
                  <a:cubicBezTo>
                    <a:pt x="72" y="82"/>
                    <a:pt x="75" y="85"/>
                    <a:pt x="75" y="89"/>
                  </a:cubicBezTo>
                  <a:cubicBezTo>
                    <a:pt x="75" y="94"/>
                    <a:pt x="72" y="97"/>
                    <a:pt x="67" y="97"/>
                  </a:cubicBezTo>
                  <a:cubicBezTo>
                    <a:pt x="63" y="97"/>
                    <a:pt x="60" y="94"/>
                    <a:pt x="60" y="89"/>
                  </a:cubicBezTo>
                  <a:close/>
                  <a:moveTo>
                    <a:pt x="124" y="79"/>
                  </a:moveTo>
                  <a:cubicBezTo>
                    <a:pt x="10" y="79"/>
                    <a:pt x="10" y="79"/>
                    <a:pt x="10" y="7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24" y="10"/>
                    <a:pt x="124" y="10"/>
                    <a:pt x="124" y="10"/>
                  </a:cubicBezTo>
                  <a:lnTo>
                    <a:pt x="124" y="7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5000">
        <p14:warp dir="in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50"/>
                            </p:stCondLst>
                            <p:childTnLst>
                              <p:par>
                                <p:cTn id="3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4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900"/>
                            </p:stCondLst>
                            <p:childTnLst>
                              <p:par>
                                <p:cTn id="4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49"/>
                            </p:stCondLst>
                            <p:childTnLst>
                              <p:par>
                                <p:cTn id="52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案例对比分析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52" name="Group 22"/>
          <p:cNvGrpSpPr/>
          <p:nvPr/>
        </p:nvGrpSpPr>
        <p:grpSpPr>
          <a:xfrm>
            <a:off x="606086" y="1515059"/>
            <a:ext cx="382368" cy="2339886"/>
            <a:chOff x="1461672" y="2210578"/>
            <a:chExt cx="509757" cy="3119848"/>
          </a:xfrm>
          <a:solidFill>
            <a:schemeClr val="bg1">
              <a:lumMod val="85000"/>
            </a:schemeClr>
          </a:solidFill>
        </p:grpSpPr>
        <p:sp>
          <p:nvSpPr>
            <p:cNvPr id="53" name="Rectangle 23"/>
            <p:cNvSpPr>
              <a:spLocks noChangeArrowheads="1"/>
            </p:cNvSpPr>
            <p:nvPr/>
          </p:nvSpPr>
          <p:spPr bwMode="auto">
            <a:xfrm>
              <a:off x="1461672" y="3773130"/>
              <a:ext cx="509757" cy="70069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1461672" y="2974337"/>
              <a:ext cx="509757" cy="78127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55" name="Freeform 25"/>
            <p:cNvSpPr/>
            <p:nvPr/>
          </p:nvSpPr>
          <p:spPr bwMode="auto">
            <a:xfrm>
              <a:off x="1461672" y="4491343"/>
              <a:ext cx="509757" cy="839083"/>
            </a:xfrm>
            <a:custGeom>
              <a:avLst/>
              <a:gdLst>
                <a:gd name="T0" fmla="*/ 0 w 120"/>
                <a:gd name="T1" fmla="*/ 0 h 202"/>
                <a:gd name="T2" fmla="*/ 0 w 120"/>
                <a:gd name="T3" fmla="*/ 142 h 202"/>
                <a:gd name="T4" fmla="*/ 60 w 120"/>
                <a:gd name="T5" fmla="*/ 202 h 202"/>
                <a:gd name="T6" fmla="*/ 120 w 120"/>
                <a:gd name="T7" fmla="*/ 142 h 202"/>
                <a:gd name="T8" fmla="*/ 120 w 120"/>
                <a:gd name="T9" fmla="*/ 0 h 202"/>
                <a:gd name="T10" fmla="*/ 0 w 120"/>
                <a:gd name="T11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202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175"/>
                    <a:pt x="27" y="202"/>
                    <a:pt x="60" y="202"/>
                  </a:cubicBezTo>
                  <a:cubicBezTo>
                    <a:pt x="93" y="202"/>
                    <a:pt x="120" y="175"/>
                    <a:pt x="120" y="142"/>
                  </a:cubicBezTo>
                  <a:cubicBezTo>
                    <a:pt x="120" y="0"/>
                    <a:pt x="120" y="0"/>
                    <a:pt x="12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56" name="Freeform 26"/>
            <p:cNvSpPr/>
            <p:nvPr/>
          </p:nvSpPr>
          <p:spPr bwMode="auto">
            <a:xfrm>
              <a:off x="1461672" y="2210578"/>
              <a:ext cx="509757" cy="747991"/>
            </a:xfrm>
            <a:custGeom>
              <a:avLst/>
              <a:gdLst>
                <a:gd name="T0" fmla="*/ 120 w 120"/>
                <a:gd name="T1" fmla="*/ 180 h 180"/>
                <a:gd name="T2" fmla="*/ 120 w 120"/>
                <a:gd name="T3" fmla="*/ 60 h 180"/>
                <a:gd name="T4" fmla="*/ 60 w 120"/>
                <a:gd name="T5" fmla="*/ 0 h 180"/>
                <a:gd name="T6" fmla="*/ 0 w 120"/>
                <a:gd name="T7" fmla="*/ 60 h 180"/>
                <a:gd name="T8" fmla="*/ 0 w 120"/>
                <a:gd name="T9" fmla="*/ 180 h 180"/>
                <a:gd name="T10" fmla="*/ 120 w 120"/>
                <a:gd name="T11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80">
                  <a:moveTo>
                    <a:pt x="120" y="180"/>
                  </a:move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180"/>
                    <a:pt x="0" y="180"/>
                    <a:pt x="0" y="180"/>
                  </a:cubicBezTo>
                  <a:lnTo>
                    <a:pt x="120" y="1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57" name="Freeform 31"/>
          <p:cNvSpPr/>
          <p:nvPr/>
        </p:nvSpPr>
        <p:spPr bwMode="auto">
          <a:xfrm>
            <a:off x="602535" y="2956322"/>
            <a:ext cx="382241" cy="222647"/>
          </a:xfrm>
          <a:custGeom>
            <a:avLst/>
            <a:gdLst>
              <a:gd name="T0" fmla="*/ 509756 w 120"/>
              <a:gd name="T1" fmla="*/ 258953 h 69"/>
              <a:gd name="T2" fmla="*/ 254878 w 120"/>
              <a:gd name="T3" fmla="*/ 0 h 69"/>
              <a:gd name="T4" fmla="*/ 0 w 120"/>
              <a:gd name="T5" fmla="*/ 258953 h 69"/>
              <a:gd name="T6" fmla="*/ 0 w 120"/>
              <a:gd name="T7" fmla="*/ 297796 h 69"/>
              <a:gd name="T8" fmla="*/ 509756 w 120"/>
              <a:gd name="T9" fmla="*/ 297796 h 69"/>
              <a:gd name="T10" fmla="*/ 509756 w 120"/>
              <a:gd name="T11" fmla="*/ 258953 h 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0" h="69">
                <a:moveTo>
                  <a:pt x="120" y="60"/>
                </a:moveTo>
                <a:cubicBezTo>
                  <a:pt x="120" y="27"/>
                  <a:pt x="93" y="0"/>
                  <a:pt x="60" y="0"/>
                </a:cubicBezTo>
                <a:cubicBezTo>
                  <a:pt x="27" y="0"/>
                  <a:pt x="0" y="27"/>
                  <a:pt x="0" y="60"/>
                </a:cubicBezTo>
                <a:cubicBezTo>
                  <a:pt x="0" y="69"/>
                  <a:pt x="0" y="69"/>
                  <a:pt x="0" y="69"/>
                </a:cubicBezTo>
                <a:cubicBezTo>
                  <a:pt x="120" y="69"/>
                  <a:pt x="120" y="69"/>
                  <a:pt x="120" y="69"/>
                </a:cubicBezTo>
                <a:lnTo>
                  <a:pt x="120" y="60"/>
                </a:lnTo>
                <a:close/>
              </a:path>
            </a:pathLst>
          </a:custGeom>
          <a:solidFill>
            <a:schemeClr val="tx1">
              <a:alpha val="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58" name="Group 8"/>
          <p:cNvGrpSpPr/>
          <p:nvPr/>
        </p:nvGrpSpPr>
        <p:grpSpPr>
          <a:xfrm>
            <a:off x="604772" y="2989147"/>
            <a:ext cx="478070" cy="865796"/>
            <a:chOff x="806257" y="3985529"/>
            <a:chExt cx="637344" cy="1154395"/>
          </a:xfrm>
          <a:solidFill>
            <a:schemeClr val="bg1">
              <a:lumMod val="65000"/>
            </a:schemeClr>
          </a:solidFill>
        </p:grpSpPr>
        <p:grpSp>
          <p:nvGrpSpPr>
            <p:cNvPr id="59" name="Group 28"/>
            <p:cNvGrpSpPr/>
            <p:nvPr/>
          </p:nvGrpSpPr>
          <p:grpSpPr>
            <a:xfrm>
              <a:off x="808009" y="4819356"/>
              <a:ext cx="635592" cy="320568"/>
              <a:chOff x="5311610" y="4117494"/>
              <a:chExt cx="576000" cy="290513"/>
            </a:xfrm>
            <a:grpFill/>
          </p:grpSpPr>
          <p:sp>
            <p:nvSpPr>
              <p:cNvPr id="62" name="Freeform 33"/>
              <p:cNvSpPr/>
              <p:nvPr/>
            </p:nvSpPr>
            <p:spPr bwMode="auto">
              <a:xfrm>
                <a:off x="5538360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63" name="Freeform 34"/>
              <p:cNvSpPr/>
              <p:nvPr/>
            </p:nvSpPr>
            <p:spPr bwMode="auto">
              <a:xfrm>
                <a:off x="5311610" y="4134957"/>
                <a:ext cx="460375" cy="273050"/>
              </a:xfrm>
              <a:custGeom>
                <a:avLst/>
                <a:gdLst>
                  <a:gd name="T0" fmla="*/ 0 w 120"/>
                  <a:gd name="T1" fmla="*/ 0 h 70"/>
                  <a:gd name="T2" fmla="*/ 0 w 120"/>
                  <a:gd name="T3" fmla="*/ 10 h 70"/>
                  <a:gd name="T4" fmla="*/ 60 w 120"/>
                  <a:gd name="T5" fmla="*/ 70 h 70"/>
                  <a:gd name="T6" fmla="*/ 120 w 120"/>
                  <a:gd name="T7" fmla="*/ 10 h 70"/>
                  <a:gd name="T8" fmla="*/ 120 w 120"/>
                  <a:gd name="T9" fmla="*/ 0 h 70"/>
                  <a:gd name="T10" fmla="*/ 0 w 120"/>
                  <a:gd name="T1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70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43"/>
                      <a:pt x="27" y="70"/>
                      <a:pt x="60" y="70"/>
                    </a:cubicBezTo>
                    <a:cubicBezTo>
                      <a:pt x="93" y="70"/>
                      <a:pt x="120" y="43"/>
                      <a:pt x="120" y="10"/>
                    </a:cubicBezTo>
                    <a:cubicBezTo>
                      <a:pt x="120" y="0"/>
                      <a:pt x="120" y="0"/>
                      <a:pt x="12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</p:grpSp>
        <p:sp>
          <p:nvSpPr>
            <p:cNvPr id="60" name="Rectangle 30"/>
            <p:cNvSpPr>
              <a:spLocks noChangeArrowheads="1"/>
            </p:cNvSpPr>
            <p:nvPr/>
          </p:nvSpPr>
          <p:spPr bwMode="auto">
            <a:xfrm>
              <a:off x="806257" y="4283326"/>
              <a:ext cx="509757" cy="586154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 dirty="0">
                <a:latin typeface="+mn-lt"/>
              </a:endParaRPr>
            </a:p>
          </p:txBody>
        </p:sp>
        <p:sp>
          <p:nvSpPr>
            <p:cNvPr id="61" name="Freeform 32"/>
            <p:cNvSpPr/>
            <p:nvPr/>
          </p:nvSpPr>
          <p:spPr bwMode="auto">
            <a:xfrm>
              <a:off x="806258" y="3985529"/>
              <a:ext cx="509756" cy="297796"/>
            </a:xfrm>
            <a:custGeom>
              <a:avLst/>
              <a:gdLst>
                <a:gd name="T0" fmla="*/ 120 w 120"/>
                <a:gd name="T1" fmla="*/ 60 h 69"/>
                <a:gd name="T2" fmla="*/ 60 w 120"/>
                <a:gd name="T3" fmla="*/ 0 h 69"/>
                <a:gd name="T4" fmla="*/ 0 w 120"/>
                <a:gd name="T5" fmla="*/ 60 h 69"/>
                <a:gd name="T6" fmla="*/ 0 w 120"/>
                <a:gd name="T7" fmla="*/ 69 h 69"/>
                <a:gd name="T8" fmla="*/ 120 w 120"/>
                <a:gd name="T9" fmla="*/ 69 h 69"/>
                <a:gd name="T10" fmla="*/ 120 w 120"/>
                <a:gd name="T11" fmla="*/ 6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69">
                  <a:moveTo>
                    <a:pt x="120" y="60"/>
                  </a:move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2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</p:grpSp>
      <p:grpSp>
        <p:nvGrpSpPr>
          <p:cNvPr id="64" name="Group 35"/>
          <p:cNvGrpSpPr/>
          <p:nvPr/>
        </p:nvGrpSpPr>
        <p:grpSpPr>
          <a:xfrm>
            <a:off x="1154023" y="1515059"/>
            <a:ext cx="382368" cy="2339886"/>
            <a:chOff x="2192160" y="2210578"/>
            <a:chExt cx="509757" cy="3119848"/>
          </a:xfrm>
          <a:solidFill>
            <a:schemeClr val="bg1">
              <a:lumMod val="85000"/>
            </a:schemeClr>
          </a:solidFill>
        </p:grpSpPr>
        <p:sp>
          <p:nvSpPr>
            <p:cNvPr id="65" name="Rectangle 36"/>
            <p:cNvSpPr>
              <a:spLocks noChangeArrowheads="1"/>
            </p:cNvSpPr>
            <p:nvPr/>
          </p:nvSpPr>
          <p:spPr bwMode="auto">
            <a:xfrm>
              <a:off x="2192160" y="3773130"/>
              <a:ext cx="509757" cy="70069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66" name="Rectangle 37"/>
            <p:cNvSpPr>
              <a:spLocks noChangeArrowheads="1"/>
            </p:cNvSpPr>
            <p:nvPr/>
          </p:nvSpPr>
          <p:spPr bwMode="auto">
            <a:xfrm>
              <a:off x="2192160" y="2974337"/>
              <a:ext cx="509757" cy="78127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67" name="Freeform 38"/>
            <p:cNvSpPr/>
            <p:nvPr/>
          </p:nvSpPr>
          <p:spPr bwMode="auto">
            <a:xfrm>
              <a:off x="2192160" y="4491343"/>
              <a:ext cx="509757" cy="839083"/>
            </a:xfrm>
            <a:custGeom>
              <a:avLst/>
              <a:gdLst>
                <a:gd name="T0" fmla="*/ 0 w 120"/>
                <a:gd name="T1" fmla="*/ 0 h 202"/>
                <a:gd name="T2" fmla="*/ 0 w 120"/>
                <a:gd name="T3" fmla="*/ 142 h 202"/>
                <a:gd name="T4" fmla="*/ 60 w 120"/>
                <a:gd name="T5" fmla="*/ 202 h 202"/>
                <a:gd name="T6" fmla="*/ 120 w 120"/>
                <a:gd name="T7" fmla="*/ 142 h 202"/>
                <a:gd name="T8" fmla="*/ 120 w 120"/>
                <a:gd name="T9" fmla="*/ 0 h 202"/>
                <a:gd name="T10" fmla="*/ 0 w 120"/>
                <a:gd name="T11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202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175"/>
                    <a:pt x="27" y="202"/>
                    <a:pt x="60" y="202"/>
                  </a:cubicBezTo>
                  <a:cubicBezTo>
                    <a:pt x="93" y="202"/>
                    <a:pt x="120" y="175"/>
                    <a:pt x="120" y="142"/>
                  </a:cubicBezTo>
                  <a:cubicBezTo>
                    <a:pt x="120" y="0"/>
                    <a:pt x="120" y="0"/>
                    <a:pt x="12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68" name="Freeform 39"/>
            <p:cNvSpPr/>
            <p:nvPr/>
          </p:nvSpPr>
          <p:spPr bwMode="auto">
            <a:xfrm>
              <a:off x="2192160" y="2210578"/>
              <a:ext cx="509757" cy="747991"/>
            </a:xfrm>
            <a:custGeom>
              <a:avLst/>
              <a:gdLst>
                <a:gd name="T0" fmla="*/ 120 w 120"/>
                <a:gd name="T1" fmla="*/ 180 h 180"/>
                <a:gd name="T2" fmla="*/ 120 w 120"/>
                <a:gd name="T3" fmla="*/ 60 h 180"/>
                <a:gd name="T4" fmla="*/ 60 w 120"/>
                <a:gd name="T5" fmla="*/ 0 h 180"/>
                <a:gd name="T6" fmla="*/ 0 w 120"/>
                <a:gd name="T7" fmla="*/ 60 h 180"/>
                <a:gd name="T8" fmla="*/ 0 w 120"/>
                <a:gd name="T9" fmla="*/ 180 h 180"/>
                <a:gd name="T10" fmla="*/ 120 w 120"/>
                <a:gd name="T11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80">
                  <a:moveTo>
                    <a:pt x="120" y="180"/>
                  </a:move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180"/>
                    <a:pt x="0" y="180"/>
                    <a:pt x="0" y="180"/>
                  </a:cubicBezTo>
                  <a:lnTo>
                    <a:pt x="120" y="1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69" name="Freeform 42"/>
          <p:cNvSpPr/>
          <p:nvPr/>
        </p:nvSpPr>
        <p:spPr bwMode="auto">
          <a:xfrm>
            <a:off x="1150293" y="3255169"/>
            <a:ext cx="382241" cy="223838"/>
          </a:xfrm>
          <a:custGeom>
            <a:avLst/>
            <a:gdLst>
              <a:gd name="T0" fmla="*/ 509756 w 120"/>
              <a:gd name="T1" fmla="*/ 258953 h 69"/>
              <a:gd name="T2" fmla="*/ 254878 w 120"/>
              <a:gd name="T3" fmla="*/ 0 h 69"/>
              <a:gd name="T4" fmla="*/ 0 w 120"/>
              <a:gd name="T5" fmla="*/ 258953 h 69"/>
              <a:gd name="T6" fmla="*/ 0 w 120"/>
              <a:gd name="T7" fmla="*/ 297796 h 69"/>
              <a:gd name="T8" fmla="*/ 509756 w 120"/>
              <a:gd name="T9" fmla="*/ 297796 h 69"/>
              <a:gd name="T10" fmla="*/ 509756 w 120"/>
              <a:gd name="T11" fmla="*/ 258953 h 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0" h="69">
                <a:moveTo>
                  <a:pt x="120" y="60"/>
                </a:moveTo>
                <a:cubicBezTo>
                  <a:pt x="120" y="27"/>
                  <a:pt x="93" y="0"/>
                  <a:pt x="60" y="0"/>
                </a:cubicBezTo>
                <a:cubicBezTo>
                  <a:pt x="27" y="0"/>
                  <a:pt x="0" y="27"/>
                  <a:pt x="0" y="60"/>
                </a:cubicBezTo>
                <a:cubicBezTo>
                  <a:pt x="0" y="69"/>
                  <a:pt x="0" y="69"/>
                  <a:pt x="0" y="69"/>
                </a:cubicBezTo>
                <a:cubicBezTo>
                  <a:pt x="120" y="69"/>
                  <a:pt x="120" y="69"/>
                  <a:pt x="120" y="69"/>
                </a:cubicBezTo>
                <a:lnTo>
                  <a:pt x="120" y="60"/>
                </a:lnTo>
                <a:close/>
              </a:path>
            </a:pathLst>
          </a:custGeom>
          <a:solidFill>
            <a:schemeClr val="tx1">
              <a:alpha val="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70" name="Group 7"/>
          <p:cNvGrpSpPr/>
          <p:nvPr/>
        </p:nvGrpSpPr>
        <p:grpSpPr>
          <a:xfrm>
            <a:off x="1057004" y="3288852"/>
            <a:ext cx="573774" cy="566091"/>
            <a:chOff x="1409156" y="4385136"/>
            <a:chExt cx="764932" cy="75478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71" name="Rectangle 41"/>
            <p:cNvSpPr>
              <a:spLocks noChangeArrowheads="1"/>
            </p:cNvSpPr>
            <p:nvPr/>
          </p:nvSpPr>
          <p:spPr bwMode="auto">
            <a:xfrm>
              <a:off x="1536745" y="4671028"/>
              <a:ext cx="509757" cy="198451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72" name="Freeform 43"/>
            <p:cNvSpPr/>
            <p:nvPr/>
          </p:nvSpPr>
          <p:spPr bwMode="auto">
            <a:xfrm>
              <a:off x="1536746" y="4385136"/>
              <a:ext cx="509756" cy="297796"/>
            </a:xfrm>
            <a:custGeom>
              <a:avLst/>
              <a:gdLst>
                <a:gd name="T0" fmla="*/ 120 w 120"/>
                <a:gd name="T1" fmla="*/ 60 h 69"/>
                <a:gd name="T2" fmla="*/ 60 w 120"/>
                <a:gd name="T3" fmla="*/ 0 h 69"/>
                <a:gd name="T4" fmla="*/ 0 w 120"/>
                <a:gd name="T5" fmla="*/ 60 h 69"/>
                <a:gd name="T6" fmla="*/ 0 w 120"/>
                <a:gd name="T7" fmla="*/ 69 h 69"/>
                <a:gd name="T8" fmla="*/ 120 w 120"/>
                <a:gd name="T9" fmla="*/ 69 h 69"/>
                <a:gd name="T10" fmla="*/ 120 w 120"/>
                <a:gd name="T11" fmla="*/ 6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69">
                  <a:moveTo>
                    <a:pt x="120" y="60"/>
                  </a:move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2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grpSp>
          <p:nvGrpSpPr>
            <p:cNvPr id="73" name="Group 44"/>
            <p:cNvGrpSpPr/>
            <p:nvPr/>
          </p:nvGrpSpPr>
          <p:grpSpPr>
            <a:xfrm>
              <a:off x="1409156" y="4819356"/>
              <a:ext cx="764932" cy="320568"/>
              <a:chOff x="5856396" y="4117494"/>
              <a:chExt cx="693213" cy="290513"/>
            </a:xfrm>
            <a:grpFill/>
          </p:grpSpPr>
          <p:sp>
            <p:nvSpPr>
              <p:cNvPr id="74" name="Freeform 45"/>
              <p:cNvSpPr/>
              <p:nvPr/>
            </p:nvSpPr>
            <p:spPr bwMode="auto">
              <a:xfrm>
                <a:off x="6200359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75" name="Freeform 46"/>
              <p:cNvSpPr/>
              <p:nvPr/>
            </p:nvSpPr>
            <p:spPr bwMode="auto">
              <a:xfrm>
                <a:off x="5973609" y="4134957"/>
                <a:ext cx="460375" cy="273050"/>
              </a:xfrm>
              <a:custGeom>
                <a:avLst/>
                <a:gdLst>
                  <a:gd name="T0" fmla="*/ 0 w 120"/>
                  <a:gd name="T1" fmla="*/ 0 h 70"/>
                  <a:gd name="T2" fmla="*/ 0 w 120"/>
                  <a:gd name="T3" fmla="*/ 10 h 70"/>
                  <a:gd name="T4" fmla="*/ 60 w 120"/>
                  <a:gd name="T5" fmla="*/ 70 h 70"/>
                  <a:gd name="T6" fmla="*/ 120 w 120"/>
                  <a:gd name="T7" fmla="*/ 10 h 70"/>
                  <a:gd name="T8" fmla="*/ 120 w 120"/>
                  <a:gd name="T9" fmla="*/ 0 h 70"/>
                  <a:gd name="T10" fmla="*/ 0 w 120"/>
                  <a:gd name="T1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70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43"/>
                      <a:pt x="27" y="70"/>
                      <a:pt x="60" y="70"/>
                    </a:cubicBezTo>
                    <a:cubicBezTo>
                      <a:pt x="93" y="70"/>
                      <a:pt x="120" y="43"/>
                      <a:pt x="120" y="10"/>
                    </a:cubicBezTo>
                    <a:cubicBezTo>
                      <a:pt x="120" y="0"/>
                      <a:pt x="120" y="0"/>
                      <a:pt x="12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76" name="Freeform 47"/>
              <p:cNvSpPr/>
              <p:nvPr/>
            </p:nvSpPr>
            <p:spPr bwMode="auto">
              <a:xfrm flipH="1">
                <a:off x="5856396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</p:grpSp>
      </p:grpSp>
      <p:grpSp>
        <p:nvGrpSpPr>
          <p:cNvPr id="77" name="Group 48"/>
          <p:cNvGrpSpPr/>
          <p:nvPr/>
        </p:nvGrpSpPr>
        <p:grpSpPr>
          <a:xfrm>
            <a:off x="1694956" y="1515059"/>
            <a:ext cx="382368" cy="2339886"/>
            <a:chOff x="2913310" y="2210578"/>
            <a:chExt cx="509757" cy="3119848"/>
          </a:xfrm>
          <a:solidFill>
            <a:schemeClr val="bg1">
              <a:lumMod val="85000"/>
            </a:schemeClr>
          </a:solidFill>
        </p:grpSpPr>
        <p:sp>
          <p:nvSpPr>
            <p:cNvPr id="78" name="Rectangle 49"/>
            <p:cNvSpPr>
              <a:spLocks noChangeArrowheads="1"/>
            </p:cNvSpPr>
            <p:nvPr/>
          </p:nvSpPr>
          <p:spPr bwMode="auto">
            <a:xfrm>
              <a:off x="2913310" y="3773130"/>
              <a:ext cx="509757" cy="70069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79" name="Rectangle 50"/>
            <p:cNvSpPr>
              <a:spLocks noChangeArrowheads="1"/>
            </p:cNvSpPr>
            <p:nvPr/>
          </p:nvSpPr>
          <p:spPr bwMode="auto">
            <a:xfrm>
              <a:off x="2913310" y="2974337"/>
              <a:ext cx="509757" cy="78127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80" name="Freeform 51"/>
            <p:cNvSpPr/>
            <p:nvPr/>
          </p:nvSpPr>
          <p:spPr bwMode="auto">
            <a:xfrm>
              <a:off x="2913310" y="4491343"/>
              <a:ext cx="509757" cy="839083"/>
            </a:xfrm>
            <a:custGeom>
              <a:avLst/>
              <a:gdLst>
                <a:gd name="T0" fmla="*/ 0 w 120"/>
                <a:gd name="T1" fmla="*/ 0 h 202"/>
                <a:gd name="T2" fmla="*/ 0 w 120"/>
                <a:gd name="T3" fmla="*/ 142 h 202"/>
                <a:gd name="T4" fmla="*/ 60 w 120"/>
                <a:gd name="T5" fmla="*/ 202 h 202"/>
                <a:gd name="T6" fmla="*/ 120 w 120"/>
                <a:gd name="T7" fmla="*/ 142 h 202"/>
                <a:gd name="T8" fmla="*/ 120 w 120"/>
                <a:gd name="T9" fmla="*/ 0 h 202"/>
                <a:gd name="T10" fmla="*/ 0 w 120"/>
                <a:gd name="T11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202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175"/>
                    <a:pt x="27" y="202"/>
                    <a:pt x="60" y="202"/>
                  </a:cubicBezTo>
                  <a:cubicBezTo>
                    <a:pt x="93" y="202"/>
                    <a:pt x="120" y="175"/>
                    <a:pt x="120" y="142"/>
                  </a:cubicBezTo>
                  <a:cubicBezTo>
                    <a:pt x="120" y="0"/>
                    <a:pt x="120" y="0"/>
                    <a:pt x="12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81" name="Freeform 52"/>
            <p:cNvSpPr/>
            <p:nvPr/>
          </p:nvSpPr>
          <p:spPr bwMode="auto">
            <a:xfrm>
              <a:off x="2913310" y="2210578"/>
              <a:ext cx="509757" cy="747991"/>
            </a:xfrm>
            <a:custGeom>
              <a:avLst/>
              <a:gdLst>
                <a:gd name="T0" fmla="*/ 120 w 120"/>
                <a:gd name="T1" fmla="*/ 180 h 180"/>
                <a:gd name="T2" fmla="*/ 120 w 120"/>
                <a:gd name="T3" fmla="*/ 60 h 180"/>
                <a:gd name="T4" fmla="*/ 60 w 120"/>
                <a:gd name="T5" fmla="*/ 0 h 180"/>
                <a:gd name="T6" fmla="*/ 0 w 120"/>
                <a:gd name="T7" fmla="*/ 60 h 180"/>
                <a:gd name="T8" fmla="*/ 0 w 120"/>
                <a:gd name="T9" fmla="*/ 180 h 180"/>
                <a:gd name="T10" fmla="*/ 120 w 120"/>
                <a:gd name="T11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80">
                  <a:moveTo>
                    <a:pt x="120" y="180"/>
                  </a:move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180"/>
                    <a:pt x="0" y="180"/>
                    <a:pt x="0" y="180"/>
                  </a:cubicBezTo>
                  <a:lnTo>
                    <a:pt x="120" y="1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82" name="Freeform 55"/>
          <p:cNvSpPr/>
          <p:nvPr/>
        </p:nvSpPr>
        <p:spPr bwMode="auto">
          <a:xfrm>
            <a:off x="1690908" y="2558653"/>
            <a:ext cx="383431" cy="223838"/>
          </a:xfrm>
          <a:custGeom>
            <a:avLst/>
            <a:gdLst>
              <a:gd name="T0" fmla="*/ 509756 w 120"/>
              <a:gd name="T1" fmla="*/ 258953 h 69"/>
              <a:gd name="T2" fmla="*/ 254878 w 120"/>
              <a:gd name="T3" fmla="*/ 0 h 69"/>
              <a:gd name="T4" fmla="*/ 0 w 120"/>
              <a:gd name="T5" fmla="*/ 258953 h 69"/>
              <a:gd name="T6" fmla="*/ 0 w 120"/>
              <a:gd name="T7" fmla="*/ 297796 h 69"/>
              <a:gd name="T8" fmla="*/ 509756 w 120"/>
              <a:gd name="T9" fmla="*/ 297796 h 69"/>
              <a:gd name="T10" fmla="*/ 509756 w 120"/>
              <a:gd name="T11" fmla="*/ 258953 h 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0" h="69">
                <a:moveTo>
                  <a:pt x="120" y="60"/>
                </a:moveTo>
                <a:cubicBezTo>
                  <a:pt x="120" y="27"/>
                  <a:pt x="93" y="0"/>
                  <a:pt x="60" y="0"/>
                </a:cubicBezTo>
                <a:cubicBezTo>
                  <a:pt x="27" y="0"/>
                  <a:pt x="0" y="27"/>
                  <a:pt x="0" y="60"/>
                </a:cubicBezTo>
                <a:cubicBezTo>
                  <a:pt x="0" y="69"/>
                  <a:pt x="0" y="69"/>
                  <a:pt x="0" y="69"/>
                </a:cubicBezTo>
                <a:cubicBezTo>
                  <a:pt x="120" y="69"/>
                  <a:pt x="120" y="69"/>
                  <a:pt x="120" y="69"/>
                </a:cubicBezTo>
                <a:lnTo>
                  <a:pt x="120" y="60"/>
                </a:lnTo>
                <a:close/>
              </a:path>
            </a:pathLst>
          </a:custGeom>
          <a:solidFill>
            <a:schemeClr val="tx1">
              <a:alpha val="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83" name="Group 9"/>
          <p:cNvGrpSpPr/>
          <p:nvPr/>
        </p:nvGrpSpPr>
        <p:grpSpPr>
          <a:xfrm>
            <a:off x="1597938" y="2592015"/>
            <a:ext cx="573774" cy="1262928"/>
            <a:chOff x="2130307" y="3456020"/>
            <a:chExt cx="764932" cy="1683904"/>
          </a:xfrm>
          <a:solidFill>
            <a:srgbClr val="E9344C"/>
          </a:solidFill>
        </p:grpSpPr>
        <p:sp>
          <p:nvSpPr>
            <p:cNvPr id="84" name="Rectangle 54"/>
            <p:cNvSpPr>
              <a:spLocks noChangeArrowheads="1"/>
            </p:cNvSpPr>
            <p:nvPr/>
          </p:nvSpPr>
          <p:spPr bwMode="auto">
            <a:xfrm>
              <a:off x="2257894" y="3753816"/>
              <a:ext cx="509757" cy="1115664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85" name="Freeform 56"/>
            <p:cNvSpPr/>
            <p:nvPr/>
          </p:nvSpPr>
          <p:spPr bwMode="auto">
            <a:xfrm>
              <a:off x="2257895" y="3456020"/>
              <a:ext cx="509756" cy="297796"/>
            </a:xfrm>
            <a:custGeom>
              <a:avLst/>
              <a:gdLst>
                <a:gd name="T0" fmla="*/ 120 w 120"/>
                <a:gd name="T1" fmla="*/ 60 h 69"/>
                <a:gd name="T2" fmla="*/ 60 w 120"/>
                <a:gd name="T3" fmla="*/ 0 h 69"/>
                <a:gd name="T4" fmla="*/ 0 w 120"/>
                <a:gd name="T5" fmla="*/ 60 h 69"/>
                <a:gd name="T6" fmla="*/ 0 w 120"/>
                <a:gd name="T7" fmla="*/ 69 h 69"/>
                <a:gd name="T8" fmla="*/ 120 w 120"/>
                <a:gd name="T9" fmla="*/ 69 h 69"/>
                <a:gd name="T10" fmla="*/ 120 w 120"/>
                <a:gd name="T11" fmla="*/ 6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69">
                  <a:moveTo>
                    <a:pt x="120" y="60"/>
                  </a:move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2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grpSp>
          <p:nvGrpSpPr>
            <p:cNvPr id="86" name="Group 57"/>
            <p:cNvGrpSpPr/>
            <p:nvPr/>
          </p:nvGrpSpPr>
          <p:grpSpPr>
            <a:xfrm>
              <a:off x="2130307" y="4819356"/>
              <a:ext cx="764932" cy="320568"/>
              <a:chOff x="6509932" y="4117494"/>
              <a:chExt cx="693213" cy="290513"/>
            </a:xfrm>
            <a:grpFill/>
          </p:grpSpPr>
          <p:sp>
            <p:nvSpPr>
              <p:cNvPr id="87" name="Freeform 58"/>
              <p:cNvSpPr/>
              <p:nvPr/>
            </p:nvSpPr>
            <p:spPr bwMode="auto">
              <a:xfrm>
                <a:off x="6853895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88" name="Freeform 59"/>
              <p:cNvSpPr/>
              <p:nvPr/>
            </p:nvSpPr>
            <p:spPr bwMode="auto">
              <a:xfrm>
                <a:off x="6627145" y="4134957"/>
                <a:ext cx="460375" cy="273050"/>
              </a:xfrm>
              <a:custGeom>
                <a:avLst/>
                <a:gdLst>
                  <a:gd name="T0" fmla="*/ 0 w 120"/>
                  <a:gd name="T1" fmla="*/ 0 h 70"/>
                  <a:gd name="T2" fmla="*/ 0 w 120"/>
                  <a:gd name="T3" fmla="*/ 10 h 70"/>
                  <a:gd name="T4" fmla="*/ 60 w 120"/>
                  <a:gd name="T5" fmla="*/ 70 h 70"/>
                  <a:gd name="T6" fmla="*/ 120 w 120"/>
                  <a:gd name="T7" fmla="*/ 10 h 70"/>
                  <a:gd name="T8" fmla="*/ 120 w 120"/>
                  <a:gd name="T9" fmla="*/ 0 h 70"/>
                  <a:gd name="T10" fmla="*/ 0 w 120"/>
                  <a:gd name="T1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70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43"/>
                      <a:pt x="27" y="70"/>
                      <a:pt x="60" y="70"/>
                    </a:cubicBezTo>
                    <a:cubicBezTo>
                      <a:pt x="93" y="70"/>
                      <a:pt x="120" y="43"/>
                      <a:pt x="120" y="10"/>
                    </a:cubicBezTo>
                    <a:cubicBezTo>
                      <a:pt x="120" y="0"/>
                      <a:pt x="120" y="0"/>
                      <a:pt x="12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89" name="Freeform 60"/>
              <p:cNvSpPr/>
              <p:nvPr/>
            </p:nvSpPr>
            <p:spPr bwMode="auto">
              <a:xfrm flipH="1">
                <a:off x="6509932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</p:grpSp>
      </p:grpSp>
      <p:grpSp>
        <p:nvGrpSpPr>
          <p:cNvPr id="90" name="Group 61"/>
          <p:cNvGrpSpPr/>
          <p:nvPr/>
        </p:nvGrpSpPr>
        <p:grpSpPr>
          <a:xfrm>
            <a:off x="2234574" y="1515059"/>
            <a:ext cx="382368" cy="2339886"/>
            <a:chOff x="3632707" y="2210578"/>
            <a:chExt cx="509757" cy="3119848"/>
          </a:xfrm>
          <a:solidFill>
            <a:schemeClr val="bg1">
              <a:lumMod val="85000"/>
            </a:schemeClr>
          </a:solidFill>
        </p:grpSpPr>
        <p:sp>
          <p:nvSpPr>
            <p:cNvPr id="91" name="Rectangle 62"/>
            <p:cNvSpPr>
              <a:spLocks noChangeArrowheads="1"/>
            </p:cNvSpPr>
            <p:nvPr/>
          </p:nvSpPr>
          <p:spPr bwMode="auto">
            <a:xfrm>
              <a:off x="3632707" y="3773130"/>
              <a:ext cx="509757" cy="70069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92" name="Rectangle 63"/>
            <p:cNvSpPr>
              <a:spLocks noChangeArrowheads="1"/>
            </p:cNvSpPr>
            <p:nvPr/>
          </p:nvSpPr>
          <p:spPr bwMode="auto">
            <a:xfrm>
              <a:off x="3632707" y="2974337"/>
              <a:ext cx="509757" cy="78127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93" name="Freeform 64"/>
            <p:cNvSpPr/>
            <p:nvPr/>
          </p:nvSpPr>
          <p:spPr bwMode="auto">
            <a:xfrm>
              <a:off x="3632707" y="4491343"/>
              <a:ext cx="509757" cy="839083"/>
            </a:xfrm>
            <a:custGeom>
              <a:avLst/>
              <a:gdLst>
                <a:gd name="T0" fmla="*/ 0 w 120"/>
                <a:gd name="T1" fmla="*/ 0 h 202"/>
                <a:gd name="T2" fmla="*/ 0 w 120"/>
                <a:gd name="T3" fmla="*/ 142 h 202"/>
                <a:gd name="T4" fmla="*/ 60 w 120"/>
                <a:gd name="T5" fmla="*/ 202 h 202"/>
                <a:gd name="T6" fmla="*/ 120 w 120"/>
                <a:gd name="T7" fmla="*/ 142 h 202"/>
                <a:gd name="T8" fmla="*/ 120 w 120"/>
                <a:gd name="T9" fmla="*/ 0 h 202"/>
                <a:gd name="T10" fmla="*/ 0 w 120"/>
                <a:gd name="T11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202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175"/>
                    <a:pt x="27" y="202"/>
                    <a:pt x="60" y="202"/>
                  </a:cubicBezTo>
                  <a:cubicBezTo>
                    <a:pt x="93" y="202"/>
                    <a:pt x="120" y="175"/>
                    <a:pt x="120" y="142"/>
                  </a:cubicBezTo>
                  <a:cubicBezTo>
                    <a:pt x="120" y="0"/>
                    <a:pt x="120" y="0"/>
                    <a:pt x="12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94" name="Freeform 65"/>
            <p:cNvSpPr/>
            <p:nvPr/>
          </p:nvSpPr>
          <p:spPr bwMode="auto">
            <a:xfrm>
              <a:off x="3632707" y="2210578"/>
              <a:ext cx="509757" cy="747991"/>
            </a:xfrm>
            <a:custGeom>
              <a:avLst/>
              <a:gdLst>
                <a:gd name="T0" fmla="*/ 120 w 120"/>
                <a:gd name="T1" fmla="*/ 180 h 180"/>
                <a:gd name="T2" fmla="*/ 120 w 120"/>
                <a:gd name="T3" fmla="*/ 60 h 180"/>
                <a:gd name="T4" fmla="*/ 60 w 120"/>
                <a:gd name="T5" fmla="*/ 0 h 180"/>
                <a:gd name="T6" fmla="*/ 0 w 120"/>
                <a:gd name="T7" fmla="*/ 60 h 180"/>
                <a:gd name="T8" fmla="*/ 0 w 120"/>
                <a:gd name="T9" fmla="*/ 180 h 180"/>
                <a:gd name="T10" fmla="*/ 120 w 120"/>
                <a:gd name="T11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80">
                  <a:moveTo>
                    <a:pt x="120" y="180"/>
                  </a:move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180"/>
                    <a:pt x="0" y="180"/>
                    <a:pt x="0" y="180"/>
                  </a:cubicBezTo>
                  <a:lnTo>
                    <a:pt x="120" y="1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95" name="Freeform 69"/>
          <p:cNvSpPr/>
          <p:nvPr/>
        </p:nvSpPr>
        <p:spPr bwMode="auto">
          <a:xfrm>
            <a:off x="2231522" y="2033588"/>
            <a:ext cx="382241" cy="222647"/>
          </a:xfrm>
          <a:custGeom>
            <a:avLst/>
            <a:gdLst>
              <a:gd name="T0" fmla="*/ 509756 w 120"/>
              <a:gd name="T1" fmla="*/ 258953 h 69"/>
              <a:gd name="T2" fmla="*/ 254878 w 120"/>
              <a:gd name="T3" fmla="*/ 0 h 69"/>
              <a:gd name="T4" fmla="*/ 0 w 120"/>
              <a:gd name="T5" fmla="*/ 258953 h 69"/>
              <a:gd name="T6" fmla="*/ 0 w 120"/>
              <a:gd name="T7" fmla="*/ 297796 h 69"/>
              <a:gd name="T8" fmla="*/ 509756 w 120"/>
              <a:gd name="T9" fmla="*/ 297796 h 69"/>
              <a:gd name="T10" fmla="*/ 509756 w 120"/>
              <a:gd name="T11" fmla="*/ 258953 h 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0" h="69">
                <a:moveTo>
                  <a:pt x="120" y="60"/>
                </a:moveTo>
                <a:cubicBezTo>
                  <a:pt x="120" y="27"/>
                  <a:pt x="93" y="0"/>
                  <a:pt x="60" y="0"/>
                </a:cubicBezTo>
                <a:cubicBezTo>
                  <a:pt x="27" y="0"/>
                  <a:pt x="0" y="27"/>
                  <a:pt x="0" y="60"/>
                </a:cubicBezTo>
                <a:cubicBezTo>
                  <a:pt x="0" y="69"/>
                  <a:pt x="0" y="69"/>
                  <a:pt x="0" y="69"/>
                </a:cubicBezTo>
                <a:cubicBezTo>
                  <a:pt x="120" y="69"/>
                  <a:pt x="120" y="69"/>
                  <a:pt x="120" y="69"/>
                </a:cubicBezTo>
                <a:lnTo>
                  <a:pt x="120" y="60"/>
                </a:lnTo>
                <a:close/>
              </a:path>
            </a:pathLst>
          </a:custGeom>
          <a:solidFill>
            <a:schemeClr val="tx1">
              <a:alpha val="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96" name="Group 4"/>
          <p:cNvGrpSpPr/>
          <p:nvPr/>
        </p:nvGrpSpPr>
        <p:grpSpPr>
          <a:xfrm>
            <a:off x="2137556" y="2066655"/>
            <a:ext cx="573774" cy="1788289"/>
            <a:chOff x="2849704" y="2755539"/>
            <a:chExt cx="764932" cy="238438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7" name="Rectangle 67"/>
            <p:cNvSpPr>
              <a:spLocks noChangeArrowheads="1"/>
            </p:cNvSpPr>
            <p:nvPr/>
          </p:nvSpPr>
          <p:spPr bwMode="auto">
            <a:xfrm>
              <a:off x="2977292" y="3053336"/>
              <a:ext cx="509757" cy="1816144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98" name="Freeform 72"/>
            <p:cNvSpPr/>
            <p:nvPr/>
          </p:nvSpPr>
          <p:spPr bwMode="auto">
            <a:xfrm>
              <a:off x="2977293" y="2755539"/>
              <a:ext cx="509756" cy="297796"/>
            </a:xfrm>
            <a:custGeom>
              <a:avLst/>
              <a:gdLst>
                <a:gd name="T0" fmla="*/ 120 w 120"/>
                <a:gd name="T1" fmla="*/ 60 h 69"/>
                <a:gd name="T2" fmla="*/ 60 w 120"/>
                <a:gd name="T3" fmla="*/ 0 h 69"/>
                <a:gd name="T4" fmla="*/ 0 w 120"/>
                <a:gd name="T5" fmla="*/ 60 h 69"/>
                <a:gd name="T6" fmla="*/ 0 w 120"/>
                <a:gd name="T7" fmla="*/ 69 h 69"/>
                <a:gd name="T8" fmla="*/ 120 w 120"/>
                <a:gd name="T9" fmla="*/ 69 h 69"/>
                <a:gd name="T10" fmla="*/ 120 w 120"/>
                <a:gd name="T11" fmla="*/ 6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69">
                  <a:moveTo>
                    <a:pt x="120" y="60"/>
                  </a:move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2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grpSp>
          <p:nvGrpSpPr>
            <p:cNvPr id="99" name="Group 73"/>
            <p:cNvGrpSpPr/>
            <p:nvPr/>
          </p:nvGrpSpPr>
          <p:grpSpPr>
            <a:xfrm>
              <a:off x="2849704" y="4819356"/>
              <a:ext cx="764932" cy="320568"/>
              <a:chOff x="7161880" y="4117494"/>
              <a:chExt cx="693213" cy="290513"/>
            </a:xfrm>
            <a:grpFill/>
          </p:grpSpPr>
          <p:sp>
            <p:nvSpPr>
              <p:cNvPr id="100" name="Freeform 74"/>
              <p:cNvSpPr/>
              <p:nvPr/>
            </p:nvSpPr>
            <p:spPr bwMode="auto">
              <a:xfrm>
                <a:off x="7505843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101" name="Freeform 75"/>
              <p:cNvSpPr/>
              <p:nvPr/>
            </p:nvSpPr>
            <p:spPr bwMode="auto">
              <a:xfrm>
                <a:off x="7279093" y="4134957"/>
                <a:ext cx="460375" cy="273050"/>
              </a:xfrm>
              <a:custGeom>
                <a:avLst/>
                <a:gdLst>
                  <a:gd name="T0" fmla="*/ 0 w 120"/>
                  <a:gd name="T1" fmla="*/ 0 h 70"/>
                  <a:gd name="T2" fmla="*/ 0 w 120"/>
                  <a:gd name="T3" fmla="*/ 10 h 70"/>
                  <a:gd name="T4" fmla="*/ 60 w 120"/>
                  <a:gd name="T5" fmla="*/ 70 h 70"/>
                  <a:gd name="T6" fmla="*/ 120 w 120"/>
                  <a:gd name="T7" fmla="*/ 10 h 70"/>
                  <a:gd name="T8" fmla="*/ 120 w 120"/>
                  <a:gd name="T9" fmla="*/ 0 h 70"/>
                  <a:gd name="T10" fmla="*/ 0 w 120"/>
                  <a:gd name="T1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70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43"/>
                      <a:pt x="27" y="70"/>
                      <a:pt x="60" y="70"/>
                    </a:cubicBezTo>
                    <a:cubicBezTo>
                      <a:pt x="93" y="70"/>
                      <a:pt x="120" y="43"/>
                      <a:pt x="120" y="10"/>
                    </a:cubicBezTo>
                    <a:cubicBezTo>
                      <a:pt x="120" y="0"/>
                      <a:pt x="120" y="0"/>
                      <a:pt x="12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102" name="Freeform 76"/>
              <p:cNvSpPr/>
              <p:nvPr/>
            </p:nvSpPr>
            <p:spPr bwMode="auto">
              <a:xfrm flipH="1">
                <a:off x="7161880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</p:grpSp>
      </p:grpSp>
      <p:grpSp>
        <p:nvGrpSpPr>
          <p:cNvPr id="103" name="Group 77"/>
          <p:cNvGrpSpPr/>
          <p:nvPr/>
        </p:nvGrpSpPr>
        <p:grpSpPr>
          <a:xfrm>
            <a:off x="2772878" y="1515059"/>
            <a:ext cx="382368" cy="2339886"/>
            <a:chOff x="4350352" y="2210578"/>
            <a:chExt cx="509757" cy="3119848"/>
          </a:xfrm>
          <a:solidFill>
            <a:srgbClr val="D9D9D9"/>
          </a:solidFill>
        </p:grpSpPr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4350352" y="3773130"/>
              <a:ext cx="509757" cy="70069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4350352" y="2974337"/>
              <a:ext cx="509757" cy="78127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06" name="Freeform 80"/>
            <p:cNvSpPr/>
            <p:nvPr/>
          </p:nvSpPr>
          <p:spPr bwMode="auto">
            <a:xfrm>
              <a:off x="4350352" y="4491343"/>
              <a:ext cx="509757" cy="839083"/>
            </a:xfrm>
            <a:custGeom>
              <a:avLst/>
              <a:gdLst>
                <a:gd name="T0" fmla="*/ 0 w 120"/>
                <a:gd name="T1" fmla="*/ 0 h 202"/>
                <a:gd name="T2" fmla="*/ 0 w 120"/>
                <a:gd name="T3" fmla="*/ 142 h 202"/>
                <a:gd name="T4" fmla="*/ 60 w 120"/>
                <a:gd name="T5" fmla="*/ 202 h 202"/>
                <a:gd name="T6" fmla="*/ 120 w 120"/>
                <a:gd name="T7" fmla="*/ 142 h 202"/>
                <a:gd name="T8" fmla="*/ 120 w 120"/>
                <a:gd name="T9" fmla="*/ 0 h 202"/>
                <a:gd name="T10" fmla="*/ 0 w 120"/>
                <a:gd name="T11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202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175"/>
                    <a:pt x="27" y="202"/>
                    <a:pt x="60" y="202"/>
                  </a:cubicBezTo>
                  <a:cubicBezTo>
                    <a:pt x="93" y="202"/>
                    <a:pt x="120" y="175"/>
                    <a:pt x="120" y="142"/>
                  </a:cubicBezTo>
                  <a:cubicBezTo>
                    <a:pt x="120" y="0"/>
                    <a:pt x="120" y="0"/>
                    <a:pt x="12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07" name="Freeform 81"/>
            <p:cNvSpPr/>
            <p:nvPr/>
          </p:nvSpPr>
          <p:spPr bwMode="auto">
            <a:xfrm>
              <a:off x="4350352" y="2210578"/>
              <a:ext cx="509757" cy="747991"/>
            </a:xfrm>
            <a:custGeom>
              <a:avLst/>
              <a:gdLst>
                <a:gd name="T0" fmla="*/ 120 w 120"/>
                <a:gd name="T1" fmla="*/ 180 h 180"/>
                <a:gd name="T2" fmla="*/ 120 w 120"/>
                <a:gd name="T3" fmla="*/ 60 h 180"/>
                <a:gd name="T4" fmla="*/ 60 w 120"/>
                <a:gd name="T5" fmla="*/ 0 h 180"/>
                <a:gd name="T6" fmla="*/ 0 w 120"/>
                <a:gd name="T7" fmla="*/ 60 h 180"/>
                <a:gd name="T8" fmla="*/ 0 w 120"/>
                <a:gd name="T9" fmla="*/ 180 h 180"/>
                <a:gd name="T10" fmla="*/ 120 w 120"/>
                <a:gd name="T11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80">
                  <a:moveTo>
                    <a:pt x="120" y="180"/>
                  </a:move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180"/>
                    <a:pt x="0" y="180"/>
                    <a:pt x="0" y="180"/>
                  </a:cubicBezTo>
                  <a:lnTo>
                    <a:pt x="120" y="1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</p:grpSp>
      <p:grpSp>
        <p:nvGrpSpPr>
          <p:cNvPr id="108" name="Group 82"/>
          <p:cNvGrpSpPr/>
          <p:nvPr/>
        </p:nvGrpSpPr>
        <p:grpSpPr>
          <a:xfrm>
            <a:off x="2675859" y="1515058"/>
            <a:ext cx="573774" cy="2339885"/>
            <a:chOff x="4221011" y="2210578"/>
            <a:chExt cx="764932" cy="3119846"/>
          </a:xfrm>
          <a:solidFill>
            <a:srgbClr val="E9344C"/>
          </a:solidFill>
        </p:grpSpPr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4348600" y="2508374"/>
              <a:ext cx="509757" cy="255160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10" name="Freeform 89"/>
            <p:cNvSpPr/>
            <p:nvPr/>
          </p:nvSpPr>
          <p:spPr bwMode="auto">
            <a:xfrm>
              <a:off x="4348601" y="2210578"/>
              <a:ext cx="509756" cy="297796"/>
            </a:xfrm>
            <a:custGeom>
              <a:avLst/>
              <a:gdLst>
                <a:gd name="T0" fmla="*/ 120 w 120"/>
                <a:gd name="T1" fmla="*/ 60 h 69"/>
                <a:gd name="T2" fmla="*/ 60 w 120"/>
                <a:gd name="T3" fmla="*/ 0 h 69"/>
                <a:gd name="T4" fmla="*/ 0 w 120"/>
                <a:gd name="T5" fmla="*/ 60 h 69"/>
                <a:gd name="T6" fmla="*/ 0 w 120"/>
                <a:gd name="T7" fmla="*/ 69 h 69"/>
                <a:gd name="T8" fmla="*/ 120 w 120"/>
                <a:gd name="T9" fmla="*/ 69 h 69"/>
                <a:gd name="T10" fmla="*/ 120 w 120"/>
                <a:gd name="T11" fmla="*/ 6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69">
                  <a:moveTo>
                    <a:pt x="120" y="60"/>
                  </a:move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2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grpSp>
          <p:nvGrpSpPr>
            <p:cNvPr id="111" name="Group 90"/>
            <p:cNvGrpSpPr/>
            <p:nvPr/>
          </p:nvGrpSpPr>
          <p:grpSpPr>
            <a:xfrm>
              <a:off x="4221011" y="5009856"/>
              <a:ext cx="764932" cy="320568"/>
              <a:chOff x="7812240" y="4117494"/>
              <a:chExt cx="693213" cy="290513"/>
            </a:xfrm>
            <a:grpFill/>
          </p:grpSpPr>
          <p:sp>
            <p:nvSpPr>
              <p:cNvPr id="112" name="Freeform 99"/>
              <p:cNvSpPr/>
              <p:nvPr/>
            </p:nvSpPr>
            <p:spPr bwMode="auto">
              <a:xfrm>
                <a:off x="8156203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113" name="Freeform 104"/>
              <p:cNvSpPr/>
              <p:nvPr/>
            </p:nvSpPr>
            <p:spPr bwMode="auto">
              <a:xfrm>
                <a:off x="7929453" y="4134957"/>
                <a:ext cx="460375" cy="273050"/>
              </a:xfrm>
              <a:custGeom>
                <a:avLst/>
                <a:gdLst>
                  <a:gd name="T0" fmla="*/ 0 w 120"/>
                  <a:gd name="T1" fmla="*/ 0 h 70"/>
                  <a:gd name="T2" fmla="*/ 0 w 120"/>
                  <a:gd name="T3" fmla="*/ 10 h 70"/>
                  <a:gd name="T4" fmla="*/ 60 w 120"/>
                  <a:gd name="T5" fmla="*/ 70 h 70"/>
                  <a:gd name="T6" fmla="*/ 120 w 120"/>
                  <a:gd name="T7" fmla="*/ 10 h 70"/>
                  <a:gd name="T8" fmla="*/ 120 w 120"/>
                  <a:gd name="T9" fmla="*/ 0 h 70"/>
                  <a:gd name="T10" fmla="*/ 0 w 120"/>
                  <a:gd name="T1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70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43"/>
                      <a:pt x="27" y="70"/>
                      <a:pt x="60" y="70"/>
                    </a:cubicBezTo>
                    <a:cubicBezTo>
                      <a:pt x="93" y="70"/>
                      <a:pt x="120" y="43"/>
                      <a:pt x="120" y="10"/>
                    </a:cubicBezTo>
                    <a:cubicBezTo>
                      <a:pt x="120" y="0"/>
                      <a:pt x="120" y="0"/>
                      <a:pt x="12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114" name="Freeform 105"/>
              <p:cNvSpPr/>
              <p:nvPr/>
            </p:nvSpPr>
            <p:spPr bwMode="auto">
              <a:xfrm flipH="1">
                <a:off x="7812240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</p:grpSp>
      </p:grpSp>
      <p:grpSp>
        <p:nvGrpSpPr>
          <p:cNvPr id="115" name="Group 106"/>
          <p:cNvGrpSpPr/>
          <p:nvPr/>
        </p:nvGrpSpPr>
        <p:grpSpPr>
          <a:xfrm>
            <a:off x="3313811" y="1515059"/>
            <a:ext cx="382368" cy="2339886"/>
            <a:chOff x="5071502" y="2210578"/>
            <a:chExt cx="509757" cy="3119848"/>
          </a:xfrm>
          <a:solidFill>
            <a:schemeClr val="bg1">
              <a:lumMod val="85000"/>
            </a:schemeClr>
          </a:solidFill>
        </p:grpSpPr>
        <p:sp>
          <p:nvSpPr>
            <p:cNvPr id="116" name="Rectangle 107"/>
            <p:cNvSpPr>
              <a:spLocks noChangeArrowheads="1"/>
            </p:cNvSpPr>
            <p:nvPr/>
          </p:nvSpPr>
          <p:spPr bwMode="auto">
            <a:xfrm>
              <a:off x="5071502" y="3773130"/>
              <a:ext cx="509757" cy="70069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17" name="Rectangle 108"/>
            <p:cNvSpPr>
              <a:spLocks noChangeArrowheads="1"/>
            </p:cNvSpPr>
            <p:nvPr/>
          </p:nvSpPr>
          <p:spPr bwMode="auto">
            <a:xfrm>
              <a:off x="5071502" y="2974337"/>
              <a:ext cx="509757" cy="78127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18" name="Freeform 109"/>
            <p:cNvSpPr/>
            <p:nvPr/>
          </p:nvSpPr>
          <p:spPr bwMode="auto">
            <a:xfrm>
              <a:off x="5071502" y="4491343"/>
              <a:ext cx="509757" cy="839083"/>
            </a:xfrm>
            <a:custGeom>
              <a:avLst/>
              <a:gdLst>
                <a:gd name="T0" fmla="*/ 0 w 120"/>
                <a:gd name="T1" fmla="*/ 0 h 202"/>
                <a:gd name="T2" fmla="*/ 0 w 120"/>
                <a:gd name="T3" fmla="*/ 142 h 202"/>
                <a:gd name="T4" fmla="*/ 60 w 120"/>
                <a:gd name="T5" fmla="*/ 202 h 202"/>
                <a:gd name="T6" fmla="*/ 120 w 120"/>
                <a:gd name="T7" fmla="*/ 142 h 202"/>
                <a:gd name="T8" fmla="*/ 120 w 120"/>
                <a:gd name="T9" fmla="*/ 0 h 202"/>
                <a:gd name="T10" fmla="*/ 0 w 120"/>
                <a:gd name="T11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202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175"/>
                    <a:pt x="27" y="202"/>
                    <a:pt x="60" y="202"/>
                  </a:cubicBezTo>
                  <a:cubicBezTo>
                    <a:pt x="93" y="202"/>
                    <a:pt x="120" y="175"/>
                    <a:pt x="120" y="142"/>
                  </a:cubicBezTo>
                  <a:cubicBezTo>
                    <a:pt x="120" y="0"/>
                    <a:pt x="120" y="0"/>
                    <a:pt x="12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19" name="Freeform 110"/>
            <p:cNvSpPr/>
            <p:nvPr/>
          </p:nvSpPr>
          <p:spPr bwMode="auto">
            <a:xfrm>
              <a:off x="5071502" y="2210578"/>
              <a:ext cx="509757" cy="747991"/>
            </a:xfrm>
            <a:custGeom>
              <a:avLst/>
              <a:gdLst>
                <a:gd name="T0" fmla="*/ 120 w 120"/>
                <a:gd name="T1" fmla="*/ 180 h 180"/>
                <a:gd name="T2" fmla="*/ 120 w 120"/>
                <a:gd name="T3" fmla="*/ 60 h 180"/>
                <a:gd name="T4" fmla="*/ 60 w 120"/>
                <a:gd name="T5" fmla="*/ 0 h 180"/>
                <a:gd name="T6" fmla="*/ 0 w 120"/>
                <a:gd name="T7" fmla="*/ 60 h 180"/>
                <a:gd name="T8" fmla="*/ 0 w 120"/>
                <a:gd name="T9" fmla="*/ 180 h 180"/>
                <a:gd name="T10" fmla="*/ 120 w 120"/>
                <a:gd name="T11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80">
                  <a:moveTo>
                    <a:pt x="120" y="180"/>
                  </a:move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180"/>
                    <a:pt x="0" y="180"/>
                    <a:pt x="0" y="180"/>
                  </a:cubicBezTo>
                  <a:lnTo>
                    <a:pt x="120" y="1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120" name="Freeform 113"/>
          <p:cNvSpPr/>
          <p:nvPr/>
        </p:nvSpPr>
        <p:spPr bwMode="auto">
          <a:xfrm>
            <a:off x="3310368" y="2314575"/>
            <a:ext cx="382241" cy="223838"/>
          </a:xfrm>
          <a:custGeom>
            <a:avLst/>
            <a:gdLst>
              <a:gd name="T0" fmla="*/ 509756 w 120"/>
              <a:gd name="T1" fmla="*/ 258953 h 69"/>
              <a:gd name="T2" fmla="*/ 254878 w 120"/>
              <a:gd name="T3" fmla="*/ 0 h 69"/>
              <a:gd name="T4" fmla="*/ 0 w 120"/>
              <a:gd name="T5" fmla="*/ 258953 h 69"/>
              <a:gd name="T6" fmla="*/ 0 w 120"/>
              <a:gd name="T7" fmla="*/ 297796 h 69"/>
              <a:gd name="T8" fmla="*/ 509756 w 120"/>
              <a:gd name="T9" fmla="*/ 297796 h 69"/>
              <a:gd name="T10" fmla="*/ 509756 w 120"/>
              <a:gd name="T11" fmla="*/ 258953 h 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0" h="69">
                <a:moveTo>
                  <a:pt x="120" y="60"/>
                </a:moveTo>
                <a:cubicBezTo>
                  <a:pt x="120" y="27"/>
                  <a:pt x="93" y="0"/>
                  <a:pt x="60" y="0"/>
                </a:cubicBezTo>
                <a:cubicBezTo>
                  <a:pt x="27" y="0"/>
                  <a:pt x="0" y="27"/>
                  <a:pt x="0" y="60"/>
                </a:cubicBezTo>
                <a:cubicBezTo>
                  <a:pt x="0" y="69"/>
                  <a:pt x="0" y="69"/>
                  <a:pt x="0" y="69"/>
                </a:cubicBezTo>
                <a:cubicBezTo>
                  <a:pt x="120" y="69"/>
                  <a:pt x="120" y="69"/>
                  <a:pt x="120" y="69"/>
                </a:cubicBezTo>
                <a:lnTo>
                  <a:pt x="120" y="60"/>
                </a:lnTo>
                <a:close/>
              </a:path>
            </a:pathLst>
          </a:custGeom>
          <a:solidFill>
            <a:schemeClr val="tx1">
              <a:alpha val="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21" name="Group 3"/>
          <p:cNvGrpSpPr/>
          <p:nvPr/>
        </p:nvGrpSpPr>
        <p:grpSpPr>
          <a:xfrm>
            <a:off x="3216793" y="2347957"/>
            <a:ext cx="573774" cy="1506986"/>
            <a:chOff x="4288499" y="3130610"/>
            <a:chExt cx="764932" cy="2009314"/>
          </a:xfrm>
          <a:solidFill>
            <a:schemeClr val="bg1">
              <a:lumMod val="65000"/>
            </a:schemeClr>
          </a:solidFill>
        </p:grpSpPr>
        <p:sp>
          <p:nvSpPr>
            <p:cNvPr id="122" name="Rectangle 112"/>
            <p:cNvSpPr>
              <a:spLocks noChangeArrowheads="1"/>
            </p:cNvSpPr>
            <p:nvPr/>
          </p:nvSpPr>
          <p:spPr bwMode="auto">
            <a:xfrm>
              <a:off x="4416086" y="3428406"/>
              <a:ext cx="509757" cy="144107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23" name="Freeform 114"/>
            <p:cNvSpPr/>
            <p:nvPr/>
          </p:nvSpPr>
          <p:spPr bwMode="auto">
            <a:xfrm>
              <a:off x="4416086" y="3130610"/>
              <a:ext cx="509756" cy="297796"/>
            </a:xfrm>
            <a:custGeom>
              <a:avLst/>
              <a:gdLst>
                <a:gd name="T0" fmla="*/ 120 w 120"/>
                <a:gd name="T1" fmla="*/ 60 h 69"/>
                <a:gd name="T2" fmla="*/ 60 w 120"/>
                <a:gd name="T3" fmla="*/ 0 h 69"/>
                <a:gd name="T4" fmla="*/ 0 w 120"/>
                <a:gd name="T5" fmla="*/ 60 h 69"/>
                <a:gd name="T6" fmla="*/ 0 w 120"/>
                <a:gd name="T7" fmla="*/ 69 h 69"/>
                <a:gd name="T8" fmla="*/ 120 w 120"/>
                <a:gd name="T9" fmla="*/ 69 h 69"/>
                <a:gd name="T10" fmla="*/ 120 w 120"/>
                <a:gd name="T11" fmla="*/ 6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69">
                  <a:moveTo>
                    <a:pt x="120" y="60"/>
                  </a:move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2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grpSp>
          <p:nvGrpSpPr>
            <p:cNvPr id="124" name="Group 115"/>
            <p:cNvGrpSpPr/>
            <p:nvPr/>
          </p:nvGrpSpPr>
          <p:grpSpPr>
            <a:xfrm>
              <a:off x="4288499" y="4819356"/>
              <a:ext cx="764932" cy="320568"/>
              <a:chOff x="8465776" y="4117494"/>
              <a:chExt cx="693213" cy="290513"/>
            </a:xfrm>
            <a:grpFill/>
          </p:grpSpPr>
          <p:sp>
            <p:nvSpPr>
              <p:cNvPr id="125" name="Freeform 116"/>
              <p:cNvSpPr/>
              <p:nvPr/>
            </p:nvSpPr>
            <p:spPr bwMode="auto">
              <a:xfrm>
                <a:off x="8809739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126" name="Freeform 117"/>
              <p:cNvSpPr/>
              <p:nvPr/>
            </p:nvSpPr>
            <p:spPr bwMode="auto">
              <a:xfrm>
                <a:off x="8582989" y="4134957"/>
                <a:ext cx="460375" cy="273050"/>
              </a:xfrm>
              <a:custGeom>
                <a:avLst/>
                <a:gdLst>
                  <a:gd name="T0" fmla="*/ 0 w 120"/>
                  <a:gd name="T1" fmla="*/ 0 h 70"/>
                  <a:gd name="T2" fmla="*/ 0 w 120"/>
                  <a:gd name="T3" fmla="*/ 10 h 70"/>
                  <a:gd name="T4" fmla="*/ 60 w 120"/>
                  <a:gd name="T5" fmla="*/ 70 h 70"/>
                  <a:gd name="T6" fmla="*/ 120 w 120"/>
                  <a:gd name="T7" fmla="*/ 10 h 70"/>
                  <a:gd name="T8" fmla="*/ 120 w 120"/>
                  <a:gd name="T9" fmla="*/ 0 h 70"/>
                  <a:gd name="T10" fmla="*/ 0 w 120"/>
                  <a:gd name="T1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70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43"/>
                      <a:pt x="27" y="70"/>
                      <a:pt x="60" y="70"/>
                    </a:cubicBezTo>
                    <a:cubicBezTo>
                      <a:pt x="93" y="70"/>
                      <a:pt x="120" y="43"/>
                      <a:pt x="120" y="10"/>
                    </a:cubicBezTo>
                    <a:cubicBezTo>
                      <a:pt x="120" y="0"/>
                      <a:pt x="120" y="0"/>
                      <a:pt x="12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127" name="Freeform 118"/>
              <p:cNvSpPr/>
              <p:nvPr/>
            </p:nvSpPr>
            <p:spPr bwMode="auto">
              <a:xfrm flipH="1">
                <a:off x="8465776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</p:grpSp>
      </p:grpSp>
      <p:grpSp>
        <p:nvGrpSpPr>
          <p:cNvPr id="128" name="Group 119"/>
          <p:cNvGrpSpPr/>
          <p:nvPr/>
        </p:nvGrpSpPr>
        <p:grpSpPr>
          <a:xfrm>
            <a:off x="3853429" y="1515059"/>
            <a:ext cx="382368" cy="2339886"/>
            <a:chOff x="5790899" y="2210578"/>
            <a:chExt cx="509757" cy="3119848"/>
          </a:xfrm>
          <a:solidFill>
            <a:schemeClr val="bg1">
              <a:lumMod val="85000"/>
            </a:schemeClr>
          </a:solidFill>
        </p:grpSpPr>
        <p:sp>
          <p:nvSpPr>
            <p:cNvPr id="129" name="Rectangle 120"/>
            <p:cNvSpPr>
              <a:spLocks noChangeArrowheads="1"/>
            </p:cNvSpPr>
            <p:nvPr/>
          </p:nvSpPr>
          <p:spPr bwMode="auto">
            <a:xfrm>
              <a:off x="5790899" y="3773130"/>
              <a:ext cx="509757" cy="70069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30" name="Rectangle 121"/>
            <p:cNvSpPr>
              <a:spLocks noChangeArrowheads="1"/>
            </p:cNvSpPr>
            <p:nvPr/>
          </p:nvSpPr>
          <p:spPr bwMode="auto">
            <a:xfrm>
              <a:off x="5790899" y="2974337"/>
              <a:ext cx="509757" cy="78127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31" name="Freeform 122"/>
            <p:cNvSpPr/>
            <p:nvPr/>
          </p:nvSpPr>
          <p:spPr bwMode="auto">
            <a:xfrm>
              <a:off x="5790899" y="4491343"/>
              <a:ext cx="509757" cy="839083"/>
            </a:xfrm>
            <a:custGeom>
              <a:avLst/>
              <a:gdLst>
                <a:gd name="T0" fmla="*/ 0 w 120"/>
                <a:gd name="T1" fmla="*/ 0 h 202"/>
                <a:gd name="T2" fmla="*/ 0 w 120"/>
                <a:gd name="T3" fmla="*/ 142 h 202"/>
                <a:gd name="T4" fmla="*/ 60 w 120"/>
                <a:gd name="T5" fmla="*/ 202 h 202"/>
                <a:gd name="T6" fmla="*/ 120 w 120"/>
                <a:gd name="T7" fmla="*/ 142 h 202"/>
                <a:gd name="T8" fmla="*/ 120 w 120"/>
                <a:gd name="T9" fmla="*/ 0 h 202"/>
                <a:gd name="T10" fmla="*/ 0 w 120"/>
                <a:gd name="T11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202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175"/>
                    <a:pt x="27" y="202"/>
                    <a:pt x="60" y="202"/>
                  </a:cubicBezTo>
                  <a:cubicBezTo>
                    <a:pt x="93" y="202"/>
                    <a:pt x="120" y="175"/>
                    <a:pt x="120" y="142"/>
                  </a:cubicBezTo>
                  <a:cubicBezTo>
                    <a:pt x="120" y="0"/>
                    <a:pt x="120" y="0"/>
                    <a:pt x="12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32" name="Freeform 123"/>
            <p:cNvSpPr/>
            <p:nvPr/>
          </p:nvSpPr>
          <p:spPr bwMode="auto">
            <a:xfrm>
              <a:off x="5790899" y="2210578"/>
              <a:ext cx="509757" cy="747991"/>
            </a:xfrm>
            <a:custGeom>
              <a:avLst/>
              <a:gdLst>
                <a:gd name="T0" fmla="*/ 120 w 120"/>
                <a:gd name="T1" fmla="*/ 180 h 180"/>
                <a:gd name="T2" fmla="*/ 120 w 120"/>
                <a:gd name="T3" fmla="*/ 60 h 180"/>
                <a:gd name="T4" fmla="*/ 60 w 120"/>
                <a:gd name="T5" fmla="*/ 0 h 180"/>
                <a:gd name="T6" fmla="*/ 0 w 120"/>
                <a:gd name="T7" fmla="*/ 60 h 180"/>
                <a:gd name="T8" fmla="*/ 0 w 120"/>
                <a:gd name="T9" fmla="*/ 180 h 180"/>
                <a:gd name="T10" fmla="*/ 120 w 120"/>
                <a:gd name="T11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80">
                  <a:moveTo>
                    <a:pt x="120" y="180"/>
                  </a:move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180"/>
                    <a:pt x="0" y="180"/>
                    <a:pt x="0" y="180"/>
                  </a:cubicBezTo>
                  <a:lnTo>
                    <a:pt x="120" y="1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133" name="Freeform 126"/>
          <p:cNvSpPr/>
          <p:nvPr/>
        </p:nvSpPr>
        <p:spPr bwMode="auto">
          <a:xfrm>
            <a:off x="3849792" y="1831181"/>
            <a:ext cx="382240" cy="223838"/>
          </a:xfrm>
          <a:custGeom>
            <a:avLst/>
            <a:gdLst>
              <a:gd name="T0" fmla="*/ 509756 w 120"/>
              <a:gd name="T1" fmla="*/ 258953 h 69"/>
              <a:gd name="T2" fmla="*/ 254878 w 120"/>
              <a:gd name="T3" fmla="*/ 0 h 69"/>
              <a:gd name="T4" fmla="*/ 0 w 120"/>
              <a:gd name="T5" fmla="*/ 258953 h 69"/>
              <a:gd name="T6" fmla="*/ 0 w 120"/>
              <a:gd name="T7" fmla="*/ 297796 h 69"/>
              <a:gd name="T8" fmla="*/ 509756 w 120"/>
              <a:gd name="T9" fmla="*/ 297796 h 69"/>
              <a:gd name="T10" fmla="*/ 509756 w 120"/>
              <a:gd name="T11" fmla="*/ 258953 h 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0" h="69">
                <a:moveTo>
                  <a:pt x="120" y="60"/>
                </a:moveTo>
                <a:cubicBezTo>
                  <a:pt x="120" y="27"/>
                  <a:pt x="93" y="0"/>
                  <a:pt x="60" y="0"/>
                </a:cubicBezTo>
                <a:cubicBezTo>
                  <a:pt x="27" y="0"/>
                  <a:pt x="0" y="27"/>
                  <a:pt x="0" y="60"/>
                </a:cubicBezTo>
                <a:cubicBezTo>
                  <a:pt x="0" y="69"/>
                  <a:pt x="0" y="69"/>
                  <a:pt x="0" y="69"/>
                </a:cubicBezTo>
                <a:cubicBezTo>
                  <a:pt x="120" y="69"/>
                  <a:pt x="120" y="69"/>
                  <a:pt x="120" y="69"/>
                </a:cubicBezTo>
                <a:lnTo>
                  <a:pt x="120" y="60"/>
                </a:lnTo>
                <a:close/>
              </a:path>
            </a:pathLst>
          </a:custGeom>
          <a:solidFill>
            <a:schemeClr val="tx1">
              <a:alpha val="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34" name="Group 2"/>
          <p:cNvGrpSpPr/>
          <p:nvPr/>
        </p:nvGrpSpPr>
        <p:grpSpPr>
          <a:xfrm>
            <a:off x="3756411" y="1864530"/>
            <a:ext cx="573774" cy="1990413"/>
            <a:chOff x="5007896" y="2486040"/>
            <a:chExt cx="764932" cy="2653884"/>
          </a:xfrm>
          <a:solidFill>
            <a:srgbClr val="E9344C"/>
          </a:solidFill>
        </p:grpSpPr>
        <p:sp>
          <p:nvSpPr>
            <p:cNvPr id="135" name="Rectangle 125"/>
            <p:cNvSpPr>
              <a:spLocks noChangeArrowheads="1"/>
            </p:cNvSpPr>
            <p:nvPr/>
          </p:nvSpPr>
          <p:spPr bwMode="auto">
            <a:xfrm>
              <a:off x="5135484" y="2768069"/>
              <a:ext cx="509757" cy="2101409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36" name="Freeform 127"/>
            <p:cNvSpPr/>
            <p:nvPr/>
          </p:nvSpPr>
          <p:spPr bwMode="auto">
            <a:xfrm>
              <a:off x="5135485" y="2486040"/>
              <a:ext cx="509756" cy="297796"/>
            </a:xfrm>
            <a:custGeom>
              <a:avLst/>
              <a:gdLst>
                <a:gd name="T0" fmla="*/ 120 w 120"/>
                <a:gd name="T1" fmla="*/ 60 h 69"/>
                <a:gd name="T2" fmla="*/ 60 w 120"/>
                <a:gd name="T3" fmla="*/ 0 h 69"/>
                <a:gd name="T4" fmla="*/ 0 w 120"/>
                <a:gd name="T5" fmla="*/ 60 h 69"/>
                <a:gd name="T6" fmla="*/ 0 w 120"/>
                <a:gd name="T7" fmla="*/ 69 h 69"/>
                <a:gd name="T8" fmla="*/ 120 w 120"/>
                <a:gd name="T9" fmla="*/ 69 h 69"/>
                <a:gd name="T10" fmla="*/ 120 w 120"/>
                <a:gd name="T11" fmla="*/ 6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69">
                  <a:moveTo>
                    <a:pt x="120" y="60"/>
                  </a:move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2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grpSp>
          <p:nvGrpSpPr>
            <p:cNvPr id="137" name="Group 128"/>
            <p:cNvGrpSpPr/>
            <p:nvPr/>
          </p:nvGrpSpPr>
          <p:grpSpPr>
            <a:xfrm>
              <a:off x="5007896" y="4819356"/>
              <a:ext cx="764932" cy="320568"/>
              <a:chOff x="9117724" y="4117494"/>
              <a:chExt cx="693213" cy="290513"/>
            </a:xfrm>
            <a:grpFill/>
          </p:grpSpPr>
          <p:sp>
            <p:nvSpPr>
              <p:cNvPr id="138" name="Freeform 129"/>
              <p:cNvSpPr/>
              <p:nvPr/>
            </p:nvSpPr>
            <p:spPr bwMode="auto">
              <a:xfrm>
                <a:off x="9461687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139" name="Freeform 130"/>
              <p:cNvSpPr/>
              <p:nvPr/>
            </p:nvSpPr>
            <p:spPr bwMode="auto">
              <a:xfrm>
                <a:off x="9234937" y="4134957"/>
                <a:ext cx="460375" cy="273050"/>
              </a:xfrm>
              <a:custGeom>
                <a:avLst/>
                <a:gdLst>
                  <a:gd name="T0" fmla="*/ 0 w 120"/>
                  <a:gd name="T1" fmla="*/ 0 h 70"/>
                  <a:gd name="T2" fmla="*/ 0 w 120"/>
                  <a:gd name="T3" fmla="*/ 10 h 70"/>
                  <a:gd name="T4" fmla="*/ 60 w 120"/>
                  <a:gd name="T5" fmla="*/ 70 h 70"/>
                  <a:gd name="T6" fmla="*/ 120 w 120"/>
                  <a:gd name="T7" fmla="*/ 10 h 70"/>
                  <a:gd name="T8" fmla="*/ 120 w 120"/>
                  <a:gd name="T9" fmla="*/ 0 h 70"/>
                  <a:gd name="T10" fmla="*/ 0 w 120"/>
                  <a:gd name="T1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70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43"/>
                      <a:pt x="27" y="70"/>
                      <a:pt x="60" y="70"/>
                    </a:cubicBezTo>
                    <a:cubicBezTo>
                      <a:pt x="93" y="70"/>
                      <a:pt x="120" y="43"/>
                      <a:pt x="120" y="10"/>
                    </a:cubicBezTo>
                    <a:cubicBezTo>
                      <a:pt x="120" y="0"/>
                      <a:pt x="120" y="0"/>
                      <a:pt x="12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140" name="Freeform 131"/>
              <p:cNvSpPr/>
              <p:nvPr/>
            </p:nvSpPr>
            <p:spPr bwMode="auto">
              <a:xfrm flipH="1">
                <a:off x="9117724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</p:grpSp>
      </p:grpSp>
      <p:grpSp>
        <p:nvGrpSpPr>
          <p:cNvPr id="141" name="Group 132"/>
          <p:cNvGrpSpPr/>
          <p:nvPr/>
        </p:nvGrpSpPr>
        <p:grpSpPr>
          <a:xfrm>
            <a:off x="4387356" y="1515059"/>
            <a:ext cx="382368" cy="2339886"/>
            <a:chOff x="6502710" y="2210578"/>
            <a:chExt cx="509757" cy="3119848"/>
          </a:xfrm>
          <a:solidFill>
            <a:schemeClr val="bg1">
              <a:lumMod val="85000"/>
            </a:schemeClr>
          </a:solidFill>
        </p:grpSpPr>
        <p:sp>
          <p:nvSpPr>
            <p:cNvPr id="142" name="Rectangle 133"/>
            <p:cNvSpPr>
              <a:spLocks noChangeArrowheads="1"/>
            </p:cNvSpPr>
            <p:nvPr/>
          </p:nvSpPr>
          <p:spPr bwMode="auto">
            <a:xfrm>
              <a:off x="6502710" y="3773130"/>
              <a:ext cx="509757" cy="70069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43" name="Rectangle 134"/>
            <p:cNvSpPr>
              <a:spLocks noChangeArrowheads="1"/>
            </p:cNvSpPr>
            <p:nvPr/>
          </p:nvSpPr>
          <p:spPr bwMode="auto">
            <a:xfrm>
              <a:off x="6502710" y="2974337"/>
              <a:ext cx="509757" cy="78127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44" name="Freeform 135"/>
            <p:cNvSpPr/>
            <p:nvPr/>
          </p:nvSpPr>
          <p:spPr bwMode="auto">
            <a:xfrm>
              <a:off x="6502710" y="4491343"/>
              <a:ext cx="509757" cy="839083"/>
            </a:xfrm>
            <a:custGeom>
              <a:avLst/>
              <a:gdLst>
                <a:gd name="T0" fmla="*/ 0 w 120"/>
                <a:gd name="T1" fmla="*/ 0 h 202"/>
                <a:gd name="T2" fmla="*/ 0 w 120"/>
                <a:gd name="T3" fmla="*/ 142 h 202"/>
                <a:gd name="T4" fmla="*/ 60 w 120"/>
                <a:gd name="T5" fmla="*/ 202 h 202"/>
                <a:gd name="T6" fmla="*/ 120 w 120"/>
                <a:gd name="T7" fmla="*/ 142 h 202"/>
                <a:gd name="T8" fmla="*/ 120 w 120"/>
                <a:gd name="T9" fmla="*/ 0 h 202"/>
                <a:gd name="T10" fmla="*/ 0 w 120"/>
                <a:gd name="T11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202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175"/>
                    <a:pt x="27" y="202"/>
                    <a:pt x="60" y="202"/>
                  </a:cubicBezTo>
                  <a:cubicBezTo>
                    <a:pt x="93" y="202"/>
                    <a:pt x="120" y="175"/>
                    <a:pt x="120" y="142"/>
                  </a:cubicBezTo>
                  <a:cubicBezTo>
                    <a:pt x="120" y="0"/>
                    <a:pt x="120" y="0"/>
                    <a:pt x="12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45" name="Freeform 136"/>
            <p:cNvSpPr/>
            <p:nvPr/>
          </p:nvSpPr>
          <p:spPr bwMode="auto">
            <a:xfrm>
              <a:off x="6502710" y="2210578"/>
              <a:ext cx="509757" cy="747991"/>
            </a:xfrm>
            <a:custGeom>
              <a:avLst/>
              <a:gdLst>
                <a:gd name="T0" fmla="*/ 120 w 120"/>
                <a:gd name="T1" fmla="*/ 180 h 180"/>
                <a:gd name="T2" fmla="*/ 120 w 120"/>
                <a:gd name="T3" fmla="*/ 60 h 180"/>
                <a:gd name="T4" fmla="*/ 60 w 120"/>
                <a:gd name="T5" fmla="*/ 0 h 180"/>
                <a:gd name="T6" fmla="*/ 0 w 120"/>
                <a:gd name="T7" fmla="*/ 60 h 180"/>
                <a:gd name="T8" fmla="*/ 0 w 120"/>
                <a:gd name="T9" fmla="*/ 180 h 180"/>
                <a:gd name="T10" fmla="*/ 120 w 120"/>
                <a:gd name="T11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80">
                  <a:moveTo>
                    <a:pt x="120" y="180"/>
                  </a:move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180"/>
                    <a:pt x="0" y="180"/>
                    <a:pt x="0" y="180"/>
                  </a:cubicBezTo>
                  <a:lnTo>
                    <a:pt x="120" y="1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</p:grpSp>
      <p:sp>
        <p:nvSpPr>
          <p:cNvPr id="146" name="Freeform 139"/>
          <p:cNvSpPr/>
          <p:nvPr/>
        </p:nvSpPr>
        <p:spPr bwMode="auto">
          <a:xfrm>
            <a:off x="4383262" y="2693194"/>
            <a:ext cx="383431" cy="223838"/>
          </a:xfrm>
          <a:custGeom>
            <a:avLst/>
            <a:gdLst>
              <a:gd name="T0" fmla="*/ 509756 w 120"/>
              <a:gd name="T1" fmla="*/ 258953 h 69"/>
              <a:gd name="T2" fmla="*/ 254878 w 120"/>
              <a:gd name="T3" fmla="*/ 0 h 69"/>
              <a:gd name="T4" fmla="*/ 0 w 120"/>
              <a:gd name="T5" fmla="*/ 258953 h 69"/>
              <a:gd name="T6" fmla="*/ 0 w 120"/>
              <a:gd name="T7" fmla="*/ 297796 h 69"/>
              <a:gd name="T8" fmla="*/ 509756 w 120"/>
              <a:gd name="T9" fmla="*/ 297796 h 69"/>
              <a:gd name="T10" fmla="*/ 509756 w 120"/>
              <a:gd name="T11" fmla="*/ 258953 h 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0" h="69">
                <a:moveTo>
                  <a:pt x="120" y="60"/>
                </a:moveTo>
                <a:cubicBezTo>
                  <a:pt x="120" y="27"/>
                  <a:pt x="93" y="0"/>
                  <a:pt x="60" y="0"/>
                </a:cubicBezTo>
                <a:cubicBezTo>
                  <a:pt x="27" y="0"/>
                  <a:pt x="0" y="27"/>
                  <a:pt x="0" y="60"/>
                </a:cubicBezTo>
                <a:cubicBezTo>
                  <a:pt x="0" y="69"/>
                  <a:pt x="0" y="69"/>
                  <a:pt x="0" y="69"/>
                </a:cubicBezTo>
                <a:cubicBezTo>
                  <a:pt x="120" y="69"/>
                  <a:pt x="120" y="69"/>
                  <a:pt x="120" y="69"/>
                </a:cubicBezTo>
                <a:lnTo>
                  <a:pt x="120" y="60"/>
                </a:lnTo>
                <a:close/>
              </a:path>
            </a:pathLst>
          </a:custGeom>
          <a:solidFill>
            <a:schemeClr val="tx1">
              <a:alpha val="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47" name="Group 1"/>
          <p:cNvGrpSpPr/>
          <p:nvPr/>
        </p:nvGrpSpPr>
        <p:grpSpPr>
          <a:xfrm>
            <a:off x="4290339" y="2726910"/>
            <a:ext cx="478071" cy="1128034"/>
            <a:chOff x="5719707" y="3635879"/>
            <a:chExt cx="637345" cy="150404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48" name="Rectangle 138"/>
            <p:cNvSpPr>
              <a:spLocks noChangeArrowheads="1"/>
            </p:cNvSpPr>
            <p:nvPr/>
          </p:nvSpPr>
          <p:spPr bwMode="auto">
            <a:xfrm>
              <a:off x="5847295" y="3906864"/>
              <a:ext cx="509757" cy="96261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sp>
          <p:nvSpPr>
            <p:cNvPr id="149" name="Freeform 140"/>
            <p:cNvSpPr/>
            <p:nvPr/>
          </p:nvSpPr>
          <p:spPr bwMode="auto">
            <a:xfrm>
              <a:off x="5847296" y="3635879"/>
              <a:ext cx="509756" cy="297796"/>
            </a:xfrm>
            <a:custGeom>
              <a:avLst/>
              <a:gdLst>
                <a:gd name="T0" fmla="*/ 120 w 120"/>
                <a:gd name="T1" fmla="*/ 60 h 69"/>
                <a:gd name="T2" fmla="*/ 60 w 120"/>
                <a:gd name="T3" fmla="*/ 0 h 69"/>
                <a:gd name="T4" fmla="*/ 0 w 120"/>
                <a:gd name="T5" fmla="*/ 60 h 69"/>
                <a:gd name="T6" fmla="*/ 0 w 120"/>
                <a:gd name="T7" fmla="*/ 69 h 69"/>
                <a:gd name="T8" fmla="*/ 120 w 120"/>
                <a:gd name="T9" fmla="*/ 69 h 69"/>
                <a:gd name="T10" fmla="*/ 120 w 120"/>
                <a:gd name="T11" fmla="*/ 6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69">
                  <a:moveTo>
                    <a:pt x="120" y="60"/>
                  </a:moveTo>
                  <a:cubicBezTo>
                    <a:pt x="120" y="27"/>
                    <a:pt x="93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2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id-ID">
                <a:latin typeface="+mn-lt"/>
              </a:endParaRPr>
            </a:p>
          </p:txBody>
        </p:sp>
        <p:grpSp>
          <p:nvGrpSpPr>
            <p:cNvPr id="150" name="Group 141"/>
            <p:cNvGrpSpPr/>
            <p:nvPr/>
          </p:nvGrpSpPr>
          <p:grpSpPr>
            <a:xfrm>
              <a:off x="5719707" y="4819356"/>
              <a:ext cx="637344" cy="320568"/>
              <a:chOff x="9762797" y="4117494"/>
              <a:chExt cx="577588" cy="290513"/>
            </a:xfrm>
            <a:grpFill/>
          </p:grpSpPr>
          <p:sp>
            <p:nvSpPr>
              <p:cNvPr id="151" name="Freeform 142"/>
              <p:cNvSpPr/>
              <p:nvPr/>
            </p:nvSpPr>
            <p:spPr bwMode="auto">
              <a:xfrm>
                <a:off x="9880010" y="4134957"/>
                <a:ext cx="460375" cy="273050"/>
              </a:xfrm>
              <a:custGeom>
                <a:avLst/>
                <a:gdLst>
                  <a:gd name="T0" fmla="*/ 0 w 120"/>
                  <a:gd name="T1" fmla="*/ 0 h 70"/>
                  <a:gd name="T2" fmla="*/ 0 w 120"/>
                  <a:gd name="T3" fmla="*/ 10 h 70"/>
                  <a:gd name="T4" fmla="*/ 60 w 120"/>
                  <a:gd name="T5" fmla="*/ 70 h 70"/>
                  <a:gd name="T6" fmla="*/ 120 w 120"/>
                  <a:gd name="T7" fmla="*/ 10 h 70"/>
                  <a:gd name="T8" fmla="*/ 120 w 120"/>
                  <a:gd name="T9" fmla="*/ 0 h 70"/>
                  <a:gd name="T10" fmla="*/ 0 w 120"/>
                  <a:gd name="T1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70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43"/>
                      <a:pt x="27" y="70"/>
                      <a:pt x="60" y="70"/>
                    </a:cubicBezTo>
                    <a:cubicBezTo>
                      <a:pt x="93" y="70"/>
                      <a:pt x="120" y="43"/>
                      <a:pt x="120" y="10"/>
                    </a:cubicBezTo>
                    <a:cubicBezTo>
                      <a:pt x="120" y="0"/>
                      <a:pt x="120" y="0"/>
                      <a:pt x="12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  <p:sp>
            <p:nvSpPr>
              <p:cNvPr id="152" name="Freeform 143"/>
              <p:cNvSpPr/>
              <p:nvPr/>
            </p:nvSpPr>
            <p:spPr bwMode="auto">
              <a:xfrm flipH="1">
                <a:off x="9762797" y="4117494"/>
                <a:ext cx="349250" cy="290513"/>
              </a:xfrm>
              <a:custGeom>
                <a:avLst/>
                <a:gdLst>
                  <a:gd name="T0" fmla="*/ 60 w 90"/>
                  <a:gd name="T1" fmla="*/ 45 h 75"/>
                  <a:gd name="T2" fmla="*/ 60 w 90"/>
                  <a:gd name="T3" fmla="*/ 0 h 75"/>
                  <a:gd name="T4" fmla="*/ 0 w 90"/>
                  <a:gd name="T5" fmla="*/ 0 h 75"/>
                  <a:gd name="T6" fmla="*/ 0 w 90"/>
                  <a:gd name="T7" fmla="*/ 75 h 75"/>
                  <a:gd name="T8" fmla="*/ 90 w 90"/>
                  <a:gd name="T9" fmla="*/ 75 h 75"/>
                  <a:gd name="T10" fmla="*/ 60 w 90"/>
                  <a:gd name="T11" fmla="*/ 4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" h="75">
                    <a:moveTo>
                      <a:pt x="60" y="45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73" y="75"/>
                      <a:pt x="60" y="61"/>
                      <a:pt x="6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id-ID">
                  <a:latin typeface="+mn-lt"/>
                </a:endParaRPr>
              </a:p>
            </p:txBody>
          </p:sp>
        </p:grpSp>
      </p:grpSp>
      <p:cxnSp>
        <p:nvCxnSpPr>
          <p:cNvPr id="153" name="Straight Connector 144"/>
          <p:cNvCxnSpPr/>
          <p:nvPr/>
        </p:nvCxnSpPr>
        <p:spPr>
          <a:xfrm>
            <a:off x="602535" y="4089797"/>
            <a:ext cx="4164158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45"/>
          <p:cNvSpPr/>
          <p:nvPr/>
        </p:nvSpPr>
        <p:spPr>
          <a:xfrm>
            <a:off x="752573" y="4054079"/>
            <a:ext cx="83355" cy="83344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55" name="Oval 146"/>
          <p:cNvSpPr/>
          <p:nvPr/>
        </p:nvSpPr>
        <p:spPr>
          <a:xfrm>
            <a:off x="1300332" y="4054079"/>
            <a:ext cx="83355" cy="8334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56" name="Oval 147"/>
          <p:cNvSpPr/>
          <p:nvPr/>
        </p:nvSpPr>
        <p:spPr>
          <a:xfrm>
            <a:off x="1848091" y="4054079"/>
            <a:ext cx="83355" cy="83344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378CBA"/>
              </a:solidFill>
            </a:endParaRPr>
          </a:p>
        </p:txBody>
      </p:sp>
      <p:sp>
        <p:nvSpPr>
          <p:cNvPr id="157" name="Oval 148"/>
          <p:cNvSpPr/>
          <p:nvPr/>
        </p:nvSpPr>
        <p:spPr>
          <a:xfrm>
            <a:off x="2380370" y="4054079"/>
            <a:ext cx="83355" cy="8334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58" name="Oval 149"/>
          <p:cNvSpPr/>
          <p:nvPr/>
        </p:nvSpPr>
        <p:spPr>
          <a:xfrm>
            <a:off x="2918602" y="4054079"/>
            <a:ext cx="83355" cy="83344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378CBA"/>
              </a:solidFill>
            </a:endParaRPr>
          </a:p>
        </p:txBody>
      </p:sp>
      <p:sp>
        <p:nvSpPr>
          <p:cNvPr id="159" name="Oval 150"/>
          <p:cNvSpPr/>
          <p:nvPr/>
        </p:nvSpPr>
        <p:spPr>
          <a:xfrm>
            <a:off x="3459216" y="4054079"/>
            <a:ext cx="84545" cy="83344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60" name="Oval 151"/>
          <p:cNvSpPr/>
          <p:nvPr/>
        </p:nvSpPr>
        <p:spPr>
          <a:xfrm>
            <a:off x="4001021" y="4054079"/>
            <a:ext cx="83355" cy="83344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378CBA"/>
              </a:solidFill>
            </a:endParaRPr>
          </a:p>
        </p:txBody>
      </p:sp>
      <p:sp>
        <p:nvSpPr>
          <p:cNvPr id="161" name="Oval 152"/>
          <p:cNvSpPr/>
          <p:nvPr/>
        </p:nvSpPr>
        <p:spPr>
          <a:xfrm>
            <a:off x="4533300" y="4054079"/>
            <a:ext cx="83355" cy="8334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62" name="TextBox 161"/>
          <p:cNvSpPr txBox="1">
            <a:spLocks noChangeArrowheads="1"/>
          </p:cNvSpPr>
          <p:nvPr/>
        </p:nvSpPr>
        <p:spPr bwMode="auto">
          <a:xfrm>
            <a:off x="633034" y="3048000"/>
            <a:ext cx="321242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id-ID" altLang="zh-CN" b="1">
                <a:solidFill>
                  <a:schemeClr val="bg1"/>
                </a:solidFill>
              </a:rPr>
              <a:t>20</a:t>
            </a:r>
            <a:endParaRPr lang="id-ID" altLang="zh-CN" b="1">
              <a:solidFill>
                <a:schemeClr val="bg1"/>
              </a:solidFill>
            </a:endParaRPr>
          </a:p>
          <a:p>
            <a:pPr algn="ctr" eaLnBrk="1" hangingPunct="1"/>
            <a:r>
              <a:rPr lang="id-ID" altLang="zh-CN" sz="800">
                <a:solidFill>
                  <a:schemeClr val="bg1"/>
                </a:solidFill>
              </a:rPr>
              <a:t>%</a:t>
            </a:r>
            <a:endParaRPr lang="id-ID" altLang="zh-CN" sz="800">
              <a:solidFill>
                <a:schemeClr val="bg1"/>
              </a:solidFill>
            </a:endParaRPr>
          </a:p>
        </p:txBody>
      </p:sp>
      <p:sp>
        <p:nvSpPr>
          <p:cNvPr id="163" name="TextBox 162"/>
          <p:cNvSpPr txBox="1">
            <a:spLocks noChangeArrowheads="1"/>
          </p:cNvSpPr>
          <p:nvPr/>
        </p:nvSpPr>
        <p:spPr bwMode="auto">
          <a:xfrm>
            <a:off x="1189128" y="3378994"/>
            <a:ext cx="321242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id-ID" altLang="zh-CN" b="1">
                <a:solidFill>
                  <a:schemeClr val="bg1"/>
                </a:solidFill>
              </a:rPr>
              <a:t>10</a:t>
            </a:r>
            <a:endParaRPr lang="id-ID" altLang="zh-CN" b="1">
              <a:solidFill>
                <a:schemeClr val="bg1"/>
              </a:solidFill>
            </a:endParaRPr>
          </a:p>
          <a:p>
            <a:pPr algn="ctr" eaLnBrk="1" hangingPunct="1"/>
            <a:r>
              <a:rPr lang="id-ID" altLang="zh-CN" sz="800">
                <a:solidFill>
                  <a:schemeClr val="bg1"/>
                </a:solidFill>
              </a:rPr>
              <a:t>%</a:t>
            </a:r>
            <a:endParaRPr lang="id-ID" altLang="zh-CN" sz="800">
              <a:solidFill>
                <a:schemeClr val="bg1"/>
              </a:solidFill>
            </a:endParaRPr>
          </a:p>
        </p:txBody>
      </p:sp>
      <p:sp>
        <p:nvSpPr>
          <p:cNvPr id="164" name="TextBox 163"/>
          <p:cNvSpPr txBox="1">
            <a:spLocks noChangeArrowheads="1"/>
          </p:cNvSpPr>
          <p:nvPr/>
        </p:nvSpPr>
        <p:spPr bwMode="auto">
          <a:xfrm>
            <a:off x="1724979" y="2676525"/>
            <a:ext cx="321242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id-ID" altLang="zh-CN" b="1">
                <a:solidFill>
                  <a:schemeClr val="bg1"/>
                </a:solidFill>
              </a:rPr>
              <a:t>45</a:t>
            </a:r>
            <a:endParaRPr lang="id-ID" altLang="zh-CN" b="1">
              <a:solidFill>
                <a:schemeClr val="bg1"/>
              </a:solidFill>
            </a:endParaRPr>
          </a:p>
          <a:p>
            <a:pPr algn="ctr" eaLnBrk="1" hangingPunct="1"/>
            <a:r>
              <a:rPr lang="id-ID" altLang="zh-CN" sz="800">
                <a:solidFill>
                  <a:schemeClr val="bg1"/>
                </a:solidFill>
              </a:rPr>
              <a:t>%</a:t>
            </a:r>
            <a:endParaRPr lang="id-ID" altLang="zh-CN" sz="800">
              <a:solidFill>
                <a:schemeClr val="bg1"/>
              </a:solidFill>
            </a:endParaRPr>
          </a:p>
        </p:txBody>
      </p:sp>
      <p:sp>
        <p:nvSpPr>
          <p:cNvPr id="165" name="TextBox 164"/>
          <p:cNvSpPr txBox="1">
            <a:spLocks noChangeArrowheads="1"/>
          </p:cNvSpPr>
          <p:nvPr/>
        </p:nvSpPr>
        <p:spPr bwMode="auto">
          <a:xfrm>
            <a:off x="2260830" y="2166938"/>
            <a:ext cx="321242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id-ID" altLang="zh-CN" b="1">
                <a:solidFill>
                  <a:schemeClr val="bg1"/>
                </a:solidFill>
              </a:rPr>
              <a:t>75</a:t>
            </a:r>
            <a:endParaRPr lang="id-ID" altLang="zh-CN" b="1">
              <a:solidFill>
                <a:schemeClr val="bg1"/>
              </a:solidFill>
            </a:endParaRPr>
          </a:p>
          <a:p>
            <a:pPr algn="ctr" eaLnBrk="1" hangingPunct="1"/>
            <a:r>
              <a:rPr lang="id-ID" altLang="zh-CN" sz="800">
                <a:solidFill>
                  <a:schemeClr val="bg1"/>
                </a:solidFill>
              </a:rPr>
              <a:t>%</a:t>
            </a:r>
            <a:endParaRPr lang="id-ID" altLang="zh-CN" sz="800">
              <a:solidFill>
                <a:schemeClr val="bg1"/>
              </a:solidFill>
            </a:endParaRPr>
          </a:p>
        </p:txBody>
      </p:sp>
      <p:sp>
        <p:nvSpPr>
          <p:cNvPr id="166" name="TextBox 165"/>
          <p:cNvSpPr txBox="1">
            <a:spLocks noChangeArrowheads="1"/>
          </p:cNvSpPr>
          <p:nvPr/>
        </p:nvSpPr>
        <p:spPr bwMode="auto">
          <a:xfrm>
            <a:off x="2757545" y="1608535"/>
            <a:ext cx="412613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id-ID" altLang="zh-CN" b="1">
                <a:solidFill>
                  <a:schemeClr val="bg1"/>
                </a:solidFill>
              </a:rPr>
              <a:t>100</a:t>
            </a:r>
            <a:endParaRPr lang="id-ID" altLang="zh-CN" b="1">
              <a:solidFill>
                <a:schemeClr val="bg1"/>
              </a:solidFill>
            </a:endParaRPr>
          </a:p>
          <a:p>
            <a:pPr algn="ctr" eaLnBrk="1" hangingPunct="1"/>
            <a:r>
              <a:rPr lang="id-ID" altLang="zh-CN" sz="800">
                <a:solidFill>
                  <a:schemeClr val="bg1"/>
                </a:solidFill>
              </a:rPr>
              <a:t>%</a:t>
            </a:r>
            <a:endParaRPr lang="id-ID" altLang="zh-CN" sz="800">
              <a:solidFill>
                <a:schemeClr val="bg1"/>
              </a:solidFill>
            </a:endParaRPr>
          </a:p>
        </p:txBody>
      </p:sp>
      <p:sp>
        <p:nvSpPr>
          <p:cNvPr id="167" name="TextBox 166"/>
          <p:cNvSpPr txBox="1">
            <a:spLocks noChangeArrowheads="1"/>
          </p:cNvSpPr>
          <p:nvPr/>
        </p:nvSpPr>
        <p:spPr bwMode="auto">
          <a:xfrm>
            <a:off x="3882673" y="1956197"/>
            <a:ext cx="321242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id-ID" altLang="zh-CN" b="1">
                <a:solidFill>
                  <a:schemeClr val="bg1"/>
                </a:solidFill>
              </a:rPr>
              <a:t>85</a:t>
            </a:r>
            <a:endParaRPr lang="id-ID" altLang="zh-CN" b="1">
              <a:solidFill>
                <a:schemeClr val="bg1"/>
              </a:solidFill>
            </a:endParaRPr>
          </a:p>
          <a:p>
            <a:pPr algn="ctr" eaLnBrk="1" hangingPunct="1"/>
            <a:r>
              <a:rPr lang="id-ID" altLang="zh-CN" sz="800">
                <a:solidFill>
                  <a:schemeClr val="bg1"/>
                </a:solidFill>
              </a:rPr>
              <a:t>%</a:t>
            </a:r>
            <a:endParaRPr lang="id-ID" altLang="zh-CN" sz="800">
              <a:solidFill>
                <a:schemeClr val="bg1"/>
              </a:solidFill>
            </a:endParaRPr>
          </a:p>
        </p:txBody>
      </p:sp>
      <p:sp>
        <p:nvSpPr>
          <p:cNvPr id="168" name="TextBox 167"/>
          <p:cNvSpPr txBox="1">
            <a:spLocks noChangeArrowheads="1"/>
          </p:cNvSpPr>
          <p:nvPr/>
        </p:nvSpPr>
        <p:spPr bwMode="auto">
          <a:xfrm>
            <a:off x="3349203" y="2481263"/>
            <a:ext cx="321242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id-ID" altLang="zh-CN" b="1">
                <a:solidFill>
                  <a:schemeClr val="bg1"/>
                </a:solidFill>
              </a:rPr>
              <a:t>55</a:t>
            </a:r>
            <a:endParaRPr lang="id-ID" altLang="zh-CN" b="1">
              <a:solidFill>
                <a:schemeClr val="bg1"/>
              </a:solidFill>
            </a:endParaRPr>
          </a:p>
          <a:p>
            <a:pPr algn="ctr" eaLnBrk="1" hangingPunct="1"/>
            <a:r>
              <a:rPr lang="id-ID" altLang="zh-CN" sz="800">
                <a:solidFill>
                  <a:schemeClr val="bg1"/>
                </a:solidFill>
              </a:rPr>
              <a:t>%</a:t>
            </a:r>
            <a:endParaRPr lang="id-ID" altLang="zh-CN" sz="800">
              <a:solidFill>
                <a:schemeClr val="bg1"/>
              </a:solidFill>
            </a:endParaRPr>
          </a:p>
        </p:txBody>
      </p:sp>
      <p:sp>
        <p:nvSpPr>
          <p:cNvPr id="169" name="TextBox 168"/>
          <p:cNvSpPr txBox="1">
            <a:spLocks noChangeArrowheads="1"/>
          </p:cNvSpPr>
          <p:nvPr/>
        </p:nvSpPr>
        <p:spPr bwMode="auto">
          <a:xfrm>
            <a:off x="4414951" y="2820591"/>
            <a:ext cx="321242" cy="407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id-ID" altLang="zh-CN" b="1">
                <a:solidFill>
                  <a:schemeClr val="bg1"/>
                </a:solidFill>
              </a:rPr>
              <a:t>40</a:t>
            </a:r>
            <a:endParaRPr lang="id-ID" altLang="zh-CN" b="1">
              <a:solidFill>
                <a:schemeClr val="bg1"/>
              </a:solidFill>
            </a:endParaRPr>
          </a:p>
          <a:p>
            <a:pPr algn="ctr" eaLnBrk="1" hangingPunct="1"/>
            <a:r>
              <a:rPr lang="id-ID" altLang="zh-CN" sz="800">
                <a:solidFill>
                  <a:schemeClr val="bg1"/>
                </a:solidFill>
              </a:rPr>
              <a:t>%</a:t>
            </a:r>
            <a:endParaRPr lang="id-ID" altLang="zh-CN" sz="800">
              <a:solidFill>
                <a:schemeClr val="bg1"/>
              </a:solidFill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4401123" y="4132660"/>
            <a:ext cx="189796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8</a:t>
            </a:r>
            <a:endParaRPr lang="id-ID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3855745" y="4132660"/>
            <a:ext cx="189796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7</a:t>
            </a:r>
            <a:endParaRPr lang="id-ID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3330612" y="4132660"/>
            <a:ext cx="189796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6</a:t>
            </a:r>
            <a:endParaRPr lang="id-ID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2789998" y="4132660"/>
            <a:ext cx="189796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5</a:t>
            </a:r>
            <a:endParaRPr lang="id-ID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2248192" y="4132660"/>
            <a:ext cx="189796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4</a:t>
            </a:r>
            <a:endParaRPr lang="id-ID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1713533" y="4132660"/>
            <a:ext cx="189796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id-ID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174109" y="4132660"/>
            <a:ext cx="189796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id-ID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629923" y="4132660"/>
            <a:ext cx="189796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id-ID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TextBox 177"/>
          <p:cNvSpPr txBox="1">
            <a:spLocks noChangeArrowheads="1"/>
          </p:cNvSpPr>
          <p:nvPr/>
        </p:nvSpPr>
        <p:spPr bwMode="auto">
          <a:xfrm>
            <a:off x="5272696" y="1833563"/>
            <a:ext cx="1985159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2400" dirty="0">
                <a:solidFill>
                  <a:srgbClr val="E9344C"/>
                </a:solidFill>
                <a:latin typeface="方正兰亭粗黑简体" pitchFamily="2" charset="-122"/>
                <a:ea typeface="方正兰亭粗黑简体" pitchFamily="2" charset="-122"/>
              </a:rPr>
              <a:t>输入</a:t>
            </a:r>
            <a:r>
              <a:rPr lang="zh-CN" altLang="en-US" sz="2400" dirty="0" smtClean="0">
                <a:solidFill>
                  <a:srgbClr val="E9344C"/>
                </a:solidFill>
                <a:latin typeface="方正兰亭粗黑简体" pitchFamily="2" charset="-122"/>
                <a:ea typeface="方正兰亭粗黑简体" pitchFamily="2" charset="-122"/>
              </a:rPr>
              <a:t>标题内容</a:t>
            </a:r>
            <a:endParaRPr lang="id-ID" altLang="zh-CN" sz="2400" dirty="0">
              <a:solidFill>
                <a:srgbClr val="E9344C"/>
              </a:solidFill>
              <a:latin typeface="方正兰亭粗黑简体" pitchFamily="2" charset="-122"/>
              <a:ea typeface="方正兰亭粗黑简体" pitchFamily="2" charset="-122"/>
            </a:endParaRPr>
          </a:p>
        </p:txBody>
      </p:sp>
      <p:sp>
        <p:nvSpPr>
          <p:cNvPr id="179" name="Rectangle 185"/>
          <p:cNvSpPr/>
          <p:nvPr/>
        </p:nvSpPr>
        <p:spPr>
          <a:xfrm>
            <a:off x="5273965" y="2256235"/>
            <a:ext cx="3441354" cy="1497654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10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100" dirty="0" smtClean="0">
              <a:solidFill>
                <a:schemeClr val="bg1">
                  <a:lumMod val="50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endParaRPr lang="zh-CN" altLang="en-US" sz="1100" dirty="0" smtClean="0">
              <a:solidFill>
                <a:schemeClr val="bg1">
                  <a:lumMod val="50000"/>
                </a:schemeClr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500"/>
                            </p:stCondLst>
                            <p:childTnLst>
                              <p:par>
                                <p:cTn id="10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5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5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7500"/>
                            </p:stCondLst>
                            <p:childTnLst>
                              <p:par>
                                <p:cTn id="1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80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500"/>
                            </p:stCondLst>
                            <p:childTnLst>
                              <p:par>
                                <p:cTn id="1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9000"/>
                            </p:stCondLst>
                            <p:childTnLst>
                              <p:par>
                                <p:cTn id="1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95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0000"/>
                            </p:stCondLst>
                            <p:childTnLst>
                              <p:par>
                                <p:cTn id="1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100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2000"/>
                            </p:stCondLst>
                            <p:childTnLst>
                              <p:par>
                                <p:cTn id="1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2500"/>
                            </p:stCondLst>
                            <p:childTnLst>
                              <p:par>
                                <p:cTn id="2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3000"/>
                            </p:stCondLst>
                            <p:childTnLst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57" grpId="0" animBg="1"/>
      <p:bldP spid="69" grpId="0" animBg="1"/>
      <p:bldP spid="82" grpId="0" animBg="1"/>
      <p:bldP spid="95" grpId="0" animBg="1"/>
      <p:bldP spid="120" grpId="0" animBg="1"/>
      <p:bldP spid="133" grpId="0" animBg="1"/>
      <p:bldP spid="146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7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问题评估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21" name="Group 3"/>
          <p:cNvGrpSpPr/>
          <p:nvPr/>
        </p:nvGrpSpPr>
        <p:grpSpPr bwMode="auto">
          <a:xfrm>
            <a:off x="900113" y="1414463"/>
            <a:ext cx="2393950" cy="2393950"/>
            <a:chOff x="1322528" y="1275606"/>
            <a:chExt cx="2394488" cy="2394488"/>
          </a:xfrm>
        </p:grpSpPr>
        <p:sp>
          <p:nvSpPr>
            <p:cNvPr id="22" name="Oval 12"/>
            <p:cNvSpPr/>
            <p:nvPr/>
          </p:nvSpPr>
          <p:spPr>
            <a:xfrm>
              <a:off x="1322528" y="1275606"/>
              <a:ext cx="2394488" cy="2394488"/>
            </a:xfrm>
            <a:prstGeom prst="ellipse">
              <a:avLst/>
            </a:prstGeom>
            <a:solidFill>
              <a:srgbClr val="3D374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" name="Rectangle 51"/>
            <p:cNvSpPr>
              <a:spLocks noChangeArrowheads="1"/>
            </p:cNvSpPr>
            <p:nvPr/>
          </p:nvSpPr>
          <p:spPr bwMode="auto">
            <a:xfrm>
              <a:off x="1816758" y="1809500"/>
              <a:ext cx="1409677" cy="4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dirty="0" smtClean="0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</a:rPr>
                <a:t>小标题  </a:t>
              </a:r>
              <a:r>
                <a:rPr lang="en-US" altLang="zh-CN" sz="2000" dirty="0" smtClean="0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</a:rPr>
                <a:t>01</a:t>
              </a:r>
              <a:endParaRPr lang="id-ID" altLang="zh-CN" sz="20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24" name="Rectangle 52"/>
            <p:cNvSpPr>
              <a:spLocks noChangeArrowheads="1"/>
            </p:cNvSpPr>
            <p:nvPr/>
          </p:nvSpPr>
          <p:spPr bwMode="auto">
            <a:xfrm>
              <a:off x="1511660" y="2209610"/>
              <a:ext cx="2016224" cy="975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zh-CN" altLang="en-US" sz="900" dirty="0" smtClean="0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您的内容打在这里，或者通过复制的文本后，在此选择粘贴，并选择只保留文字。您的内容打在这里，或者通过复制的文本后，在此选择粘贴，并选择只保留文字。</a:t>
              </a:r>
              <a:endParaRPr lang="zh-CN" altLang="en-US" sz="9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</p:grpSp>
      <p:sp>
        <p:nvSpPr>
          <p:cNvPr id="25" name="Oval 53"/>
          <p:cNvSpPr/>
          <p:nvPr/>
        </p:nvSpPr>
        <p:spPr>
          <a:xfrm>
            <a:off x="2908300" y="2973388"/>
            <a:ext cx="936625" cy="935037"/>
          </a:xfrm>
          <a:prstGeom prst="ellipse">
            <a:avLst/>
          </a:prstGeom>
          <a:solidFill>
            <a:srgbClr val="E9344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grpSp>
        <p:nvGrpSpPr>
          <p:cNvPr id="27" name="Group 16"/>
          <p:cNvGrpSpPr/>
          <p:nvPr/>
        </p:nvGrpSpPr>
        <p:grpSpPr bwMode="auto">
          <a:xfrm>
            <a:off x="3468688" y="1414463"/>
            <a:ext cx="2395537" cy="2393950"/>
            <a:chOff x="1322528" y="1275606"/>
            <a:chExt cx="2394488" cy="2394488"/>
          </a:xfrm>
          <a:solidFill>
            <a:srgbClr val="E9344C"/>
          </a:solidFill>
        </p:grpSpPr>
        <p:sp>
          <p:nvSpPr>
            <p:cNvPr id="28" name="Oval 18"/>
            <p:cNvSpPr/>
            <p:nvPr/>
          </p:nvSpPr>
          <p:spPr>
            <a:xfrm>
              <a:off x="1322528" y="1275606"/>
              <a:ext cx="2394488" cy="23944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1917919" y="1809500"/>
              <a:ext cx="1403937" cy="400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</a:rPr>
                <a:t>小标题  </a:t>
              </a:r>
              <a:r>
                <a:rPr lang="en-US" altLang="zh-CN" sz="2000" dirty="0" smtClean="0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</a:rPr>
                <a:t>02</a:t>
              </a:r>
              <a:endParaRPr lang="id-ID" altLang="zh-CN" sz="20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30" name="Rectangle 20"/>
            <p:cNvSpPr>
              <a:spLocks noChangeArrowheads="1"/>
            </p:cNvSpPr>
            <p:nvPr/>
          </p:nvSpPr>
          <p:spPr bwMode="auto">
            <a:xfrm>
              <a:off x="1511660" y="2209609"/>
              <a:ext cx="2016224" cy="116192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zh-CN" altLang="en-US" sz="1000" dirty="0" smtClean="0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您的内容打在这里，或者通过复制的文本后，在此选择粘贴，并选择只保留文字。您的内容打在这里，或者通过复制的文本后，在此选择粘贴，并选择只保留文字。</a:t>
              </a:r>
              <a:endParaRPr lang="zh-CN" altLang="en-US" sz="10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</p:grpSp>
      <p:sp>
        <p:nvSpPr>
          <p:cNvPr id="31" name="Oval 25"/>
          <p:cNvSpPr/>
          <p:nvPr/>
        </p:nvSpPr>
        <p:spPr>
          <a:xfrm>
            <a:off x="5473700" y="1308100"/>
            <a:ext cx="936625" cy="935038"/>
          </a:xfrm>
          <a:prstGeom prst="ellipse">
            <a:avLst/>
          </a:prstGeom>
          <a:solidFill>
            <a:srgbClr val="E9344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E9344C"/>
              </a:solidFill>
              <a:cs typeface="Arial" panose="020B0604020202020204" pitchFamily="34" charset="0"/>
            </a:endParaRPr>
          </a:p>
        </p:txBody>
      </p:sp>
      <p:grpSp>
        <p:nvGrpSpPr>
          <p:cNvPr id="33" name="Group 21"/>
          <p:cNvGrpSpPr/>
          <p:nvPr/>
        </p:nvGrpSpPr>
        <p:grpSpPr bwMode="auto">
          <a:xfrm>
            <a:off x="6038850" y="1414463"/>
            <a:ext cx="2393950" cy="2393950"/>
            <a:chOff x="1322528" y="1275606"/>
            <a:chExt cx="2394488" cy="2394488"/>
          </a:xfrm>
        </p:grpSpPr>
        <p:sp>
          <p:nvSpPr>
            <p:cNvPr id="34" name="Oval 22"/>
            <p:cNvSpPr/>
            <p:nvPr/>
          </p:nvSpPr>
          <p:spPr>
            <a:xfrm>
              <a:off x="1322528" y="1275606"/>
              <a:ext cx="2394488" cy="2394488"/>
            </a:xfrm>
            <a:prstGeom prst="ellipse">
              <a:avLst/>
            </a:prstGeom>
            <a:solidFill>
              <a:srgbClr val="3D3743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Rectangle 23"/>
            <p:cNvSpPr>
              <a:spLocks noChangeArrowheads="1"/>
            </p:cNvSpPr>
            <p:nvPr/>
          </p:nvSpPr>
          <p:spPr bwMode="auto">
            <a:xfrm>
              <a:off x="1872025" y="1809500"/>
              <a:ext cx="1406470" cy="4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</a:rPr>
                <a:t>小标题  </a:t>
              </a:r>
              <a:r>
                <a:rPr lang="en-US" altLang="zh-CN" sz="2000" dirty="0" smtClean="0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</a:rPr>
                <a:t>03</a:t>
              </a:r>
              <a:endParaRPr lang="id-ID" altLang="zh-CN" sz="2000" dirty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  <p:sp>
          <p:nvSpPr>
            <p:cNvPr id="36" name="Rectangle 24"/>
            <p:cNvSpPr>
              <a:spLocks noChangeArrowheads="1"/>
            </p:cNvSpPr>
            <p:nvPr/>
          </p:nvSpPr>
          <p:spPr bwMode="auto">
            <a:xfrm>
              <a:off x="1511660" y="2209610"/>
              <a:ext cx="2016224" cy="1161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zh-CN" altLang="en-US" sz="1000" dirty="0" smtClean="0">
                  <a:solidFill>
                    <a:schemeClr val="bg1"/>
                  </a:solidFill>
                  <a:latin typeface="方正兰亭黑简体" pitchFamily="2" charset="-122"/>
                  <a:ea typeface="方正兰亭黑简体" pitchFamily="2" charset="-122"/>
                </a:rPr>
                <a:t>您的内容打在这里，或者通过复制的文本后，在此选择粘贴，并选择只保留文字。您的内容打在这里，或者通过复制的文本后，在此选择粘贴，并选择只保留文字。</a:t>
              </a:r>
              <a:endParaRPr lang="zh-CN" altLang="en-US" sz="10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5000">
        <p14:warp dir="in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5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8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Rectangle 10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0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1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ectangle 13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3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4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Rectangle 16">
              <a:hlinkClick r:id="rId4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6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相关对策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剪去同侧角的矩形 17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aphicFrame>
        <p:nvGraphicFramePr>
          <p:cNvPr id="20" name="Chart 2"/>
          <p:cNvGraphicFramePr/>
          <p:nvPr/>
        </p:nvGraphicFramePr>
        <p:xfrm>
          <a:off x="2616200" y="1555750"/>
          <a:ext cx="3683000" cy="248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Oval 3"/>
          <p:cNvSpPr/>
          <p:nvPr/>
        </p:nvSpPr>
        <p:spPr>
          <a:xfrm>
            <a:off x="3124200" y="1454150"/>
            <a:ext cx="2667000" cy="2667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2" name="Oval 4"/>
          <p:cNvSpPr/>
          <p:nvPr/>
        </p:nvSpPr>
        <p:spPr>
          <a:xfrm>
            <a:off x="2971800" y="1987550"/>
            <a:ext cx="457200" cy="457200"/>
          </a:xfrm>
          <a:prstGeom prst="ellipse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3" name="Oval 5"/>
          <p:cNvSpPr/>
          <p:nvPr/>
        </p:nvSpPr>
        <p:spPr>
          <a:xfrm>
            <a:off x="5257800" y="1654175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4" name="Oval 6"/>
          <p:cNvSpPr/>
          <p:nvPr/>
        </p:nvSpPr>
        <p:spPr>
          <a:xfrm>
            <a:off x="4000500" y="3892550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5" name="Oval 7"/>
          <p:cNvSpPr/>
          <p:nvPr/>
        </p:nvSpPr>
        <p:spPr>
          <a:xfrm>
            <a:off x="5429250" y="3282950"/>
            <a:ext cx="457200" cy="4572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381000" y="1047750"/>
            <a:ext cx="1676400" cy="877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/>
          <a:p>
            <a:pPr algn="r"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E9344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E9344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algn="r">
              <a:defRPr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Oval 9"/>
          <p:cNvSpPr/>
          <p:nvPr/>
        </p:nvSpPr>
        <p:spPr>
          <a:xfrm>
            <a:off x="2105025" y="1200150"/>
            <a:ext cx="595313" cy="596900"/>
          </a:xfrm>
          <a:prstGeom prst="ellipse">
            <a:avLst/>
          </a:prstGeom>
          <a:solidFill>
            <a:srgbClr val="E9344C"/>
          </a:solidFill>
          <a:ln w="28575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grpSp>
        <p:nvGrpSpPr>
          <p:cNvPr id="28" name="Group 10"/>
          <p:cNvGrpSpPr/>
          <p:nvPr/>
        </p:nvGrpSpPr>
        <p:grpSpPr>
          <a:xfrm>
            <a:off x="2213860" y="1329168"/>
            <a:ext cx="381854" cy="310725"/>
            <a:chOff x="1550139" y="1314466"/>
            <a:chExt cx="509139" cy="414300"/>
          </a:xfrm>
          <a:solidFill>
            <a:schemeClr val="bg1"/>
          </a:solidFill>
        </p:grpSpPr>
        <p:sp>
          <p:nvSpPr>
            <p:cNvPr id="29" name="Freeform 5"/>
            <p:cNvSpPr>
              <a:spLocks noEditPoints="1"/>
            </p:cNvSpPr>
            <p:nvPr/>
          </p:nvSpPr>
          <p:spPr bwMode="auto">
            <a:xfrm>
              <a:off x="1550139" y="1314466"/>
              <a:ext cx="509139" cy="414300"/>
            </a:xfrm>
            <a:custGeom>
              <a:avLst/>
              <a:gdLst>
                <a:gd name="T0" fmla="*/ 78 w 153"/>
                <a:gd name="T1" fmla="*/ 0 h 125"/>
                <a:gd name="T2" fmla="*/ 0 w 153"/>
                <a:gd name="T3" fmla="*/ 69 h 125"/>
                <a:gd name="T4" fmla="*/ 15 w 153"/>
                <a:gd name="T5" fmla="*/ 69 h 125"/>
                <a:gd name="T6" fmla="*/ 21 w 153"/>
                <a:gd name="T7" fmla="*/ 64 h 125"/>
                <a:gd name="T8" fmla="*/ 21 w 153"/>
                <a:gd name="T9" fmla="*/ 121 h 125"/>
                <a:gd name="T10" fmla="*/ 24 w 153"/>
                <a:gd name="T11" fmla="*/ 125 h 125"/>
                <a:gd name="T12" fmla="*/ 62 w 153"/>
                <a:gd name="T13" fmla="*/ 125 h 125"/>
                <a:gd name="T14" fmla="*/ 63 w 153"/>
                <a:gd name="T15" fmla="*/ 93 h 125"/>
                <a:gd name="T16" fmla="*/ 67 w 153"/>
                <a:gd name="T17" fmla="*/ 88 h 125"/>
                <a:gd name="T18" fmla="*/ 83 w 153"/>
                <a:gd name="T19" fmla="*/ 88 h 125"/>
                <a:gd name="T20" fmla="*/ 89 w 153"/>
                <a:gd name="T21" fmla="*/ 93 h 125"/>
                <a:gd name="T22" fmla="*/ 89 w 153"/>
                <a:gd name="T23" fmla="*/ 125 h 125"/>
                <a:gd name="T24" fmla="*/ 126 w 153"/>
                <a:gd name="T25" fmla="*/ 125 h 125"/>
                <a:gd name="T26" fmla="*/ 130 w 153"/>
                <a:gd name="T27" fmla="*/ 120 h 125"/>
                <a:gd name="T28" fmla="*/ 130 w 153"/>
                <a:gd name="T29" fmla="*/ 63 h 125"/>
                <a:gd name="T30" fmla="*/ 136 w 153"/>
                <a:gd name="T31" fmla="*/ 69 h 125"/>
                <a:gd name="T32" fmla="*/ 153 w 153"/>
                <a:gd name="T33" fmla="*/ 69 h 125"/>
                <a:gd name="T34" fmla="*/ 78 w 153"/>
                <a:gd name="T35" fmla="*/ 0 h 125"/>
                <a:gd name="T36" fmla="*/ 76 w 153"/>
                <a:gd name="T37" fmla="*/ 76 h 125"/>
                <a:gd name="T38" fmla="*/ 60 w 153"/>
                <a:gd name="T39" fmla="*/ 60 h 125"/>
                <a:gd name="T40" fmla="*/ 76 w 153"/>
                <a:gd name="T41" fmla="*/ 43 h 125"/>
                <a:gd name="T42" fmla="*/ 92 w 153"/>
                <a:gd name="T43" fmla="*/ 60 h 125"/>
                <a:gd name="T44" fmla="*/ 76 w 153"/>
                <a:gd name="T45" fmla="*/ 76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3" h="125">
                  <a:moveTo>
                    <a:pt x="78" y="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5" y="78"/>
                    <a:pt x="15" y="69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1" y="121"/>
                    <a:pt x="21" y="121"/>
                    <a:pt x="21" y="121"/>
                  </a:cubicBezTo>
                  <a:cubicBezTo>
                    <a:pt x="21" y="121"/>
                    <a:pt x="21" y="125"/>
                    <a:pt x="24" y="125"/>
                  </a:cubicBezTo>
                  <a:cubicBezTo>
                    <a:pt x="28" y="125"/>
                    <a:pt x="62" y="125"/>
                    <a:pt x="62" y="125"/>
                  </a:cubicBezTo>
                  <a:cubicBezTo>
                    <a:pt x="63" y="93"/>
                    <a:pt x="63" y="93"/>
                    <a:pt x="63" y="93"/>
                  </a:cubicBezTo>
                  <a:cubicBezTo>
                    <a:pt x="63" y="93"/>
                    <a:pt x="62" y="88"/>
                    <a:pt x="67" y="88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9" y="88"/>
                    <a:pt x="89" y="93"/>
                    <a:pt x="89" y="93"/>
                  </a:cubicBezTo>
                  <a:cubicBezTo>
                    <a:pt x="89" y="125"/>
                    <a:pt x="89" y="125"/>
                    <a:pt x="89" y="125"/>
                  </a:cubicBezTo>
                  <a:cubicBezTo>
                    <a:pt x="89" y="125"/>
                    <a:pt x="121" y="125"/>
                    <a:pt x="126" y="125"/>
                  </a:cubicBezTo>
                  <a:cubicBezTo>
                    <a:pt x="131" y="125"/>
                    <a:pt x="130" y="120"/>
                    <a:pt x="130" y="120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6" y="69"/>
                    <a:pt x="136" y="69"/>
                    <a:pt x="136" y="69"/>
                  </a:cubicBezTo>
                  <a:cubicBezTo>
                    <a:pt x="148" y="77"/>
                    <a:pt x="153" y="69"/>
                    <a:pt x="153" y="69"/>
                  </a:cubicBezTo>
                  <a:lnTo>
                    <a:pt x="78" y="0"/>
                  </a:lnTo>
                  <a:close/>
                  <a:moveTo>
                    <a:pt x="76" y="76"/>
                  </a:moveTo>
                  <a:cubicBezTo>
                    <a:pt x="67" y="76"/>
                    <a:pt x="60" y="69"/>
                    <a:pt x="60" y="60"/>
                  </a:cubicBezTo>
                  <a:cubicBezTo>
                    <a:pt x="60" y="50"/>
                    <a:pt x="67" y="43"/>
                    <a:pt x="76" y="43"/>
                  </a:cubicBezTo>
                  <a:cubicBezTo>
                    <a:pt x="85" y="43"/>
                    <a:pt x="92" y="50"/>
                    <a:pt x="92" y="60"/>
                  </a:cubicBezTo>
                  <a:cubicBezTo>
                    <a:pt x="92" y="69"/>
                    <a:pt x="85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0" name="Freeform 6"/>
            <p:cNvSpPr/>
            <p:nvPr/>
          </p:nvSpPr>
          <p:spPr bwMode="auto">
            <a:xfrm>
              <a:off x="1949464" y="1366877"/>
              <a:ext cx="49916" cy="102328"/>
            </a:xfrm>
            <a:custGeom>
              <a:avLst/>
              <a:gdLst>
                <a:gd name="T0" fmla="*/ 20 w 20"/>
                <a:gd name="T1" fmla="*/ 41 h 41"/>
                <a:gd name="T2" fmla="*/ 20 w 20"/>
                <a:gd name="T3" fmla="*/ 0 h 41"/>
                <a:gd name="T4" fmla="*/ 0 w 20"/>
                <a:gd name="T5" fmla="*/ 0 h 41"/>
                <a:gd name="T6" fmla="*/ 0 w 20"/>
                <a:gd name="T7" fmla="*/ 24 h 41"/>
                <a:gd name="T8" fmla="*/ 20 w 20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41">
                  <a:moveTo>
                    <a:pt x="20" y="41"/>
                  </a:moveTo>
                  <a:lnTo>
                    <a:pt x="20" y="0"/>
                  </a:lnTo>
                  <a:lnTo>
                    <a:pt x="0" y="0"/>
                  </a:lnTo>
                  <a:lnTo>
                    <a:pt x="0" y="24"/>
                  </a:lnTo>
                  <a:lnTo>
                    <a:pt x="20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1" name="Oval 7"/>
            <p:cNvSpPr>
              <a:spLocks noChangeArrowheads="1"/>
            </p:cNvSpPr>
            <p:nvPr/>
          </p:nvSpPr>
          <p:spPr bwMode="auto">
            <a:xfrm>
              <a:off x="1777255" y="1484179"/>
              <a:ext cx="52412" cy="549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500063" y="3414713"/>
            <a:ext cx="1676400" cy="10618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/>
          <a:p>
            <a:pPr algn="r"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 algn="r">
              <a:defRPr/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</a:t>
            </a:r>
            <a:endParaRPr lang="en-US" altLang="zh-C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Oval 15"/>
          <p:cNvSpPr/>
          <p:nvPr/>
        </p:nvSpPr>
        <p:spPr>
          <a:xfrm>
            <a:off x="2225675" y="3567113"/>
            <a:ext cx="593725" cy="598487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sp>
        <p:nvSpPr>
          <p:cNvPr id="34" name="Text Box 10"/>
          <p:cNvSpPr txBox="1">
            <a:spLocks noChangeArrowheads="1"/>
          </p:cNvSpPr>
          <p:nvPr/>
        </p:nvSpPr>
        <p:spPr bwMode="auto">
          <a:xfrm>
            <a:off x="6870700" y="1247775"/>
            <a:ext cx="1676400" cy="10618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/>
          <a:p>
            <a:pPr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FFC000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FFC000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>
              <a:defRPr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的内容打在这里，或者通过复制的文本后，在此选择粘贴，并选择只保留文字。</a:t>
            </a:r>
            <a:endParaRPr lang="en-US" altLang="zh-C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Oval 21"/>
          <p:cNvSpPr/>
          <p:nvPr/>
        </p:nvSpPr>
        <p:spPr>
          <a:xfrm>
            <a:off x="6199188" y="1400175"/>
            <a:ext cx="595312" cy="5969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grpSp>
        <p:nvGrpSpPr>
          <p:cNvPr id="36" name="Group 22"/>
          <p:cNvGrpSpPr/>
          <p:nvPr/>
        </p:nvGrpSpPr>
        <p:grpSpPr>
          <a:xfrm>
            <a:off x="6320653" y="1562442"/>
            <a:ext cx="353172" cy="262091"/>
            <a:chOff x="5129089" y="3156352"/>
            <a:chExt cx="474198" cy="351905"/>
          </a:xfrm>
          <a:solidFill>
            <a:schemeClr val="bg1"/>
          </a:solidFill>
        </p:grpSpPr>
        <p:sp>
          <p:nvSpPr>
            <p:cNvPr id="37" name="Freeform 66"/>
            <p:cNvSpPr>
              <a:spLocks noEditPoints="1"/>
            </p:cNvSpPr>
            <p:nvPr/>
          </p:nvSpPr>
          <p:spPr bwMode="auto">
            <a:xfrm>
              <a:off x="5139073" y="3156352"/>
              <a:ext cx="459224" cy="279527"/>
            </a:xfrm>
            <a:custGeom>
              <a:avLst/>
              <a:gdLst>
                <a:gd name="T0" fmla="*/ 184 w 184"/>
                <a:gd name="T1" fmla="*/ 0 h 112"/>
                <a:gd name="T2" fmla="*/ 0 w 184"/>
                <a:gd name="T3" fmla="*/ 0 h 112"/>
                <a:gd name="T4" fmla="*/ 0 w 184"/>
                <a:gd name="T5" fmla="*/ 112 h 112"/>
                <a:gd name="T6" fmla="*/ 184 w 184"/>
                <a:gd name="T7" fmla="*/ 112 h 112"/>
                <a:gd name="T8" fmla="*/ 184 w 184"/>
                <a:gd name="T9" fmla="*/ 0 h 112"/>
                <a:gd name="T10" fmla="*/ 176 w 184"/>
                <a:gd name="T11" fmla="*/ 102 h 112"/>
                <a:gd name="T12" fmla="*/ 8 w 184"/>
                <a:gd name="T13" fmla="*/ 102 h 112"/>
                <a:gd name="T14" fmla="*/ 8 w 184"/>
                <a:gd name="T15" fmla="*/ 8 h 112"/>
                <a:gd name="T16" fmla="*/ 176 w 184"/>
                <a:gd name="T17" fmla="*/ 8 h 112"/>
                <a:gd name="T18" fmla="*/ 176 w 184"/>
                <a:gd name="T19" fmla="*/ 10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4" h="112">
                  <a:moveTo>
                    <a:pt x="184" y="0"/>
                  </a:moveTo>
                  <a:lnTo>
                    <a:pt x="0" y="0"/>
                  </a:lnTo>
                  <a:lnTo>
                    <a:pt x="0" y="112"/>
                  </a:lnTo>
                  <a:lnTo>
                    <a:pt x="184" y="112"/>
                  </a:lnTo>
                  <a:lnTo>
                    <a:pt x="184" y="0"/>
                  </a:lnTo>
                  <a:close/>
                  <a:moveTo>
                    <a:pt x="176" y="102"/>
                  </a:moveTo>
                  <a:lnTo>
                    <a:pt x="8" y="102"/>
                  </a:lnTo>
                  <a:lnTo>
                    <a:pt x="8" y="8"/>
                  </a:lnTo>
                  <a:lnTo>
                    <a:pt x="176" y="8"/>
                  </a:lnTo>
                  <a:lnTo>
                    <a:pt x="176" y="1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8" name="Freeform 67"/>
            <p:cNvSpPr/>
            <p:nvPr/>
          </p:nvSpPr>
          <p:spPr bwMode="auto">
            <a:xfrm>
              <a:off x="5129089" y="3448358"/>
              <a:ext cx="474198" cy="59899"/>
            </a:xfrm>
            <a:custGeom>
              <a:avLst/>
              <a:gdLst>
                <a:gd name="T0" fmla="*/ 190 w 190"/>
                <a:gd name="T1" fmla="*/ 16 h 24"/>
                <a:gd name="T2" fmla="*/ 188 w 190"/>
                <a:gd name="T3" fmla="*/ 0 h 24"/>
                <a:gd name="T4" fmla="*/ 3 w 190"/>
                <a:gd name="T5" fmla="*/ 0 h 24"/>
                <a:gd name="T6" fmla="*/ 0 w 190"/>
                <a:gd name="T7" fmla="*/ 16 h 24"/>
                <a:gd name="T8" fmla="*/ 0 w 190"/>
                <a:gd name="T9" fmla="*/ 16 h 24"/>
                <a:gd name="T10" fmla="*/ 0 w 190"/>
                <a:gd name="T11" fmla="*/ 24 h 24"/>
                <a:gd name="T12" fmla="*/ 190 w 190"/>
                <a:gd name="T13" fmla="*/ 24 h 24"/>
                <a:gd name="T14" fmla="*/ 190 w 190"/>
                <a:gd name="T15" fmla="*/ 16 h 24"/>
                <a:gd name="T16" fmla="*/ 190 w 190"/>
                <a:gd name="T17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24">
                  <a:moveTo>
                    <a:pt x="190" y="16"/>
                  </a:moveTo>
                  <a:lnTo>
                    <a:pt x="188" y="0"/>
                  </a:lnTo>
                  <a:lnTo>
                    <a:pt x="3" y="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190" y="24"/>
                  </a:lnTo>
                  <a:lnTo>
                    <a:pt x="190" y="16"/>
                  </a:lnTo>
                  <a:lnTo>
                    <a:pt x="19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39" name="Text Box 10"/>
          <p:cNvSpPr txBox="1">
            <a:spLocks noChangeArrowheads="1"/>
          </p:cNvSpPr>
          <p:nvPr/>
        </p:nvSpPr>
        <p:spPr bwMode="auto">
          <a:xfrm>
            <a:off x="6870383" y="3288030"/>
            <a:ext cx="1676400" cy="10618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tIns="22860" rIns="45720" bIns="22860">
            <a:spAutoFit/>
          </a:bodyPr>
          <a:lstStyle/>
          <a:p>
            <a:pPr defTabSz="1087755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rgbClr val="2A303C"/>
                </a:solidFill>
                <a:latin typeface="Open Sans" pitchFamily="34" charset="0"/>
                <a:ea typeface="Open Sans" pitchFamily="34" charset="0"/>
                <a:cs typeface="Open Sans" pitchFamily="34" charset="0"/>
              </a:rPr>
              <a:t>输入小标题</a:t>
            </a:r>
            <a:endParaRPr lang="en-US" altLang="zh-CN" sz="1200" b="1" dirty="0">
              <a:solidFill>
                <a:srgbClr val="2A303C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>
              <a:defRPr/>
            </a:pP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您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方正兰亭黑简体" pitchFamily="2" charset="-122"/>
                <a:ea typeface="方正兰亭黑简体" pitchFamily="2" charset="-122"/>
              </a:rPr>
              <a:t>的内容打在这里，或者通过复制的文本后，在此选择粘贴，并选择只保留文字。</a:t>
            </a:r>
            <a:endParaRPr lang="en-US" altLang="zh-C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Oval 26"/>
          <p:cNvSpPr/>
          <p:nvPr/>
        </p:nvSpPr>
        <p:spPr>
          <a:xfrm>
            <a:off x="6198870" y="3440430"/>
            <a:ext cx="595313" cy="596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 sz="8800">
              <a:solidFill>
                <a:schemeClr val="bg1"/>
              </a:solidFill>
            </a:endParaRPr>
          </a:p>
        </p:txBody>
      </p:sp>
      <p:grpSp>
        <p:nvGrpSpPr>
          <p:cNvPr id="41" name="Group 30"/>
          <p:cNvGrpSpPr/>
          <p:nvPr/>
        </p:nvGrpSpPr>
        <p:grpSpPr>
          <a:xfrm>
            <a:off x="2351324" y="3737010"/>
            <a:ext cx="341924" cy="312911"/>
            <a:chOff x="6726389" y="1486674"/>
            <a:chExt cx="411805" cy="376863"/>
          </a:xfrm>
          <a:solidFill>
            <a:schemeClr val="bg1"/>
          </a:solidFill>
        </p:grpSpPr>
        <p:sp>
          <p:nvSpPr>
            <p:cNvPr id="42" name="Oval 52"/>
            <p:cNvSpPr>
              <a:spLocks noChangeArrowheads="1"/>
            </p:cNvSpPr>
            <p:nvPr/>
          </p:nvSpPr>
          <p:spPr bwMode="auto">
            <a:xfrm>
              <a:off x="6773808" y="1786168"/>
              <a:ext cx="44924" cy="424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3" name="Oval 53"/>
            <p:cNvSpPr>
              <a:spLocks noChangeArrowheads="1"/>
            </p:cNvSpPr>
            <p:nvPr/>
          </p:nvSpPr>
          <p:spPr bwMode="auto">
            <a:xfrm>
              <a:off x="6748851" y="1836083"/>
              <a:ext cx="24958" cy="2745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4" name="Freeform 54"/>
            <p:cNvSpPr/>
            <p:nvPr/>
          </p:nvSpPr>
          <p:spPr bwMode="auto">
            <a:xfrm>
              <a:off x="6726389" y="1486674"/>
              <a:ext cx="411805" cy="292007"/>
            </a:xfrm>
            <a:custGeom>
              <a:avLst/>
              <a:gdLst>
                <a:gd name="T0" fmla="*/ 124 w 124"/>
                <a:gd name="T1" fmla="*/ 34 h 88"/>
                <a:gd name="T2" fmla="*/ 99 w 124"/>
                <a:gd name="T3" fmla="*/ 9 h 88"/>
                <a:gd name="T4" fmla="*/ 93 w 124"/>
                <a:gd name="T5" fmla="*/ 10 h 88"/>
                <a:gd name="T6" fmla="*/ 74 w 124"/>
                <a:gd name="T7" fmla="*/ 0 h 88"/>
                <a:gd name="T8" fmla="*/ 60 w 124"/>
                <a:gd name="T9" fmla="*/ 5 h 88"/>
                <a:gd name="T10" fmla="*/ 46 w 124"/>
                <a:gd name="T11" fmla="*/ 0 h 88"/>
                <a:gd name="T12" fmla="*/ 31 w 124"/>
                <a:gd name="T13" fmla="*/ 5 h 88"/>
                <a:gd name="T14" fmla="*/ 25 w 124"/>
                <a:gd name="T15" fmla="*/ 5 h 88"/>
                <a:gd name="T16" fmla="*/ 0 w 124"/>
                <a:gd name="T17" fmla="*/ 30 h 88"/>
                <a:gd name="T18" fmla="*/ 3 w 124"/>
                <a:gd name="T19" fmla="*/ 43 h 88"/>
                <a:gd name="T20" fmla="*/ 0 w 124"/>
                <a:gd name="T21" fmla="*/ 55 h 88"/>
                <a:gd name="T22" fmla="*/ 25 w 124"/>
                <a:gd name="T23" fmla="*/ 80 h 88"/>
                <a:gd name="T24" fmla="*/ 28 w 124"/>
                <a:gd name="T25" fmla="*/ 80 h 88"/>
                <a:gd name="T26" fmla="*/ 46 w 124"/>
                <a:gd name="T27" fmla="*/ 88 h 88"/>
                <a:gd name="T28" fmla="*/ 64 w 124"/>
                <a:gd name="T29" fmla="*/ 80 h 88"/>
                <a:gd name="T30" fmla="*/ 79 w 124"/>
                <a:gd name="T31" fmla="*/ 85 h 88"/>
                <a:gd name="T32" fmla="*/ 104 w 124"/>
                <a:gd name="T33" fmla="*/ 60 h 88"/>
                <a:gd name="T34" fmla="*/ 104 w 124"/>
                <a:gd name="T35" fmla="*/ 59 h 88"/>
                <a:gd name="T36" fmla="*/ 124 w 124"/>
                <a:gd name="T37" fmla="*/ 3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4" h="88">
                  <a:moveTo>
                    <a:pt x="124" y="34"/>
                  </a:moveTo>
                  <a:cubicBezTo>
                    <a:pt x="124" y="21"/>
                    <a:pt x="113" y="9"/>
                    <a:pt x="99" y="9"/>
                  </a:cubicBezTo>
                  <a:cubicBezTo>
                    <a:pt x="97" y="9"/>
                    <a:pt x="95" y="10"/>
                    <a:pt x="93" y="10"/>
                  </a:cubicBezTo>
                  <a:cubicBezTo>
                    <a:pt x="89" y="4"/>
                    <a:pt x="82" y="0"/>
                    <a:pt x="74" y="0"/>
                  </a:cubicBezTo>
                  <a:cubicBezTo>
                    <a:pt x="69" y="0"/>
                    <a:pt x="64" y="2"/>
                    <a:pt x="60" y="5"/>
                  </a:cubicBezTo>
                  <a:cubicBezTo>
                    <a:pt x="56" y="2"/>
                    <a:pt x="51" y="0"/>
                    <a:pt x="46" y="0"/>
                  </a:cubicBezTo>
                  <a:cubicBezTo>
                    <a:pt x="40" y="0"/>
                    <a:pt x="35" y="2"/>
                    <a:pt x="31" y="5"/>
                  </a:cubicBezTo>
                  <a:cubicBezTo>
                    <a:pt x="29" y="5"/>
                    <a:pt x="27" y="5"/>
                    <a:pt x="25" y="5"/>
                  </a:cubicBezTo>
                  <a:cubicBezTo>
                    <a:pt x="11" y="5"/>
                    <a:pt x="0" y="16"/>
                    <a:pt x="0" y="30"/>
                  </a:cubicBezTo>
                  <a:cubicBezTo>
                    <a:pt x="0" y="35"/>
                    <a:pt x="1" y="39"/>
                    <a:pt x="3" y="43"/>
                  </a:cubicBezTo>
                  <a:cubicBezTo>
                    <a:pt x="1" y="46"/>
                    <a:pt x="0" y="51"/>
                    <a:pt x="0" y="55"/>
                  </a:cubicBezTo>
                  <a:cubicBezTo>
                    <a:pt x="0" y="69"/>
                    <a:pt x="11" y="80"/>
                    <a:pt x="25" y="80"/>
                  </a:cubicBezTo>
                  <a:cubicBezTo>
                    <a:pt x="26" y="80"/>
                    <a:pt x="27" y="80"/>
                    <a:pt x="28" y="80"/>
                  </a:cubicBezTo>
                  <a:cubicBezTo>
                    <a:pt x="32" y="85"/>
                    <a:pt x="39" y="88"/>
                    <a:pt x="46" y="88"/>
                  </a:cubicBezTo>
                  <a:cubicBezTo>
                    <a:pt x="53" y="88"/>
                    <a:pt x="59" y="85"/>
                    <a:pt x="64" y="80"/>
                  </a:cubicBezTo>
                  <a:cubicBezTo>
                    <a:pt x="68" y="83"/>
                    <a:pt x="73" y="85"/>
                    <a:pt x="79" y="85"/>
                  </a:cubicBezTo>
                  <a:cubicBezTo>
                    <a:pt x="92" y="85"/>
                    <a:pt x="104" y="74"/>
                    <a:pt x="104" y="60"/>
                  </a:cubicBezTo>
                  <a:cubicBezTo>
                    <a:pt x="104" y="60"/>
                    <a:pt x="104" y="59"/>
                    <a:pt x="104" y="59"/>
                  </a:cubicBezTo>
                  <a:cubicBezTo>
                    <a:pt x="115" y="57"/>
                    <a:pt x="124" y="47"/>
                    <a:pt x="124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grpSp>
        <p:nvGrpSpPr>
          <p:cNvPr id="45" name="Group 34"/>
          <p:cNvGrpSpPr/>
          <p:nvPr/>
        </p:nvGrpSpPr>
        <p:grpSpPr>
          <a:xfrm>
            <a:off x="6303827" y="3604551"/>
            <a:ext cx="385440" cy="269394"/>
            <a:chOff x="7999238" y="1399322"/>
            <a:chExt cx="464215" cy="324452"/>
          </a:xfrm>
          <a:solidFill>
            <a:schemeClr val="bg1"/>
          </a:solidFill>
        </p:grpSpPr>
        <p:sp>
          <p:nvSpPr>
            <p:cNvPr id="46" name="Freeform 57"/>
            <p:cNvSpPr>
              <a:spLocks noEditPoints="1"/>
            </p:cNvSpPr>
            <p:nvPr/>
          </p:nvSpPr>
          <p:spPr bwMode="auto">
            <a:xfrm>
              <a:off x="7999238" y="1399322"/>
              <a:ext cx="331940" cy="324452"/>
            </a:xfrm>
            <a:custGeom>
              <a:avLst/>
              <a:gdLst>
                <a:gd name="T0" fmla="*/ 86 w 100"/>
                <a:gd name="T1" fmla="*/ 60 h 97"/>
                <a:gd name="T2" fmla="*/ 100 w 100"/>
                <a:gd name="T3" fmla="*/ 54 h 97"/>
                <a:gd name="T4" fmla="*/ 100 w 100"/>
                <a:gd name="T5" fmla="*/ 43 h 97"/>
                <a:gd name="T6" fmla="*/ 86 w 100"/>
                <a:gd name="T7" fmla="*/ 38 h 97"/>
                <a:gd name="T8" fmla="*/ 83 w 100"/>
                <a:gd name="T9" fmla="*/ 32 h 97"/>
                <a:gd name="T10" fmla="*/ 89 w 100"/>
                <a:gd name="T11" fmla="*/ 18 h 97"/>
                <a:gd name="T12" fmla="*/ 81 w 100"/>
                <a:gd name="T13" fmla="*/ 11 h 97"/>
                <a:gd name="T14" fmla="*/ 67 w 100"/>
                <a:gd name="T15" fmla="*/ 16 h 97"/>
                <a:gd name="T16" fmla="*/ 61 w 100"/>
                <a:gd name="T17" fmla="*/ 14 h 97"/>
                <a:gd name="T18" fmla="*/ 55 w 100"/>
                <a:gd name="T19" fmla="*/ 0 h 97"/>
                <a:gd name="T20" fmla="*/ 44 w 100"/>
                <a:gd name="T21" fmla="*/ 0 h 97"/>
                <a:gd name="T22" fmla="*/ 39 w 100"/>
                <a:gd name="T23" fmla="*/ 14 h 97"/>
                <a:gd name="T24" fmla="*/ 33 w 100"/>
                <a:gd name="T25" fmla="*/ 16 h 97"/>
                <a:gd name="T26" fmla="*/ 19 w 100"/>
                <a:gd name="T27" fmla="*/ 11 h 97"/>
                <a:gd name="T28" fmla="*/ 11 w 100"/>
                <a:gd name="T29" fmla="*/ 19 h 97"/>
                <a:gd name="T30" fmla="*/ 17 w 100"/>
                <a:gd name="T31" fmla="*/ 32 h 97"/>
                <a:gd name="T32" fmla="*/ 14 w 100"/>
                <a:gd name="T33" fmla="*/ 38 h 97"/>
                <a:gd name="T34" fmla="*/ 0 w 100"/>
                <a:gd name="T35" fmla="*/ 44 h 97"/>
                <a:gd name="T36" fmla="*/ 0 w 100"/>
                <a:gd name="T37" fmla="*/ 54 h 97"/>
                <a:gd name="T38" fmla="*/ 14 w 100"/>
                <a:gd name="T39" fmla="*/ 60 h 97"/>
                <a:gd name="T40" fmla="*/ 17 w 100"/>
                <a:gd name="T41" fmla="*/ 66 h 97"/>
                <a:gd name="T42" fmla="*/ 11 w 100"/>
                <a:gd name="T43" fmla="*/ 80 h 97"/>
                <a:gd name="T44" fmla="*/ 19 w 100"/>
                <a:gd name="T45" fmla="*/ 87 h 97"/>
                <a:gd name="T46" fmla="*/ 33 w 100"/>
                <a:gd name="T47" fmla="*/ 82 h 97"/>
                <a:gd name="T48" fmla="*/ 39 w 100"/>
                <a:gd name="T49" fmla="*/ 84 h 97"/>
                <a:gd name="T50" fmla="*/ 45 w 100"/>
                <a:gd name="T51" fmla="*/ 97 h 97"/>
                <a:gd name="T52" fmla="*/ 56 w 100"/>
                <a:gd name="T53" fmla="*/ 97 h 97"/>
                <a:gd name="T54" fmla="*/ 61 w 100"/>
                <a:gd name="T55" fmla="*/ 84 h 97"/>
                <a:gd name="T56" fmla="*/ 67 w 100"/>
                <a:gd name="T57" fmla="*/ 82 h 97"/>
                <a:gd name="T58" fmla="*/ 81 w 100"/>
                <a:gd name="T59" fmla="*/ 87 h 97"/>
                <a:gd name="T60" fmla="*/ 89 w 100"/>
                <a:gd name="T61" fmla="*/ 79 h 97"/>
                <a:gd name="T62" fmla="*/ 83 w 100"/>
                <a:gd name="T63" fmla="*/ 66 h 97"/>
                <a:gd name="T64" fmla="*/ 86 w 100"/>
                <a:gd name="T65" fmla="*/ 60 h 97"/>
                <a:gd name="T66" fmla="*/ 50 w 100"/>
                <a:gd name="T67" fmla="*/ 64 h 97"/>
                <a:gd name="T68" fmla="*/ 34 w 100"/>
                <a:gd name="T69" fmla="*/ 49 h 97"/>
                <a:gd name="T70" fmla="*/ 50 w 100"/>
                <a:gd name="T71" fmla="*/ 33 h 97"/>
                <a:gd name="T72" fmla="*/ 66 w 100"/>
                <a:gd name="T73" fmla="*/ 49 h 97"/>
                <a:gd name="T74" fmla="*/ 50 w 100"/>
                <a:gd name="T75" fmla="*/ 6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" h="97">
                  <a:moveTo>
                    <a:pt x="86" y="60"/>
                  </a:moveTo>
                  <a:cubicBezTo>
                    <a:pt x="86" y="60"/>
                    <a:pt x="100" y="55"/>
                    <a:pt x="100" y="54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0" y="43"/>
                    <a:pt x="86" y="38"/>
                    <a:pt x="86" y="38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2"/>
                    <a:pt x="89" y="19"/>
                    <a:pt x="89" y="18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0" y="10"/>
                    <a:pt x="67" y="16"/>
                    <a:pt x="67" y="16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56" y="0"/>
                    <a:pt x="5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39" y="14"/>
                    <a:pt x="39" y="14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19" y="10"/>
                    <a:pt x="19" y="11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7" y="32"/>
                    <a:pt x="17" y="32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0" y="43"/>
                    <a:pt x="0" y="4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14" y="60"/>
                    <a:pt x="14" y="60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1" y="79"/>
                    <a:pt x="11" y="80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20" y="88"/>
                    <a:pt x="33" y="82"/>
                    <a:pt x="33" y="82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4"/>
                    <a:pt x="44" y="97"/>
                    <a:pt x="45" y="97"/>
                  </a:cubicBezTo>
                  <a:cubicBezTo>
                    <a:pt x="56" y="97"/>
                    <a:pt x="56" y="97"/>
                    <a:pt x="56" y="97"/>
                  </a:cubicBezTo>
                  <a:cubicBezTo>
                    <a:pt x="56" y="97"/>
                    <a:pt x="61" y="84"/>
                    <a:pt x="61" y="84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2"/>
                    <a:pt x="81" y="87"/>
                    <a:pt x="81" y="87"/>
                  </a:cubicBezTo>
                  <a:cubicBezTo>
                    <a:pt x="89" y="79"/>
                    <a:pt x="89" y="79"/>
                    <a:pt x="89" y="79"/>
                  </a:cubicBezTo>
                  <a:cubicBezTo>
                    <a:pt x="90" y="79"/>
                    <a:pt x="83" y="66"/>
                    <a:pt x="83" y="66"/>
                  </a:cubicBezTo>
                  <a:lnTo>
                    <a:pt x="86" y="60"/>
                  </a:lnTo>
                  <a:close/>
                  <a:moveTo>
                    <a:pt x="50" y="64"/>
                  </a:moveTo>
                  <a:cubicBezTo>
                    <a:pt x="41" y="64"/>
                    <a:pt x="34" y="57"/>
                    <a:pt x="34" y="49"/>
                  </a:cubicBezTo>
                  <a:cubicBezTo>
                    <a:pt x="34" y="40"/>
                    <a:pt x="41" y="33"/>
                    <a:pt x="50" y="33"/>
                  </a:cubicBezTo>
                  <a:cubicBezTo>
                    <a:pt x="59" y="33"/>
                    <a:pt x="66" y="40"/>
                    <a:pt x="66" y="49"/>
                  </a:cubicBezTo>
                  <a:cubicBezTo>
                    <a:pt x="66" y="57"/>
                    <a:pt x="59" y="64"/>
                    <a:pt x="50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47" name="Freeform 58"/>
            <p:cNvSpPr>
              <a:spLocks noEditPoints="1"/>
            </p:cNvSpPr>
            <p:nvPr/>
          </p:nvSpPr>
          <p:spPr bwMode="auto">
            <a:xfrm>
              <a:off x="8308715" y="1564044"/>
              <a:ext cx="154738" cy="154738"/>
            </a:xfrm>
            <a:custGeom>
              <a:avLst/>
              <a:gdLst>
                <a:gd name="T0" fmla="*/ 41 w 47"/>
                <a:gd name="T1" fmla="*/ 22 h 47"/>
                <a:gd name="T2" fmla="*/ 41 w 47"/>
                <a:gd name="T3" fmla="*/ 19 h 47"/>
                <a:gd name="T4" fmla="*/ 45 w 47"/>
                <a:gd name="T5" fmla="*/ 13 h 47"/>
                <a:gd name="T6" fmla="*/ 42 w 47"/>
                <a:gd name="T7" fmla="*/ 9 h 47"/>
                <a:gd name="T8" fmla="*/ 35 w 47"/>
                <a:gd name="T9" fmla="*/ 10 h 47"/>
                <a:gd name="T10" fmla="*/ 33 w 47"/>
                <a:gd name="T11" fmla="*/ 8 h 47"/>
                <a:gd name="T12" fmla="*/ 32 w 47"/>
                <a:gd name="T13" fmla="*/ 1 h 47"/>
                <a:gd name="T14" fmla="*/ 27 w 47"/>
                <a:gd name="T15" fmla="*/ 0 h 47"/>
                <a:gd name="T16" fmla="*/ 23 w 47"/>
                <a:gd name="T17" fmla="*/ 6 h 47"/>
                <a:gd name="T18" fmla="*/ 20 w 47"/>
                <a:gd name="T19" fmla="*/ 6 h 47"/>
                <a:gd name="T20" fmla="*/ 14 w 47"/>
                <a:gd name="T21" fmla="*/ 2 h 47"/>
                <a:gd name="T22" fmla="*/ 9 w 47"/>
                <a:gd name="T23" fmla="*/ 5 h 47"/>
                <a:gd name="T24" fmla="*/ 10 w 47"/>
                <a:gd name="T25" fmla="*/ 12 h 47"/>
                <a:gd name="T26" fmla="*/ 9 w 47"/>
                <a:gd name="T27" fmla="*/ 14 h 47"/>
                <a:gd name="T28" fmla="*/ 2 w 47"/>
                <a:gd name="T29" fmla="*/ 16 h 47"/>
                <a:gd name="T30" fmla="*/ 1 w 47"/>
                <a:gd name="T31" fmla="*/ 21 h 47"/>
                <a:gd name="T32" fmla="*/ 6 w 47"/>
                <a:gd name="T33" fmla="*/ 25 h 47"/>
                <a:gd name="T34" fmla="*/ 7 w 47"/>
                <a:gd name="T35" fmla="*/ 28 h 47"/>
                <a:gd name="T36" fmla="*/ 3 w 47"/>
                <a:gd name="T37" fmla="*/ 34 h 47"/>
                <a:gd name="T38" fmla="*/ 5 w 47"/>
                <a:gd name="T39" fmla="*/ 38 h 47"/>
                <a:gd name="T40" fmla="*/ 12 w 47"/>
                <a:gd name="T41" fmla="*/ 37 h 47"/>
                <a:gd name="T42" fmla="*/ 14 w 47"/>
                <a:gd name="T43" fmla="*/ 39 h 47"/>
                <a:gd name="T44" fmla="*/ 16 w 47"/>
                <a:gd name="T45" fmla="*/ 46 h 47"/>
                <a:gd name="T46" fmla="*/ 21 w 47"/>
                <a:gd name="T47" fmla="*/ 47 h 47"/>
                <a:gd name="T48" fmla="*/ 25 w 47"/>
                <a:gd name="T49" fmla="*/ 41 h 47"/>
                <a:gd name="T50" fmla="*/ 28 w 47"/>
                <a:gd name="T51" fmla="*/ 41 h 47"/>
                <a:gd name="T52" fmla="*/ 33 w 47"/>
                <a:gd name="T53" fmla="*/ 45 h 47"/>
                <a:gd name="T54" fmla="*/ 38 w 47"/>
                <a:gd name="T55" fmla="*/ 42 h 47"/>
                <a:gd name="T56" fmla="*/ 37 w 47"/>
                <a:gd name="T57" fmla="*/ 35 h 47"/>
                <a:gd name="T58" fmla="*/ 39 w 47"/>
                <a:gd name="T59" fmla="*/ 33 h 47"/>
                <a:gd name="T60" fmla="*/ 46 w 47"/>
                <a:gd name="T61" fmla="*/ 31 h 47"/>
                <a:gd name="T62" fmla="*/ 47 w 47"/>
                <a:gd name="T63" fmla="*/ 26 h 47"/>
                <a:gd name="T64" fmla="*/ 41 w 47"/>
                <a:gd name="T65" fmla="*/ 22 h 47"/>
                <a:gd name="T66" fmla="*/ 31 w 47"/>
                <a:gd name="T67" fmla="*/ 25 h 47"/>
                <a:gd name="T68" fmla="*/ 22 w 47"/>
                <a:gd name="T69" fmla="*/ 31 h 47"/>
                <a:gd name="T70" fmla="*/ 16 w 47"/>
                <a:gd name="T71" fmla="*/ 22 h 47"/>
                <a:gd name="T72" fmla="*/ 25 w 47"/>
                <a:gd name="T73" fmla="*/ 16 h 47"/>
                <a:gd name="T74" fmla="*/ 31 w 47"/>
                <a:gd name="T75" fmla="*/ 2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" h="47">
                  <a:moveTo>
                    <a:pt x="41" y="22"/>
                  </a:moveTo>
                  <a:cubicBezTo>
                    <a:pt x="41" y="19"/>
                    <a:pt x="41" y="19"/>
                    <a:pt x="41" y="19"/>
                  </a:cubicBezTo>
                  <a:cubicBezTo>
                    <a:pt x="41" y="19"/>
                    <a:pt x="45" y="14"/>
                    <a:pt x="45" y="1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35" y="10"/>
                    <a:pt x="35" y="10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2" y="1"/>
                    <a:pt x="32" y="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6" y="0"/>
                    <a:pt x="23" y="6"/>
                    <a:pt x="23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14" y="2"/>
                    <a:pt x="14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10" y="12"/>
                    <a:pt x="10" y="1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2" y="15"/>
                    <a:pt x="2" y="16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1"/>
                    <a:pt x="6" y="25"/>
                    <a:pt x="6" y="25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2" y="33"/>
                    <a:pt x="3" y="34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12" y="37"/>
                    <a:pt x="12" y="37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5" y="46"/>
                    <a:pt x="16" y="46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7"/>
                    <a:pt x="25" y="41"/>
                    <a:pt x="25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33" y="45"/>
                    <a:pt x="33" y="45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2"/>
                    <a:pt x="37" y="35"/>
                    <a:pt x="37" y="35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45" y="32"/>
                    <a:pt x="46" y="31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6"/>
                    <a:pt x="41" y="22"/>
                    <a:pt x="41" y="22"/>
                  </a:cubicBezTo>
                  <a:close/>
                  <a:moveTo>
                    <a:pt x="31" y="25"/>
                  </a:moveTo>
                  <a:cubicBezTo>
                    <a:pt x="30" y="29"/>
                    <a:pt x="26" y="32"/>
                    <a:pt x="22" y="31"/>
                  </a:cubicBezTo>
                  <a:cubicBezTo>
                    <a:pt x="18" y="30"/>
                    <a:pt x="15" y="26"/>
                    <a:pt x="16" y="22"/>
                  </a:cubicBezTo>
                  <a:cubicBezTo>
                    <a:pt x="17" y="18"/>
                    <a:pt x="22" y="15"/>
                    <a:pt x="25" y="16"/>
                  </a:cubicBezTo>
                  <a:cubicBezTo>
                    <a:pt x="29" y="17"/>
                    <a:pt x="32" y="21"/>
                    <a:pt x="31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48" name="Text Box 10"/>
          <p:cNvSpPr txBox="1">
            <a:spLocks noChangeArrowheads="1"/>
          </p:cNvSpPr>
          <p:nvPr/>
        </p:nvSpPr>
        <p:spPr bwMode="auto">
          <a:xfrm>
            <a:off x="2990850" y="2111375"/>
            <a:ext cx="4191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zh-CN" sz="1200" b="1">
                <a:solidFill>
                  <a:schemeClr val="bg1"/>
                </a:solidFill>
                <a:latin typeface="Open Sans" pitchFamily="34" charset="0"/>
              </a:rPr>
              <a:t>35%</a:t>
            </a:r>
            <a:endParaRPr lang="en-US" altLang="zh-CN" sz="1000" b="1">
              <a:solidFill>
                <a:schemeClr val="bg1"/>
              </a:solidFill>
              <a:latin typeface="Open Sans" pitchFamily="34" charset="0"/>
            </a:endParaRPr>
          </a:p>
        </p:txBody>
      </p:sp>
      <p:sp>
        <p:nvSpPr>
          <p:cNvPr id="49" name="Text Box 10"/>
          <p:cNvSpPr txBox="1">
            <a:spLocks noChangeArrowheads="1"/>
          </p:cNvSpPr>
          <p:nvPr/>
        </p:nvSpPr>
        <p:spPr bwMode="auto">
          <a:xfrm>
            <a:off x="5276850" y="1766888"/>
            <a:ext cx="4191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zh-CN" sz="1200" b="1">
                <a:solidFill>
                  <a:schemeClr val="bg1"/>
                </a:solidFill>
                <a:latin typeface="Open Sans" pitchFamily="34" charset="0"/>
              </a:rPr>
              <a:t>25%</a:t>
            </a:r>
            <a:endParaRPr lang="en-US" altLang="zh-CN" sz="1000" b="1">
              <a:solidFill>
                <a:schemeClr val="bg1"/>
              </a:solidFill>
              <a:latin typeface="Open Sans" pitchFamily="34" charset="0"/>
            </a:endParaRPr>
          </a:p>
        </p:txBody>
      </p:sp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4010025" y="4003675"/>
            <a:ext cx="4206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zh-CN" sz="1200" b="1">
                <a:solidFill>
                  <a:schemeClr val="bg1"/>
                </a:solidFill>
                <a:latin typeface="Open Sans" pitchFamily="34" charset="0"/>
              </a:rPr>
              <a:t>20%</a:t>
            </a:r>
            <a:endParaRPr lang="en-US" altLang="zh-CN" sz="1000" b="1">
              <a:solidFill>
                <a:schemeClr val="bg1"/>
              </a:solidFill>
              <a:latin typeface="Open Sans" pitchFamily="34" charset="0"/>
            </a:endParaRP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5446713" y="3408363"/>
            <a:ext cx="420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zh-CN" sz="1200" b="1">
                <a:solidFill>
                  <a:schemeClr val="bg1"/>
                </a:solidFill>
                <a:latin typeface="Open Sans" pitchFamily="34" charset="0"/>
              </a:rPr>
              <a:t>10%</a:t>
            </a:r>
            <a:endParaRPr lang="en-US" altLang="zh-CN" sz="1000" b="1">
              <a:solidFill>
                <a:schemeClr val="bg1"/>
              </a:solidFill>
              <a:latin typeface="Open Sans" pitchFamily="34" charset="0"/>
            </a:endParaRPr>
          </a:p>
        </p:txBody>
      </p:sp>
      <p:grpSp>
        <p:nvGrpSpPr>
          <p:cNvPr id="52" name="Group 41"/>
          <p:cNvGrpSpPr/>
          <p:nvPr/>
        </p:nvGrpSpPr>
        <p:grpSpPr>
          <a:xfrm>
            <a:off x="4277919" y="2495550"/>
            <a:ext cx="469278" cy="409114"/>
            <a:chOff x="7540014" y="4306907"/>
            <a:chExt cx="389342" cy="339426"/>
          </a:xfrm>
          <a:solidFill>
            <a:srgbClr val="E9344C"/>
          </a:solidFill>
        </p:grpSpPr>
        <p:sp>
          <p:nvSpPr>
            <p:cNvPr id="53" name="Freeform 110"/>
            <p:cNvSpPr/>
            <p:nvPr/>
          </p:nvSpPr>
          <p:spPr bwMode="auto">
            <a:xfrm>
              <a:off x="7799575" y="4409234"/>
              <a:ext cx="102328" cy="102328"/>
            </a:xfrm>
            <a:custGeom>
              <a:avLst/>
              <a:gdLst>
                <a:gd name="T0" fmla="*/ 0 w 41"/>
                <a:gd name="T1" fmla="*/ 39 h 41"/>
                <a:gd name="T2" fmla="*/ 3 w 41"/>
                <a:gd name="T3" fmla="*/ 41 h 41"/>
                <a:gd name="T4" fmla="*/ 41 w 41"/>
                <a:gd name="T5" fmla="*/ 3 h 41"/>
                <a:gd name="T6" fmla="*/ 39 w 41"/>
                <a:gd name="T7" fmla="*/ 0 h 41"/>
                <a:gd name="T8" fmla="*/ 0 w 41"/>
                <a:gd name="T9" fmla="*/ 3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0" y="39"/>
                  </a:moveTo>
                  <a:lnTo>
                    <a:pt x="3" y="41"/>
                  </a:lnTo>
                  <a:lnTo>
                    <a:pt x="41" y="3"/>
                  </a:lnTo>
                  <a:lnTo>
                    <a:pt x="39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4" name="Freeform 111"/>
            <p:cNvSpPr/>
            <p:nvPr/>
          </p:nvSpPr>
          <p:spPr bwMode="auto">
            <a:xfrm>
              <a:off x="7777112" y="4381780"/>
              <a:ext cx="109814" cy="114806"/>
            </a:xfrm>
            <a:custGeom>
              <a:avLst/>
              <a:gdLst>
                <a:gd name="T0" fmla="*/ 37 w 44"/>
                <a:gd name="T1" fmla="*/ 0 h 46"/>
                <a:gd name="T2" fmla="*/ 0 w 44"/>
                <a:gd name="T3" fmla="*/ 39 h 46"/>
                <a:gd name="T4" fmla="*/ 6 w 44"/>
                <a:gd name="T5" fmla="*/ 46 h 46"/>
                <a:gd name="T6" fmla="*/ 44 w 44"/>
                <a:gd name="T7" fmla="*/ 8 h 46"/>
                <a:gd name="T8" fmla="*/ 37 w 44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6">
                  <a:moveTo>
                    <a:pt x="37" y="0"/>
                  </a:moveTo>
                  <a:lnTo>
                    <a:pt x="0" y="39"/>
                  </a:lnTo>
                  <a:lnTo>
                    <a:pt x="6" y="46"/>
                  </a:lnTo>
                  <a:lnTo>
                    <a:pt x="44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5" name="Freeform 112"/>
            <p:cNvSpPr/>
            <p:nvPr/>
          </p:nvSpPr>
          <p:spPr bwMode="auto">
            <a:xfrm>
              <a:off x="7757146" y="4366805"/>
              <a:ext cx="104823" cy="104823"/>
            </a:xfrm>
            <a:custGeom>
              <a:avLst/>
              <a:gdLst>
                <a:gd name="T0" fmla="*/ 0 w 42"/>
                <a:gd name="T1" fmla="*/ 38 h 42"/>
                <a:gd name="T2" fmla="*/ 4 w 42"/>
                <a:gd name="T3" fmla="*/ 42 h 42"/>
                <a:gd name="T4" fmla="*/ 42 w 42"/>
                <a:gd name="T5" fmla="*/ 4 h 42"/>
                <a:gd name="T6" fmla="*/ 38 w 42"/>
                <a:gd name="T7" fmla="*/ 0 h 42"/>
                <a:gd name="T8" fmla="*/ 0 w 42"/>
                <a:gd name="T9" fmla="*/ 3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2">
                  <a:moveTo>
                    <a:pt x="0" y="38"/>
                  </a:moveTo>
                  <a:lnTo>
                    <a:pt x="4" y="42"/>
                  </a:lnTo>
                  <a:lnTo>
                    <a:pt x="42" y="4"/>
                  </a:lnTo>
                  <a:lnTo>
                    <a:pt x="38" y="0"/>
                  </a:ln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6" name="Freeform 113"/>
            <p:cNvSpPr/>
            <p:nvPr/>
          </p:nvSpPr>
          <p:spPr bwMode="auto">
            <a:xfrm>
              <a:off x="7729693" y="4469133"/>
              <a:ext cx="69882" cy="69882"/>
            </a:xfrm>
            <a:custGeom>
              <a:avLst/>
              <a:gdLst>
                <a:gd name="T0" fmla="*/ 28 w 28"/>
                <a:gd name="T1" fmla="*/ 20 h 28"/>
                <a:gd name="T2" fmla="*/ 8 w 28"/>
                <a:gd name="T3" fmla="*/ 0 h 28"/>
                <a:gd name="T4" fmla="*/ 0 w 28"/>
                <a:gd name="T5" fmla="*/ 20 h 28"/>
                <a:gd name="T6" fmla="*/ 9 w 28"/>
                <a:gd name="T7" fmla="*/ 28 h 28"/>
                <a:gd name="T8" fmla="*/ 28 w 28"/>
                <a:gd name="T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28" y="20"/>
                  </a:moveTo>
                  <a:lnTo>
                    <a:pt x="8" y="0"/>
                  </a:lnTo>
                  <a:lnTo>
                    <a:pt x="0" y="20"/>
                  </a:lnTo>
                  <a:lnTo>
                    <a:pt x="9" y="28"/>
                  </a:lnTo>
                  <a:lnTo>
                    <a:pt x="2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7" name="Freeform 114"/>
            <p:cNvSpPr/>
            <p:nvPr/>
          </p:nvSpPr>
          <p:spPr bwMode="auto">
            <a:xfrm>
              <a:off x="7712222" y="4526535"/>
              <a:ext cx="34941" cy="32446"/>
            </a:xfrm>
            <a:custGeom>
              <a:avLst/>
              <a:gdLst>
                <a:gd name="T0" fmla="*/ 0 w 14"/>
                <a:gd name="T1" fmla="*/ 13 h 13"/>
                <a:gd name="T2" fmla="*/ 14 w 14"/>
                <a:gd name="T3" fmla="*/ 6 h 13"/>
                <a:gd name="T4" fmla="*/ 6 w 14"/>
                <a:gd name="T5" fmla="*/ 0 h 13"/>
                <a:gd name="T6" fmla="*/ 0 w 14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3">
                  <a:moveTo>
                    <a:pt x="0" y="13"/>
                  </a:moveTo>
                  <a:lnTo>
                    <a:pt x="14" y="6"/>
                  </a:lnTo>
                  <a:lnTo>
                    <a:pt x="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8" name="Freeform 115"/>
            <p:cNvSpPr/>
            <p:nvPr/>
          </p:nvSpPr>
          <p:spPr bwMode="auto">
            <a:xfrm>
              <a:off x="7859474" y="4341848"/>
              <a:ext cx="69882" cy="69882"/>
            </a:xfrm>
            <a:custGeom>
              <a:avLst/>
              <a:gdLst>
                <a:gd name="T0" fmla="*/ 7 w 28"/>
                <a:gd name="T1" fmla="*/ 0 h 28"/>
                <a:gd name="T2" fmla="*/ 0 w 28"/>
                <a:gd name="T3" fmla="*/ 8 h 28"/>
                <a:gd name="T4" fmla="*/ 20 w 28"/>
                <a:gd name="T5" fmla="*/ 28 h 28"/>
                <a:gd name="T6" fmla="*/ 28 w 28"/>
                <a:gd name="T7" fmla="*/ 20 h 28"/>
                <a:gd name="T8" fmla="*/ 7 w 28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7" y="0"/>
                  </a:moveTo>
                  <a:lnTo>
                    <a:pt x="0" y="8"/>
                  </a:lnTo>
                  <a:lnTo>
                    <a:pt x="20" y="28"/>
                  </a:lnTo>
                  <a:lnTo>
                    <a:pt x="28" y="2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59" name="Freeform 116"/>
            <p:cNvSpPr/>
            <p:nvPr/>
          </p:nvSpPr>
          <p:spPr bwMode="auto">
            <a:xfrm>
              <a:off x="7540014" y="4306907"/>
              <a:ext cx="279527" cy="339426"/>
            </a:xfrm>
            <a:custGeom>
              <a:avLst/>
              <a:gdLst>
                <a:gd name="T0" fmla="*/ 104 w 112"/>
                <a:gd name="T1" fmla="*/ 101 h 136"/>
                <a:gd name="T2" fmla="*/ 83 w 112"/>
                <a:gd name="T3" fmla="*/ 101 h 136"/>
                <a:gd name="T4" fmla="*/ 83 w 112"/>
                <a:gd name="T5" fmla="*/ 129 h 136"/>
                <a:gd name="T6" fmla="*/ 7 w 112"/>
                <a:gd name="T7" fmla="*/ 129 h 136"/>
                <a:gd name="T8" fmla="*/ 7 w 112"/>
                <a:gd name="T9" fmla="*/ 32 h 136"/>
                <a:gd name="T10" fmla="*/ 104 w 112"/>
                <a:gd name="T11" fmla="*/ 32 h 136"/>
                <a:gd name="T12" fmla="*/ 104 w 112"/>
                <a:gd name="T13" fmla="*/ 40 h 136"/>
                <a:gd name="T14" fmla="*/ 112 w 112"/>
                <a:gd name="T15" fmla="*/ 32 h 136"/>
                <a:gd name="T16" fmla="*/ 112 w 112"/>
                <a:gd name="T17" fmla="*/ 6 h 136"/>
                <a:gd name="T18" fmla="*/ 97 w 112"/>
                <a:gd name="T19" fmla="*/ 6 h 136"/>
                <a:gd name="T20" fmla="*/ 97 w 112"/>
                <a:gd name="T21" fmla="*/ 20 h 136"/>
                <a:gd name="T22" fmla="*/ 95 w 112"/>
                <a:gd name="T23" fmla="*/ 20 h 136"/>
                <a:gd name="T24" fmla="*/ 95 w 112"/>
                <a:gd name="T25" fmla="*/ 0 h 136"/>
                <a:gd name="T26" fmla="*/ 89 w 112"/>
                <a:gd name="T27" fmla="*/ 0 h 136"/>
                <a:gd name="T28" fmla="*/ 89 w 112"/>
                <a:gd name="T29" fmla="*/ 20 h 136"/>
                <a:gd name="T30" fmla="*/ 87 w 112"/>
                <a:gd name="T31" fmla="*/ 20 h 136"/>
                <a:gd name="T32" fmla="*/ 87 w 112"/>
                <a:gd name="T33" fmla="*/ 6 h 136"/>
                <a:gd name="T34" fmla="*/ 79 w 112"/>
                <a:gd name="T35" fmla="*/ 6 h 136"/>
                <a:gd name="T36" fmla="*/ 79 w 112"/>
                <a:gd name="T37" fmla="*/ 20 h 136"/>
                <a:gd name="T38" fmla="*/ 76 w 112"/>
                <a:gd name="T39" fmla="*/ 20 h 136"/>
                <a:gd name="T40" fmla="*/ 76 w 112"/>
                <a:gd name="T41" fmla="*/ 0 h 136"/>
                <a:gd name="T42" fmla="*/ 72 w 112"/>
                <a:gd name="T43" fmla="*/ 0 h 136"/>
                <a:gd name="T44" fmla="*/ 72 w 112"/>
                <a:gd name="T45" fmla="*/ 20 h 136"/>
                <a:gd name="T46" fmla="*/ 68 w 112"/>
                <a:gd name="T47" fmla="*/ 20 h 136"/>
                <a:gd name="T48" fmla="*/ 68 w 112"/>
                <a:gd name="T49" fmla="*/ 6 h 136"/>
                <a:gd name="T50" fmla="*/ 60 w 112"/>
                <a:gd name="T51" fmla="*/ 6 h 136"/>
                <a:gd name="T52" fmla="*/ 60 w 112"/>
                <a:gd name="T53" fmla="*/ 20 h 136"/>
                <a:gd name="T54" fmla="*/ 57 w 112"/>
                <a:gd name="T55" fmla="*/ 20 h 136"/>
                <a:gd name="T56" fmla="*/ 57 w 112"/>
                <a:gd name="T57" fmla="*/ 0 h 136"/>
                <a:gd name="T58" fmla="*/ 53 w 112"/>
                <a:gd name="T59" fmla="*/ 0 h 136"/>
                <a:gd name="T60" fmla="*/ 53 w 112"/>
                <a:gd name="T61" fmla="*/ 20 h 136"/>
                <a:gd name="T62" fmla="*/ 51 w 112"/>
                <a:gd name="T63" fmla="*/ 20 h 136"/>
                <a:gd name="T64" fmla="*/ 51 w 112"/>
                <a:gd name="T65" fmla="*/ 6 h 136"/>
                <a:gd name="T66" fmla="*/ 43 w 112"/>
                <a:gd name="T67" fmla="*/ 6 h 136"/>
                <a:gd name="T68" fmla="*/ 43 w 112"/>
                <a:gd name="T69" fmla="*/ 20 h 136"/>
                <a:gd name="T70" fmla="*/ 40 w 112"/>
                <a:gd name="T71" fmla="*/ 20 h 136"/>
                <a:gd name="T72" fmla="*/ 40 w 112"/>
                <a:gd name="T73" fmla="*/ 0 h 136"/>
                <a:gd name="T74" fmla="*/ 35 w 112"/>
                <a:gd name="T75" fmla="*/ 0 h 136"/>
                <a:gd name="T76" fmla="*/ 35 w 112"/>
                <a:gd name="T77" fmla="*/ 20 h 136"/>
                <a:gd name="T78" fmla="*/ 32 w 112"/>
                <a:gd name="T79" fmla="*/ 20 h 136"/>
                <a:gd name="T80" fmla="*/ 32 w 112"/>
                <a:gd name="T81" fmla="*/ 6 h 136"/>
                <a:gd name="T82" fmla="*/ 25 w 112"/>
                <a:gd name="T83" fmla="*/ 6 h 136"/>
                <a:gd name="T84" fmla="*/ 25 w 112"/>
                <a:gd name="T85" fmla="*/ 20 h 136"/>
                <a:gd name="T86" fmla="*/ 23 w 112"/>
                <a:gd name="T87" fmla="*/ 20 h 136"/>
                <a:gd name="T88" fmla="*/ 23 w 112"/>
                <a:gd name="T89" fmla="*/ 0 h 136"/>
                <a:gd name="T90" fmla="*/ 17 w 112"/>
                <a:gd name="T91" fmla="*/ 0 h 136"/>
                <a:gd name="T92" fmla="*/ 17 w 112"/>
                <a:gd name="T93" fmla="*/ 20 h 136"/>
                <a:gd name="T94" fmla="*/ 15 w 112"/>
                <a:gd name="T95" fmla="*/ 20 h 136"/>
                <a:gd name="T96" fmla="*/ 15 w 112"/>
                <a:gd name="T97" fmla="*/ 6 h 136"/>
                <a:gd name="T98" fmla="*/ 0 w 112"/>
                <a:gd name="T99" fmla="*/ 6 h 136"/>
                <a:gd name="T100" fmla="*/ 0 w 112"/>
                <a:gd name="T101" fmla="*/ 24 h 136"/>
                <a:gd name="T102" fmla="*/ 0 w 112"/>
                <a:gd name="T103" fmla="*/ 28 h 136"/>
                <a:gd name="T104" fmla="*/ 0 w 112"/>
                <a:gd name="T105" fmla="*/ 136 h 136"/>
                <a:gd name="T106" fmla="*/ 89 w 112"/>
                <a:gd name="T107" fmla="*/ 136 h 136"/>
                <a:gd name="T108" fmla="*/ 112 w 112"/>
                <a:gd name="T109" fmla="*/ 110 h 136"/>
                <a:gd name="T110" fmla="*/ 112 w 112"/>
                <a:gd name="T111" fmla="*/ 84 h 136"/>
                <a:gd name="T112" fmla="*/ 104 w 112"/>
                <a:gd name="T113" fmla="*/ 92 h 136"/>
                <a:gd name="T114" fmla="*/ 104 w 112"/>
                <a:gd name="T115" fmla="*/ 10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2" h="136">
                  <a:moveTo>
                    <a:pt x="104" y="101"/>
                  </a:moveTo>
                  <a:lnTo>
                    <a:pt x="83" y="101"/>
                  </a:lnTo>
                  <a:lnTo>
                    <a:pt x="83" y="129"/>
                  </a:lnTo>
                  <a:lnTo>
                    <a:pt x="7" y="129"/>
                  </a:lnTo>
                  <a:lnTo>
                    <a:pt x="7" y="32"/>
                  </a:lnTo>
                  <a:lnTo>
                    <a:pt x="104" y="32"/>
                  </a:lnTo>
                  <a:lnTo>
                    <a:pt x="104" y="40"/>
                  </a:lnTo>
                  <a:lnTo>
                    <a:pt x="112" y="32"/>
                  </a:lnTo>
                  <a:lnTo>
                    <a:pt x="112" y="6"/>
                  </a:lnTo>
                  <a:lnTo>
                    <a:pt x="97" y="6"/>
                  </a:lnTo>
                  <a:lnTo>
                    <a:pt x="97" y="20"/>
                  </a:lnTo>
                  <a:lnTo>
                    <a:pt x="95" y="20"/>
                  </a:lnTo>
                  <a:lnTo>
                    <a:pt x="95" y="0"/>
                  </a:lnTo>
                  <a:lnTo>
                    <a:pt x="89" y="0"/>
                  </a:lnTo>
                  <a:lnTo>
                    <a:pt x="89" y="20"/>
                  </a:lnTo>
                  <a:lnTo>
                    <a:pt x="87" y="20"/>
                  </a:lnTo>
                  <a:lnTo>
                    <a:pt x="87" y="6"/>
                  </a:lnTo>
                  <a:lnTo>
                    <a:pt x="79" y="6"/>
                  </a:lnTo>
                  <a:lnTo>
                    <a:pt x="79" y="20"/>
                  </a:lnTo>
                  <a:lnTo>
                    <a:pt x="76" y="20"/>
                  </a:lnTo>
                  <a:lnTo>
                    <a:pt x="76" y="0"/>
                  </a:lnTo>
                  <a:lnTo>
                    <a:pt x="72" y="0"/>
                  </a:lnTo>
                  <a:lnTo>
                    <a:pt x="72" y="20"/>
                  </a:lnTo>
                  <a:lnTo>
                    <a:pt x="68" y="20"/>
                  </a:lnTo>
                  <a:lnTo>
                    <a:pt x="68" y="6"/>
                  </a:lnTo>
                  <a:lnTo>
                    <a:pt x="60" y="6"/>
                  </a:lnTo>
                  <a:lnTo>
                    <a:pt x="60" y="20"/>
                  </a:lnTo>
                  <a:lnTo>
                    <a:pt x="57" y="20"/>
                  </a:lnTo>
                  <a:lnTo>
                    <a:pt x="57" y="0"/>
                  </a:lnTo>
                  <a:lnTo>
                    <a:pt x="53" y="0"/>
                  </a:lnTo>
                  <a:lnTo>
                    <a:pt x="53" y="20"/>
                  </a:lnTo>
                  <a:lnTo>
                    <a:pt x="51" y="20"/>
                  </a:lnTo>
                  <a:lnTo>
                    <a:pt x="51" y="6"/>
                  </a:lnTo>
                  <a:lnTo>
                    <a:pt x="43" y="6"/>
                  </a:lnTo>
                  <a:lnTo>
                    <a:pt x="43" y="20"/>
                  </a:lnTo>
                  <a:lnTo>
                    <a:pt x="40" y="20"/>
                  </a:lnTo>
                  <a:lnTo>
                    <a:pt x="40" y="0"/>
                  </a:lnTo>
                  <a:lnTo>
                    <a:pt x="35" y="0"/>
                  </a:lnTo>
                  <a:lnTo>
                    <a:pt x="35" y="20"/>
                  </a:lnTo>
                  <a:lnTo>
                    <a:pt x="32" y="20"/>
                  </a:lnTo>
                  <a:lnTo>
                    <a:pt x="32" y="6"/>
                  </a:lnTo>
                  <a:lnTo>
                    <a:pt x="25" y="6"/>
                  </a:lnTo>
                  <a:lnTo>
                    <a:pt x="25" y="20"/>
                  </a:lnTo>
                  <a:lnTo>
                    <a:pt x="23" y="20"/>
                  </a:lnTo>
                  <a:lnTo>
                    <a:pt x="23" y="0"/>
                  </a:lnTo>
                  <a:lnTo>
                    <a:pt x="17" y="0"/>
                  </a:lnTo>
                  <a:lnTo>
                    <a:pt x="17" y="20"/>
                  </a:lnTo>
                  <a:lnTo>
                    <a:pt x="15" y="20"/>
                  </a:lnTo>
                  <a:lnTo>
                    <a:pt x="15" y="6"/>
                  </a:lnTo>
                  <a:lnTo>
                    <a:pt x="0" y="6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0" y="136"/>
                  </a:lnTo>
                  <a:lnTo>
                    <a:pt x="89" y="136"/>
                  </a:lnTo>
                  <a:lnTo>
                    <a:pt x="112" y="110"/>
                  </a:lnTo>
                  <a:lnTo>
                    <a:pt x="112" y="84"/>
                  </a:lnTo>
                  <a:lnTo>
                    <a:pt x="104" y="92"/>
                  </a:lnTo>
                  <a:lnTo>
                    <a:pt x="104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0" name="Rectangle 117"/>
            <p:cNvSpPr>
              <a:spLocks noChangeArrowheads="1"/>
            </p:cNvSpPr>
            <p:nvPr/>
          </p:nvSpPr>
          <p:spPr bwMode="auto">
            <a:xfrm>
              <a:off x="7589930" y="4421713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1" name="Rectangle 118"/>
            <p:cNvSpPr>
              <a:spLocks noChangeArrowheads="1"/>
            </p:cNvSpPr>
            <p:nvPr/>
          </p:nvSpPr>
          <p:spPr bwMode="auto">
            <a:xfrm>
              <a:off x="7589930" y="4461645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2" name="Rectangle 119"/>
            <p:cNvSpPr>
              <a:spLocks noChangeArrowheads="1"/>
            </p:cNvSpPr>
            <p:nvPr/>
          </p:nvSpPr>
          <p:spPr bwMode="auto">
            <a:xfrm>
              <a:off x="7589930" y="4506569"/>
              <a:ext cx="109814" cy="14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3" name="Rectangle 120"/>
            <p:cNvSpPr>
              <a:spLocks noChangeArrowheads="1"/>
            </p:cNvSpPr>
            <p:nvPr/>
          </p:nvSpPr>
          <p:spPr bwMode="auto">
            <a:xfrm>
              <a:off x="7589930" y="4548998"/>
              <a:ext cx="109814" cy="1747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64" name="Text Box 10"/>
          <p:cNvSpPr txBox="1">
            <a:spLocks noChangeArrowheads="1"/>
          </p:cNvSpPr>
          <p:nvPr/>
        </p:nvSpPr>
        <p:spPr bwMode="auto">
          <a:xfrm>
            <a:off x="3978858" y="2951163"/>
            <a:ext cx="93503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22860" rIns="45720" bIns="22860">
            <a:spAutoFit/>
          </a:bodyPr>
          <a:lstStyle>
            <a:lvl1pPr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8712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1200" b="1" dirty="0" smtClean="0">
                <a:solidFill>
                  <a:srgbClr val="E9344C"/>
                </a:solidFill>
                <a:latin typeface="Open Sans" pitchFamily="34" charset="0"/>
              </a:rPr>
              <a:t>输入标题</a:t>
            </a:r>
            <a:endParaRPr lang="en-US" altLang="zh-CN" sz="1000" b="1" dirty="0">
              <a:solidFill>
                <a:srgbClr val="E9344C"/>
              </a:solidFill>
              <a:latin typeface="Open Sans" pitchFamily="34" charset="0"/>
            </a:endParaRPr>
          </a:p>
        </p:txBody>
      </p:sp>
      <p:cxnSp>
        <p:nvCxnSpPr>
          <p:cNvPr id="65" name="Straight Arrow Connector 55"/>
          <p:cNvCxnSpPr>
            <a:stCxn id="22" idx="1"/>
            <a:endCxn id="27" idx="5"/>
          </p:cNvCxnSpPr>
          <p:nvPr/>
        </p:nvCxnSpPr>
        <p:spPr>
          <a:xfrm flipH="1" flipV="1">
            <a:off x="2613025" y="1709738"/>
            <a:ext cx="425450" cy="34448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58"/>
          <p:cNvCxnSpPr>
            <a:endCxn id="35" idx="2"/>
          </p:cNvCxnSpPr>
          <p:nvPr/>
        </p:nvCxnSpPr>
        <p:spPr>
          <a:xfrm flipV="1">
            <a:off x="5715000" y="1698625"/>
            <a:ext cx="484188" cy="18415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0"/>
          <p:cNvCxnSpPr>
            <a:stCxn id="25" idx="5"/>
            <a:endCxn id="40" idx="1"/>
          </p:cNvCxnSpPr>
          <p:nvPr/>
        </p:nvCxnSpPr>
        <p:spPr>
          <a:xfrm flipV="1">
            <a:off x="5819775" y="3528060"/>
            <a:ext cx="466090" cy="14541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2"/>
          <p:cNvCxnSpPr>
            <a:stCxn id="24" idx="3"/>
            <a:endCxn id="33" idx="6"/>
          </p:cNvCxnSpPr>
          <p:nvPr/>
        </p:nvCxnSpPr>
        <p:spPr>
          <a:xfrm flipH="1" flipV="1">
            <a:off x="2819400" y="3865563"/>
            <a:ext cx="1247775" cy="41751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Tm="5000">
        <p14:warp dir="in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0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50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00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500"/>
                            </p:stCondLst>
                            <p:childTnLst>
                              <p:par>
                                <p:cTn id="9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000"/>
                            </p:stCondLst>
                            <p:childTnLst>
                              <p:par>
                                <p:cTn id="1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  <p:bldGraphic spid="20" grpId="0">
        <p:bldAsOne/>
      </p:bldGraphic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 animBg="1"/>
      <p:bldP spid="32" grpId="0"/>
      <p:bldP spid="33" grpId="0" animBg="1"/>
      <p:bldP spid="34" grpId="0"/>
      <p:bldP spid="35" grpId="0" animBg="1"/>
      <p:bldP spid="39" grpId="0"/>
      <p:bldP spid="40" grpId="0" bldLvl="0" animBg="1"/>
      <p:bldP spid="48" grpId="0"/>
      <p:bldP spid="49" grpId="0"/>
      <p:bldP spid="50" grpId="0"/>
      <p:bldP spid="51" grpId="0"/>
      <p:bldP spid="6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60"/>
            <a:ext cx="9175273" cy="5143500"/>
          </a:xfrm>
          <a:prstGeom prst="rect">
            <a:avLst/>
          </a:prstGeom>
        </p:spPr>
      </p:pic>
      <p:sp>
        <p:nvSpPr>
          <p:cNvPr id="5" name="TextBox 10"/>
          <p:cNvSpPr txBox="1"/>
          <p:nvPr/>
        </p:nvSpPr>
        <p:spPr>
          <a:xfrm>
            <a:off x="1072642" y="3183868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 smtClean="0">
                <a:solidFill>
                  <a:srgbClr val="FFFFFF"/>
                </a:solidFill>
                <a:latin typeface="方正兰亭黑简体" pitchFamily="2" charset="-122"/>
                <a:ea typeface="方正兰亭黑简体" pitchFamily="2" charset="-122"/>
                <a:cs typeface="Roboto condensed"/>
              </a:rPr>
              <a:t>论文总结</a:t>
            </a:r>
            <a:endParaRPr lang="ko-KR" altLang="en-US" sz="2400" b="1" dirty="0">
              <a:solidFill>
                <a:srgbClr val="FFFFFF"/>
              </a:solidFill>
              <a:latin typeface="方正兰亭黑简体" pitchFamily="2" charset="-122"/>
              <a:cs typeface="Roboto condense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2923" y="2067694"/>
            <a:ext cx="1005403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研究方法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72923" y="2658613"/>
            <a:ext cx="1210588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成绩与思考</a:t>
            </a:r>
            <a:endParaRPr lang="zh-CN" altLang="en-US" sz="1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832228" y="2510422"/>
            <a:ext cx="923724" cy="337237"/>
            <a:chOff x="3832228" y="2510422"/>
            <a:chExt cx="923724" cy="337237"/>
          </a:xfrm>
        </p:grpSpPr>
        <p:cxnSp>
          <p:nvCxnSpPr>
            <p:cNvPr id="7" name="Straight Connector 107"/>
            <p:cNvCxnSpPr>
              <a:endCxn id="15" idx="2"/>
            </p:cNvCxnSpPr>
            <p:nvPr/>
          </p:nvCxnSpPr>
          <p:spPr>
            <a:xfrm>
              <a:off x="3832228" y="2510422"/>
              <a:ext cx="842015" cy="296383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45"/>
            <p:cNvSpPr/>
            <p:nvPr/>
          </p:nvSpPr>
          <p:spPr bwMode="auto">
            <a:xfrm>
              <a:off x="4674243" y="2765950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731240" y="2179375"/>
            <a:ext cx="1024712" cy="396867"/>
            <a:chOff x="3731240" y="2179375"/>
            <a:chExt cx="1024712" cy="396867"/>
          </a:xfrm>
        </p:grpSpPr>
        <p:cxnSp>
          <p:nvCxnSpPr>
            <p:cNvPr id="8" name="Straight Connector 108"/>
            <p:cNvCxnSpPr>
              <a:endCxn id="13" idx="2"/>
            </p:cNvCxnSpPr>
            <p:nvPr/>
          </p:nvCxnSpPr>
          <p:spPr>
            <a:xfrm flipV="1">
              <a:off x="3832228" y="2220230"/>
              <a:ext cx="842015" cy="282674"/>
            </a:xfrm>
            <a:prstGeom prst="line">
              <a:avLst/>
            </a:prstGeom>
            <a:ln w="1905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45"/>
            <p:cNvSpPr/>
            <p:nvPr/>
          </p:nvSpPr>
          <p:spPr bwMode="auto">
            <a:xfrm>
              <a:off x="4674243" y="2179375"/>
              <a:ext cx="81709" cy="81709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Oval 45"/>
            <p:cNvSpPr/>
            <p:nvPr/>
          </p:nvSpPr>
          <p:spPr bwMode="auto">
            <a:xfrm>
              <a:off x="3731240" y="2459288"/>
              <a:ext cx="116954" cy="116954"/>
            </a:xfrm>
            <a:prstGeom prst="ellipse">
              <a:avLst/>
            </a:prstGeom>
            <a:solidFill>
              <a:srgbClr val="2A303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995963" y="1828100"/>
            <a:ext cx="1224136" cy="1220781"/>
            <a:chOff x="1995963" y="1828100"/>
            <a:chExt cx="1224136" cy="1220781"/>
          </a:xfrm>
        </p:grpSpPr>
        <p:sp>
          <p:nvSpPr>
            <p:cNvPr id="6" name="Oval 67"/>
            <p:cNvSpPr/>
            <p:nvPr/>
          </p:nvSpPr>
          <p:spPr bwMode="auto">
            <a:xfrm>
              <a:off x="1995963" y="1828100"/>
              <a:ext cx="1224136" cy="1220781"/>
            </a:xfrm>
            <a:prstGeom prst="ellipse">
              <a:avLst/>
            </a:prstGeom>
            <a:solidFill>
              <a:srgbClr val="E93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EC5368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0" name="Group 54"/>
            <p:cNvGrpSpPr/>
            <p:nvPr/>
          </p:nvGrpSpPr>
          <p:grpSpPr>
            <a:xfrm>
              <a:off x="2376399" y="2179375"/>
              <a:ext cx="463263" cy="602242"/>
              <a:chOff x="6421904" y="4798576"/>
              <a:chExt cx="299494" cy="389342"/>
            </a:xfrm>
            <a:solidFill>
              <a:schemeClr val="bg1"/>
            </a:solidFill>
          </p:grpSpPr>
          <p:sp>
            <p:nvSpPr>
              <p:cNvPr id="21" name="Freeform 170"/>
              <p:cNvSpPr/>
              <p:nvPr/>
            </p:nvSpPr>
            <p:spPr bwMode="auto">
              <a:xfrm>
                <a:off x="6421904" y="4910886"/>
                <a:ext cx="299494" cy="277032"/>
              </a:xfrm>
              <a:custGeom>
                <a:avLst/>
                <a:gdLst>
                  <a:gd name="T0" fmla="*/ 45 w 90"/>
                  <a:gd name="T1" fmla="*/ 83 h 83"/>
                  <a:gd name="T2" fmla="*/ 90 w 90"/>
                  <a:gd name="T3" fmla="*/ 0 h 83"/>
                  <a:gd name="T4" fmla="*/ 0 w 90"/>
                  <a:gd name="T5" fmla="*/ 0 h 83"/>
                  <a:gd name="T6" fmla="*/ 45 w 90"/>
                  <a:gd name="T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83">
                    <a:moveTo>
                      <a:pt x="45" y="83"/>
                    </a:moveTo>
                    <a:cubicBezTo>
                      <a:pt x="90" y="59"/>
                      <a:pt x="90" y="0"/>
                      <a:pt x="9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59"/>
                      <a:pt x="45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22" name="Freeform 171"/>
              <p:cNvSpPr/>
              <p:nvPr/>
            </p:nvSpPr>
            <p:spPr bwMode="auto">
              <a:xfrm>
                <a:off x="6421904" y="4798576"/>
                <a:ext cx="299494" cy="94840"/>
              </a:xfrm>
              <a:custGeom>
                <a:avLst/>
                <a:gdLst>
                  <a:gd name="T0" fmla="*/ 84 w 90"/>
                  <a:gd name="T1" fmla="*/ 0 h 29"/>
                  <a:gd name="T2" fmla="*/ 68 w 90"/>
                  <a:gd name="T3" fmla="*/ 16 h 29"/>
                  <a:gd name="T4" fmla="*/ 52 w 90"/>
                  <a:gd name="T5" fmla="*/ 0 h 29"/>
                  <a:gd name="T6" fmla="*/ 39 w 90"/>
                  <a:gd name="T7" fmla="*/ 0 h 29"/>
                  <a:gd name="T8" fmla="*/ 23 w 90"/>
                  <a:gd name="T9" fmla="*/ 16 h 29"/>
                  <a:gd name="T10" fmla="*/ 7 w 90"/>
                  <a:gd name="T11" fmla="*/ 0 h 29"/>
                  <a:gd name="T12" fmla="*/ 0 w 90"/>
                  <a:gd name="T13" fmla="*/ 0 h 29"/>
                  <a:gd name="T14" fmla="*/ 0 w 90"/>
                  <a:gd name="T15" fmla="*/ 29 h 29"/>
                  <a:gd name="T16" fmla="*/ 90 w 90"/>
                  <a:gd name="T17" fmla="*/ 29 h 29"/>
                  <a:gd name="T18" fmla="*/ 90 w 90"/>
                  <a:gd name="T19" fmla="*/ 0 h 29"/>
                  <a:gd name="T20" fmla="*/ 84 w 90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29">
                    <a:moveTo>
                      <a:pt x="84" y="0"/>
                    </a:moveTo>
                    <a:cubicBezTo>
                      <a:pt x="84" y="9"/>
                      <a:pt x="77" y="16"/>
                      <a:pt x="68" y="16"/>
                    </a:cubicBezTo>
                    <a:cubicBezTo>
                      <a:pt x="59" y="16"/>
                      <a:pt x="52" y="9"/>
                      <a:pt x="52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9"/>
                      <a:pt x="32" y="16"/>
                      <a:pt x="23" y="16"/>
                    </a:cubicBezTo>
                    <a:cubicBezTo>
                      <a:pt x="14" y="16"/>
                      <a:pt x="7" y="9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90" y="29"/>
                      <a:pt x="90" y="29"/>
                      <a:pt x="90" y="29"/>
                    </a:cubicBezTo>
                    <a:cubicBezTo>
                      <a:pt x="90" y="0"/>
                      <a:pt x="90" y="0"/>
                      <a:pt x="90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5000">
        <p14:flythrough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49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49"/>
                            </p:stCondLst>
                            <p:childTnLst>
                              <p:par>
                                <p:cTn id="3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349"/>
                            </p:stCondLst>
                            <p:childTnLst>
                              <p:par>
                                <p:cTn id="40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研究方法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1" name="Rectangle 3"/>
          <p:cNvSpPr/>
          <p:nvPr/>
        </p:nvSpPr>
        <p:spPr>
          <a:xfrm>
            <a:off x="778770" y="1216844"/>
            <a:ext cx="1788552" cy="2468165"/>
          </a:xfrm>
          <a:prstGeom prst="rect">
            <a:avLst/>
          </a:prstGeom>
          <a:solidFill>
            <a:srgbClr val="E9344C"/>
          </a:solidFill>
          <a:ln w="31750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4530"/>
            <a:endParaRPr lang="zh-CN" altLang="zh-CN" sz="1800">
              <a:solidFill>
                <a:srgbClr val="FFFFFF"/>
              </a:solidFill>
            </a:endParaRPr>
          </a:p>
        </p:txBody>
      </p:sp>
      <p:sp>
        <p:nvSpPr>
          <p:cNvPr id="22" name="Rectangle 4"/>
          <p:cNvSpPr/>
          <p:nvPr/>
        </p:nvSpPr>
        <p:spPr>
          <a:xfrm>
            <a:off x="2699499" y="1216844"/>
            <a:ext cx="1787360" cy="2468165"/>
          </a:xfrm>
          <a:prstGeom prst="rect">
            <a:avLst/>
          </a:prstGeom>
          <a:solidFill>
            <a:srgbClr val="2A303C"/>
          </a:solidFill>
          <a:ln w="31750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4530"/>
            <a:endParaRPr lang="zh-CN" altLang="zh-CN" sz="1800">
              <a:solidFill>
                <a:srgbClr val="FFFFFF"/>
              </a:solidFill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4629753" y="1216844"/>
            <a:ext cx="1787361" cy="2468165"/>
          </a:xfrm>
          <a:prstGeom prst="rect">
            <a:avLst/>
          </a:prstGeom>
          <a:solidFill>
            <a:srgbClr val="E9344C"/>
          </a:solidFill>
          <a:ln w="31750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4530"/>
            <a:endParaRPr lang="zh-CN" altLang="zh-CN" sz="1800">
              <a:solidFill>
                <a:srgbClr val="FFFFFF"/>
              </a:solidFill>
            </a:endParaRPr>
          </a:p>
        </p:txBody>
      </p:sp>
      <p:sp>
        <p:nvSpPr>
          <p:cNvPr id="24" name="Rectangle 6"/>
          <p:cNvSpPr/>
          <p:nvPr/>
        </p:nvSpPr>
        <p:spPr>
          <a:xfrm>
            <a:off x="6577869" y="1216844"/>
            <a:ext cx="1788552" cy="2468165"/>
          </a:xfrm>
          <a:prstGeom prst="rect">
            <a:avLst/>
          </a:prstGeom>
          <a:solidFill>
            <a:srgbClr val="2A303C"/>
          </a:solidFill>
          <a:ln w="31750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4530"/>
            <a:endParaRPr lang="zh-CN" altLang="zh-CN" sz="1800">
              <a:solidFill>
                <a:srgbClr val="FFFFFF"/>
              </a:solidFill>
            </a:endParaRPr>
          </a:p>
        </p:txBody>
      </p:sp>
      <p:pic>
        <p:nvPicPr>
          <p:cNvPr id="25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876" y="1235894"/>
            <a:ext cx="1740920" cy="1739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1"/>
          <p:cNvSpPr txBox="1">
            <a:spLocks noChangeArrowheads="1"/>
          </p:cNvSpPr>
          <p:nvPr/>
        </p:nvSpPr>
        <p:spPr bwMode="auto">
          <a:xfrm>
            <a:off x="1266845" y="3096537"/>
            <a:ext cx="754053" cy="31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600" dirty="0" smtClean="0">
                <a:solidFill>
                  <a:schemeClr val="bg1"/>
                </a:solidFill>
                <a:latin typeface="方正兰亭中黑_GBK" pitchFamily="2" charset="-122"/>
                <a:ea typeface="方正兰亭中黑_GBK" pitchFamily="2" charset="-122"/>
              </a:rPr>
              <a:t>观点一</a:t>
            </a:r>
            <a:endParaRPr lang="zh-CN" altLang="en-US" sz="1600" dirty="0">
              <a:solidFill>
                <a:schemeClr val="bg1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27" name="TextBox 57"/>
          <p:cNvSpPr txBox="1"/>
          <p:nvPr/>
        </p:nvSpPr>
        <p:spPr>
          <a:xfrm>
            <a:off x="3091716" y="3096537"/>
            <a:ext cx="754053" cy="31547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bg1"/>
                </a:solidFill>
                <a:latin typeface="方正兰亭中黑_GBK" pitchFamily="2" charset="-122"/>
                <a:ea typeface="方正兰亭中黑_GBK" pitchFamily="2" charset="-122"/>
              </a:rPr>
              <a:t>观点二</a:t>
            </a:r>
            <a:endParaRPr lang="zh-CN" altLang="en-US" sz="1600" dirty="0">
              <a:solidFill>
                <a:schemeClr val="bg1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28" name="TextBox 58"/>
          <p:cNvSpPr txBox="1">
            <a:spLocks noChangeArrowheads="1"/>
          </p:cNvSpPr>
          <p:nvPr/>
        </p:nvSpPr>
        <p:spPr bwMode="auto">
          <a:xfrm>
            <a:off x="5095111" y="3096537"/>
            <a:ext cx="754053" cy="31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600" dirty="0" smtClean="0">
                <a:solidFill>
                  <a:schemeClr val="bg1"/>
                </a:solidFill>
                <a:latin typeface="方正兰亭中黑_GBK" pitchFamily="2" charset="-122"/>
                <a:ea typeface="方正兰亭中黑_GBK" pitchFamily="2" charset="-122"/>
              </a:rPr>
              <a:t>观点</a:t>
            </a:r>
            <a:r>
              <a:rPr lang="zh-CN" altLang="en-US" sz="1600" dirty="0">
                <a:solidFill>
                  <a:schemeClr val="bg1"/>
                </a:solidFill>
                <a:latin typeface="方正兰亭中黑_GBK" pitchFamily="2" charset="-122"/>
                <a:ea typeface="方正兰亭中黑_GBK" pitchFamily="2" charset="-122"/>
              </a:rPr>
              <a:t>三</a:t>
            </a:r>
            <a:endParaRPr lang="zh-CN" altLang="en-US" sz="1600" dirty="0">
              <a:solidFill>
                <a:schemeClr val="bg1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29" name="TextBox 59"/>
          <p:cNvSpPr txBox="1"/>
          <p:nvPr/>
        </p:nvSpPr>
        <p:spPr>
          <a:xfrm>
            <a:off x="7113826" y="3096537"/>
            <a:ext cx="754053" cy="31547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bg1"/>
                </a:solidFill>
                <a:latin typeface="方正兰亭中黑_GBK" pitchFamily="2" charset="-122"/>
                <a:ea typeface="方正兰亭中黑_GBK" pitchFamily="2" charset="-122"/>
              </a:rPr>
              <a:t>观点四</a:t>
            </a:r>
            <a:endParaRPr lang="zh-CN" altLang="en-US" sz="1600" dirty="0">
              <a:solidFill>
                <a:schemeClr val="bg1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30" name="TextBox 63"/>
          <p:cNvSpPr txBox="1"/>
          <p:nvPr/>
        </p:nvSpPr>
        <p:spPr>
          <a:xfrm>
            <a:off x="1215550" y="3370283"/>
            <a:ext cx="856645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800" dirty="0" smtClean="0">
                <a:solidFill>
                  <a:srgbClr val="2A303C"/>
                </a:solidFill>
                <a:latin typeface="PT Sans" panose="020B0503020203020204" pitchFamily="34" charset="0"/>
              </a:rPr>
              <a:t>点击添加小标题</a:t>
            </a:r>
            <a:endParaRPr lang="id-ID" sz="800" dirty="0">
              <a:solidFill>
                <a:srgbClr val="2A303C"/>
              </a:solidFill>
              <a:latin typeface="PT Sans" panose="020B0503020203020204" pitchFamily="34" charset="0"/>
            </a:endParaRPr>
          </a:p>
        </p:txBody>
      </p:sp>
      <p:sp>
        <p:nvSpPr>
          <p:cNvPr id="31" name="TextBox 64"/>
          <p:cNvSpPr txBox="1"/>
          <p:nvPr/>
        </p:nvSpPr>
        <p:spPr>
          <a:xfrm>
            <a:off x="3160689" y="3370283"/>
            <a:ext cx="856645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800" dirty="0">
                <a:solidFill>
                  <a:schemeClr val="bg1"/>
                </a:solidFill>
                <a:latin typeface="PT Sans" panose="020B0503020203020204" pitchFamily="34" charset="0"/>
              </a:rPr>
              <a:t>点击添加小标题</a:t>
            </a:r>
            <a:endParaRPr lang="id-ID" altLang="zh-CN" sz="800" dirty="0">
              <a:solidFill>
                <a:schemeClr val="bg1"/>
              </a:solidFill>
              <a:latin typeface="PT Sans" panose="020B0503020203020204" pitchFamily="34" charset="0"/>
            </a:endParaRPr>
          </a:p>
        </p:txBody>
      </p:sp>
      <p:sp>
        <p:nvSpPr>
          <p:cNvPr id="32" name="TextBox 67"/>
          <p:cNvSpPr txBox="1"/>
          <p:nvPr/>
        </p:nvSpPr>
        <p:spPr>
          <a:xfrm>
            <a:off x="5095111" y="3370283"/>
            <a:ext cx="856645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800" dirty="0">
                <a:solidFill>
                  <a:schemeClr val="bg1"/>
                </a:solidFill>
                <a:latin typeface="PT Sans" panose="020B0503020203020204" pitchFamily="34" charset="0"/>
              </a:rPr>
              <a:t>点击添加小标题</a:t>
            </a:r>
            <a:endParaRPr lang="id-ID" altLang="zh-CN" sz="800" dirty="0">
              <a:solidFill>
                <a:schemeClr val="bg1"/>
              </a:solidFill>
              <a:latin typeface="PT Sans" panose="020B0503020203020204" pitchFamily="34" charset="0"/>
            </a:endParaRPr>
          </a:p>
        </p:txBody>
      </p:sp>
      <p:sp>
        <p:nvSpPr>
          <p:cNvPr id="33" name="TextBox 68"/>
          <p:cNvSpPr txBox="1"/>
          <p:nvPr/>
        </p:nvSpPr>
        <p:spPr>
          <a:xfrm>
            <a:off x="7043823" y="3370283"/>
            <a:ext cx="856645" cy="19236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id-ID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sz="800" dirty="0">
                <a:solidFill>
                  <a:schemeClr val="bg1"/>
                </a:solidFill>
                <a:latin typeface="PT Sans" panose="020B0503020203020204" pitchFamily="34" charset="0"/>
              </a:rPr>
              <a:t>点击添加小标题</a:t>
            </a:r>
            <a:endParaRPr lang="id-ID" altLang="zh-CN" sz="800" dirty="0">
              <a:solidFill>
                <a:schemeClr val="bg1"/>
              </a:solidFill>
              <a:latin typeface="PT Sans" panose="020B0503020203020204" pitchFamily="34" charset="0"/>
            </a:endParaRPr>
          </a:p>
        </p:txBody>
      </p:sp>
      <p:cxnSp>
        <p:nvCxnSpPr>
          <p:cNvPr id="34" name="Straight Connector 16"/>
          <p:cNvCxnSpPr/>
          <p:nvPr/>
        </p:nvCxnSpPr>
        <p:spPr>
          <a:xfrm>
            <a:off x="1498001" y="3576662"/>
            <a:ext cx="258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17"/>
          <p:cNvCxnSpPr/>
          <p:nvPr/>
        </p:nvCxnSpPr>
        <p:spPr>
          <a:xfrm>
            <a:off x="3468743" y="3576662"/>
            <a:ext cx="25720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18"/>
          <p:cNvCxnSpPr/>
          <p:nvPr/>
        </p:nvCxnSpPr>
        <p:spPr>
          <a:xfrm>
            <a:off x="5398997" y="3576662"/>
            <a:ext cx="25720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19"/>
          <p:cNvCxnSpPr/>
          <p:nvPr/>
        </p:nvCxnSpPr>
        <p:spPr>
          <a:xfrm>
            <a:off x="7313771" y="3576662"/>
            <a:ext cx="258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9997" y="1235894"/>
            <a:ext cx="1739729" cy="1739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5696" y="1235894"/>
            <a:ext cx="1739729" cy="1739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586" y="1235894"/>
            <a:ext cx="1740920" cy="1739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76"/>
          <p:cNvSpPr txBox="1"/>
          <p:nvPr/>
        </p:nvSpPr>
        <p:spPr>
          <a:xfrm>
            <a:off x="778770" y="3789352"/>
            <a:ext cx="1764736" cy="4385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defTabSz="684530"/>
            <a:r>
              <a:rPr lang="zh-CN" altLang="en-US" sz="800" dirty="0" smtClean="0">
                <a:solidFill>
                  <a:srgbClr val="E9344C"/>
                </a:solidFill>
              </a:rPr>
              <a:t>您的内容打在这里，或者通过复制的文本后，在此选择粘贴，并选择只保留文字。</a:t>
            </a:r>
            <a:endParaRPr lang="zh-CN" altLang="en-US" sz="800" dirty="0">
              <a:solidFill>
                <a:srgbClr val="E9344C"/>
              </a:solidFill>
            </a:endParaRPr>
          </a:p>
        </p:txBody>
      </p:sp>
      <p:sp>
        <p:nvSpPr>
          <p:cNvPr id="42" name="TextBox 77"/>
          <p:cNvSpPr txBox="1"/>
          <p:nvPr/>
        </p:nvSpPr>
        <p:spPr>
          <a:xfrm>
            <a:off x="2699499" y="3777878"/>
            <a:ext cx="1765926" cy="45005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defTabSz="684530"/>
            <a:r>
              <a:rPr lang="zh-CN" altLang="en-US" sz="800" dirty="0" smtClean="0">
                <a:solidFill>
                  <a:srgbClr val="E9344C"/>
                </a:solidFill>
              </a:rPr>
              <a:t>您的内容打在这里，或者通过复制的文本后，在此选择粘贴，并选择只保留文字</a:t>
            </a:r>
            <a:endParaRPr lang="en-US" sz="800" b="1" dirty="0">
              <a:solidFill>
                <a:srgbClr val="E9344C"/>
              </a:solidFill>
              <a:latin typeface="Signika Negative"/>
            </a:endParaRPr>
          </a:p>
        </p:txBody>
      </p:sp>
      <p:sp>
        <p:nvSpPr>
          <p:cNvPr id="43" name="TextBox 78"/>
          <p:cNvSpPr txBox="1"/>
          <p:nvPr/>
        </p:nvSpPr>
        <p:spPr>
          <a:xfrm>
            <a:off x="4649996" y="3777878"/>
            <a:ext cx="1739729" cy="45005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4530"/>
            <a:r>
              <a:rPr lang="zh-CN" altLang="en-US" sz="800" dirty="0" smtClean="0">
                <a:solidFill>
                  <a:srgbClr val="E9344C"/>
                </a:solidFill>
              </a:rPr>
              <a:t>您的内容打在这里，或者通过复制的文本后，在此选择粘贴，并选择只保留文字</a:t>
            </a:r>
            <a:endParaRPr lang="en-US" sz="800" b="1" dirty="0">
              <a:solidFill>
                <a:srgbClr val="E9344C"/>
              </a:solidFill>
              <a:latin typeface="Signika Negative"/>
            </a:endParaRPr>
          </a:p>
        </p:txBody>
      </p:sp>
      <p:sp>
        <p:nvSpPr>
          <p:cNvPr id="44" name="TextBox 79"/>
          <p:cNvSpPr txBox="1"/>
          <p:nvPr/>
        </p:nvSpPr>
        <p:spPr>
          <a:xfrm>
            <a:off x="6602876" y="3777878"/>
            <a:ext cx="1740920" cy="45005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4530"/>
            <a:r>
              <a:rPr lang="zh-CN" altLang="en-US" sz="800" dirty="0" smtClean="0">
                <a:solidFill>
                  <a:srgbClr val="E9344C"/>
                </a:solidFill>
              </a:rPr>
              <a:t>您的内容打在这里，或者通过复制的文本后，在此选择粘贴，并选择只保留文字</a:t>
            </a:r>
            <a:endParaRPr lang="en-US" sz="800" b="1" dirty="0">
              <a:solidFill>
                <a:srgbClr val="E9344C"/>
              </a:solidFill>
              <a:latin typeface="Signika Negative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9592" y="1395784"/>
            <a:ext cx="1512168" cy="16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/>
            <a:endParaRPr lang="zh-CN" altLang="en-US" sz="11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24913" y="1395783"/>
            <a:ext cx="1512168" cy="16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/>
            <a:endParaRPr lang="zh-CN" altLang="en-US" sz="11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63776" y="1409699"/>
            <a:ext cx="1512168" cy="16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/>
            <a:endParaRPr lang="zh-CN" altLang="en-US" sz="11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17252" y="1409699"/>
            <a:ext cx="1512168" cy="16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/>
            <a:endParaRPr lang="zh-CN" altLang="en-US" sz="1100" dirty="0"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5000">
        <p14:flythrough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1" grpId="0" animBg="1"/>
      <p:bldP spid="22" grpId="0" animBg="1"/>
      <p:bldP spid="23" grpId="0" animBg="1"/>
      <p:bldP spid="24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 bwMode="auto">
          <a:xfrm>
            <a:off x="179388" y="4818063"/>
            <a:ext cx="223837" cy="200025"/>
            <a:chOff x="187527" y="4768405"/>
            <a:chExt cx="223138" cy="200055"/>
          </a:xfrm>
        </p:grpSpPr>
        <p:sp>
          <p:nvSpPr>
            <p:cNvPr id="9" name="Oval 9"/>
            <p:cNvSpPr/>
            <p:nvPr userDrawn="1"/>
          </p:nvSpPr>
          <p:spPr>
            <a:xfrm>
              <a:off x="206518" y="4779519"/>
              <a:ext cx="180410" cy="17941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10">
              <a:hlinkClick r:id="rId1"/>
            </p:cNvPr>
            <p:cNvSpPr>
              <a:spLocks noChangeArrowheads="1"/>
            </p:cNvSpPr>
            <p:nvPr userDrawn="1"/>
          </p:nvSpPr>
          <p:spPr bwMode="auto">
            <a:xfrm>
              <a:off x="187527" y="4768405"/>
              <a:ext cx="223138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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368300" y="4810125"/>
            <a:ext cx="261938" cy="200025"/>
            <a:chOff x="168513" y="4759283"/>
            <a:chExt cx="261610" cy="200055"/>
          </a:xfrm>
        </p:grpSpPr>
        <p:sp>
          <p:nvSpPr>
            <p:cNvPr id="12" name="Oval 12"/>
            <p:cNvSpPr/>
            <p:nvPr userDrawn="1"/>
          </p:nvSpPr>
          <p:spPr>
            <a:xfrm>
              <a:off x="206565" y="4779924"/>
              <a:ext cx="180748" cy="1794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3">
              <a:hlinkClick r:id="rId2"/>
            </p:cNvPr>
            <p:cNvSpPr>
              <a:spLocks noChangeArrowheads="1"/>
            </p:cNvSpPr>
            <p:nvPr userDrawn="1"/>
          </p:nvSpPr>
          <p:spPr bwMode="auto">
            <a:xfrm>
              <a:off x="168513" y="4759283"/>
              <a:ext cx="26161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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587375" y="4818063"/>
            <a:ext cx="268288" cy="200025"/>
            <a:chOff x="172145" y="4767420"/>
            <a:chExt cx="268022" cy="200055"/>
          </a:xfrm>
        </p:grpSpPr>
        <p:sp>
          <p:nvSpPr>
            <p:cNvPr id="15" name="Oval 15"/>
            <p:cNvSpPr/>
            <p:nvPr userDrawn="1"/>
          </p:nvSpPr>
          <p:spPr>
            <a:xfrm>
              <a:off x="207035" y="4778534"/>
              <a:ext cx="179210" cy="18100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6">
              <a:hlinkClick r:id="rId3"/>
            </p:cNvPr>
            <p:cNvSpPr>
              <a:spLocks noChangeArrowheads="1"/>
            </p:cNvSpPr>
            <p:nvPr userDrawn="1"/>
          </p:nvSpPr>
          <p:spPr bwMode="auto">
            <a:xfrm>
              <a:off x="172145" y="4767420"/>
              <a:ext cx="26802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  <a:latin typeface="FontAwesome" pitchFamily="2" charset="0"/>
                </a:rPr>
                <a:t></a:t>
              </a:r>
              <a:endParaRPr lang="en-US" sz="700">
                <a:solidFill>
                  <a:schemeClr val="bg1"/>
                </a:solidFill>
                <a:latin typeface="FontAwesome" pitchFamily="2" charset="0"/>
              </a:endParaRPr>
            </a:p>
          </p:txBody>
        </p:sp>
      </p:grpSp>
      <p:sp>
        <p:nvSpPr>
          <p:cNvPr id="17" name="文本框 3"/>
          <p:cNvSpPr txBox="1"/>
          <p:nvPr/>
        </p:nvSpPr>
        <p:spPr>
          <a:xfrm>
            <a:off x="1670052" y="142845"/>
            <a:ext cx="4540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9344C"/>
                </a:solidFill>
                <a:latin typeface="方正兰亭黑简体" pitchFamily="2" charset="-122"/>
                <a:ea typeface="方正兰亭黑简体" pitchFamily="2" charset="-122"/>
              </a:rPr>
              <a:t>成绩与思考</a:t>
            </a:r>
            <a:endParaRPr lang="zh-CN" altLang="en-US" sz="2000" dirty="0">
              <a:solidFill>
                <a:srgbClr val="E9344C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7800" y="0"/>
            <a:ext cx="1206500" cy="101600"/>
          </a:xfrm>
          <a:prstGeom prst="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剪去同侧角的矩形 18"/>
          <p:cNvSpPr/>
          <p:nvPr/>
        </p:nvSpPr>
        <p:spPr>
          <a:xfrm rot="10800000">
            <a:off x="173038" y="204775"/>
            <a:ext cx="1211262" cy="276250"/>
          </a:xfrm>
          <a:prstGeom prst="snip2SameRect">
            <a:avLst/>
          </a:prstGeom>
          <a:solidFill>
            <a:srgbClr val="E9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60588" y="173249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pc="3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论文答辩</a:t>
            </a:r>
            <a:endParaRPr lang="zh-CN" altLang="en-US" sz="1400" spc="3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1" name="Rectangle 65"/>
          <p:cNvSpPr/>
          <p:nvPr/>
        </p:nvSpPr>
        <p:spPr>
          <a:xfrm>
            <a:off x="587375" y="1347788"/>
            <a:ext cx="3552825" cy="288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cxnSp>
        <p:nvCxnSpPr>
          <p:cNvPr id="22" name="Straight Connector 66"/>
          <p:cNvCxnSpPr/>
          <p:nvPr/>
        </p:nvCxnSpPr>
        <p:spPr>
          <a:xfrm>
            <a:off x="4548188" y="1357313"/>
            <a:ext cx="0" cy="287655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74"/>
          <p:cNvSpPr/>
          <p:nvPr/>
        </p:nvSpPr>
        <p:spPr>
          <a:xfrm>
            <a:off x="4948238" y="1347788"/>
            <a:ext cx="3552825" cy="288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8669" y="1563638"/>
            <a:ext cx="3161507" cy="313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/>
            <a:endParaRPr lang="zh-CN" altLang="en-US" sz="11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43896" y="1563637"/>
            <a:ext cx="3161507" cy="313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r>
              <a:rPr lang="zh-CN" altLang="en-US" sz="1000" dirty="0" smtClean="0">
                <a:latin typeface="方正兰亭黑简体" pitchFamily="2" charset="-122"/>
                <a:ea typeface="方正兰亭黑简体" pitchFamily="2" charset="-122"/>
              </a:rPr>
              <a:t>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您的内容打在这里，或者通过复制的文本后，在此选择粘贴，并选择只保留文字。</a:t>
            </a: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400"/>
              </a:lnSpc>
            </a:pPr>
            <a:endParaRPr lang="zh-CN" altLang="en-US" sz="1000" dirty="0" smtClean="0">
              <a:latin typeface="方正兰亭黑简体" pitchFamily="2" charset="-122"/>
              <a:ea typeface="方正兰亭黑简体" pitchFamily="2" charset="-122"/>
            </a:endParaRPr>
          </a:p>
          <a:p>
            <a:pPr algn="just"/>
            <a:endParaRPr lang="zh-CN" altLang="en-US" sz="1100" dirty="0"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26" name="TextBox 11"/>
          <p:cNvSpPr txBox="1">
            <a:spLocks noChangeArrowheads="1"/>
          </p:cNvSpPr>
          <p:nvPr/>
        </p:nvSpPr>
        <p:spPr bwMode="auto">
          <a:xfrm>
            <a:off x="1835696" y="915566"/>
            <a:ext cx="548868" cy="31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600" dirty="0" smtClean="0">
                <a:solidFill>
                  <a:srgbClr val="E9344C"/>
                </a:solidFill>
                <a:latin typeface="方正兰亭中黑_GBK" pitchFamily="2" charset="-122"/>
                <a:ea typeface="方正兰亭中黑_GBK" pitchFamily="2" charset="-122"/>
              </a:rPr>
              <a:t>成绩</a:t>
            </a:r>
            <a:endParaRPr lang="zh-CN" altLang="en-US" sz="1600" dirty="0">
              <a:solidFill>
                <a:srgbClr val="E9344C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  <p:sp>
        <p:nvSpPr>
          <p:cNvPr id="27" name="TextBox 11"/>
          <p:cNvSpPr txBox="1">
            <a:spLocks noChangeArrowheads="1"/>
          </p:cNvSpPr>
          <p:nvPr/>
        </p:nvSpPr>
        <p:spPr bwMode="auto">
          <a:xfrm>
            <a:off x="6450216" y="931972"/>
            <a:ext cx="548868" cy="31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593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3130"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03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753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47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19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991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656330" indent="-227330" defTabSz="912495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1600" dirty="0">
                <a:solidFill>
                  <a:srgbClr val="2A303C"/>
                </a:solidFill>
                <a:latin typeface="方正兰亭中黑_GBK" pitchFamily="2" charset="-122"/>
                <a:ea typeface="方正兰亭中黑_GBK" pitchFamily="2" charset="-122"/>
              </a:rPr>
              <a:t>思考</a:t>
            </a:r>
            <a:endParaRPr lang="zh-CN" altLang="en-US" sz="1600" dirty="0">
              <a:solidFill>
                <a:srgbClr val="2A303C"/>
              </a:solidFill>
              <a:latin typeface="方正兰亭中黑_GBK" pitchFamily="2" charset="-122"/>
              <a:ea typeface="方正兰亭中黑_GBK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5000">
        <p14:shred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/>
      <p:bldP spid="25" grpId="0"/>
      <p:bldP spid="26" grpId="0"/>
      <p:bldP spid="26" grpId="1"/>
      <p:bldP spid="27" grpId="0"/>
      <p:bldP spid="2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1983769" y="2449500"/>
            <a:ext cx="396875" cy="601662"/>
          </a:xfrm>
          <a:custGeom>
            <a:avLst/>
            <a:gdLst>
              <a:gd name="connsiteX0" fmla="*/ 285958 w 397607"/>
              <a:gd name="connsiteY0" fmla="*/ 23387 h 601962"/>
              <a:gd name="connsiteX1" fmla="*/ 289283 w 397607"/>
              <a:gd name="connsiteY1" fmla="*/ 123140 h 601962"/>
              <a:gd name="connsiteX2" fmla="*/ 256032 w 397607"/>
              <a:gd name="connsiteY2" fmla="*/ 252818 h 601962"/>
              <a:gd name="connsiteX3" fmla="*/ 69827 w 397607"/>
              <a:gd name="connsiteY3" fmla="*/ 492225 h 601962"/>
              <a:gd name="connsiteX4" fmla="*/ 0 w 397607"/>
              <a:gd name="connsiteY4" fmla="*/ 568702 h 601962"/>
              <a:gd name="connsiteX5" fmla="*/ 39901 w 397607"/>
              <a:gd name="connsiteY5" fmla="*/ 601953 h 601962"/>
              <a:gd name="connsiteX6" fmla="*/ 89778 w 397607"/>
              <a:gd name="connsiteY6" fmla="*/ 565377 h 601962"/>
              <a:gd name="connsiteX7" fmla="*/ 109728 w 397607"/>
              <a:gd name="connsiteY7" fmla="*/ 512175 h 601962"/>
              <a:gd name="connsiteX8" fmla="*/ 219456 w 397607"/>
              <a:gd name="connsiteY8" fmla="*/ 375846 h 601962"/>
              <a:gd name="connsiteX9" fmla="*/ 322534 w 397607"/>
              <a:gd name="connsiteY9" fmla="*/ 252818 h 601962"/>
              <a:gd name="connsiteX10" fmla="*/ 359110 w 397607"/>
              <a:gd name="connsiteY10" fmla="*/ 163041 h 601962"/>
              <a:gd name="connsiteX11" fmla="*/ 392361 w 397607"/>
              <a:gd name="connsiteY11" fmla="*/ 83238 h 601962"/>
              <a:gd name="connsiteX12" fmla="*/ 392361 w 397607"/>
              <a:gd name="connsiteY12" fmla="*/ 20062 h 601962"/>
              <a:gd name="connsiteX13" fmla="*/ 342485 w 397607"/>
              <a:gd name="connsiteY13" fmla="*/ 111 h 601962"/>
              <a:gd name="connsiteX14" fmla="*/ 285958 w 397607"/>
              <a:gd name="connsiteY14" fmla="*/ 23387 h 601962"/>
              <a:gd name="connsiteX0-1" fmla="*/ 285958 w 397607"/>
              <a:gd name="connsiteY0-2" fmla="*/ 23387 h 601962"/>
              <a:gd name="connsiteX1-3" fmla="*/ 289283 w 397607"/>
              <a:gd name="connsiteY1-4" fmla="*/ 123140 h 601962"/>
              <a:gd name="connsiteX2-5" fmla="*/ 246057 w 397607"/>
              <a:gd name="connsiteY2-6" fmla="*/ 256143 h 601962"/>
              <a:gd name="connsiteX3-7" fmla="*/ 69827 w 397607"/>
              <a:gd name="connsiteY3-8" fmla="*/ 492225 h 601962"/>
              <a:gd name="connsiteX4-9" fmla="*/ 0 w 397607"/>
              <a:gd name="connsiteY4-10" fmla="*/ 568702 h 601962"/>
              <a:gd name="connsiteX5-11" fmla="*/ 39901 w 397607"/>
              <a:gd name="connsiteY5-12" fmla="*/ 601953 h 601962"/>
              <a:gd name="connsiteX6-13" fmla="*/ 89778 w 397607"/>
              <a:gd name="connsiteY6-14" fmla="*/ 565377 h 601962"/>
              <a:gd name="connsiteX7-15" fmla="*/ 109728 w 397607"/>
              <a:gd name="connsiteY7-16" fmla="*/ 512175 h 601962"/>
              <a:gd name="connsiteX8-17" fmla="*/ 219456 w 397607"/>
              <a:gd name="connsiteY8-18" fmla="*/ 375846 h 601962"/>
              <a:gd name="connsiteX9-19" fmla="*/ 322534 w 397607"/>
              <a:gd name="connsiteY9-20" fmla="*/ 252818 h 601962"/>
              <a:gd name="connsiteX10-21" fmla="*/ 359110 w 397607"/>
              <a:gd name="connsiteY10-22" fmla="*/ 163041 h 601962"/>
              <a:gd name="connsiteX11-23" fmla="*/ 392361 w 397607"/>
              <a:gd name="connsiteY11-24" fmla="*/ 83238 h 601962"/>
              <a:gd name="connsiteX12-25" fmla="*/ 392361 w 397607"/>
              <a:gd name="connsiteY12-26" fmla="*/ 20062 h 601962"/>
              <a:gd name="connsiteX13-27" fmla="*/ 342485 w 397607"/>
              <a:gd name="connsiteY13-28" fmla="*/ 111 h 601962"/>
              <a:gd name="connsiteX14-29" fmla="*/ 285958 w 397607"/>
              <a:gd name="connsiteY14-30" fmla="*/ 23387 h 601962"/>
              <a:gd name="connsiteX0-31" fmla="*/ 285958 w 397075"/>
              <a:gd name="connsiteY0-32" fmla="*/ 23387 h 601962"/>
              <a:gd name="connsiteX1-33" fmla="*/ 289283 w 397075"/>
              <a:gd name="connsiteY1-34" fmla="*/ 123140 h 601962"/>
              <a:gd name="connsiteX2-35" fmla="*/ 246057 w 397075"/>
              <a:gd name="connsiteY2-36" fmla="*/ 256143 h 601962"/>
              <a:gd name="connsiteX3-37" fmla="*/ 69827 w 397075"/>
              <a:gd name="connsiteY3-38" fmla="*/ 492225 h 601962"/>
              <a:gd name="connsiteX4-39" fmla="*/ 0 w 397075"/>
              <a:gd name="connsiteY4-40" fmla="*/ 568702 h 601962"/>
              <a:gd name="connsiteX5-41" fmla="*/ 39901 w 397075"/>
              <a:gd name="connsiteY5-42" fmla="*/ 601953 h 601962"/>
              <a:gd name="connsiteX6-43" fmla="*/ 89778 w 397075"/>
              <a:gd name="connsiteY6-44" fmla="*/ 565377 h 601962"/>
              <a:gd name="connsiteX7-45" fmla="*/ 109728 w 397075"/>
              <a:gd name="connsiteY7-46" fmla="*/ 512175 h 601962"/>
              <a:gd name="connsiteX8-47" fmla="*/ 219456 w 397075"/>
              <a:gd name="connsiteY8-48" fmla="*/ 375846 h 601962"/>
              <a:gd name="connsiteX9-49" fmla="*/ 322534 w 397075"/>
              <a:gd name="connsiteY9-50" fmla="*/ 252818 h 601962"/>
              <a:gd name="connsiteX10-51" fmla="*/ 369085 w 397075"/>
              <a:gd name="connsiteY10-52" fmla="*/ 166366 h 601962"/>
              <a:gd name="connsiteX11-53" fmla="*/ 392361 w 397075"/>
              <a:gd name="connsiteY11-54" fmla="*/ 83238 h 601962"/>
              <a:gd name="connsiteX12-55" fmla="*/ 392361 w 397075"/>
              <a:gd name="connsiteY12-56" fmla="*/ 20062 h 601962"/>
              <a:gd name="connsiteX13-57" fmla="*/ 342485 w 397075"/>
              <a:gd name="connsiteY13-58" fmla="*/ 111 h 601962"/>
              <a:gd name="connsiteX14-59" fmla="*/ 285958 w 397075"/>
              <a:gd name="connsiteY14-60" fmla="*/ 23387 h 601962"/>
              <a:gd name="connsiteX0-61" fmla="*/ 285958 w 397075"/>
              <a:gd name="connsiteY0-62" fmla="*/ 23387 h 601962"/>
              <a:gd name="connsiteX1-63" fmla="*/ 289283 w 397075"/>
              <a:gd name="connsiteY1-64" fmla="*/ 123140 h 601962"/>
              <a:gd name="connsiteX2-65" fmla="*/ 246057 w 397075"/>
              <a:gd name="connsiteY2-66" fmla="*/ 256143 h 601962"/>
              <a:gd name="connsiteX3-67" fmla="*/ 69827 w 397075"/>
              <a:gd name="connsiteY3-68" fmla="*/ 492225 h 601962"/>
              <a:gd name="connsiteX4-69" fmla="*/ 0 w 397075"/>
              <a:gd name="connsiteY4-70" fmla="*/ 568702 h 601962"/>
              <a:gd name="connsiteX5-71" fmla="*/ 39901 w 397075"/>
              <a:gd name="connsiteY5-72" fmla="*/ 601953 h 601962"/>
              <a:gd name="connsiteX6-73" fmla="*/ 89778 w 397075"/>
              <a:gd name="connsiteY6-74" fmla="*/ 565377 h 601962"/>
              <a:gd name="connsiteX7-75" fmla="*/ 119703 w 397075"/>
              <a:gd name="connsiteY7-76" fmla="*/ 518825 h 601962"/>
              <a:gd name="connsiteX8-77" fmla="*/ 219456 w 397075"/>
              <a:gd name="connsiteY8-78" fmla="*/ 375846 h 601962"/>
              <a:gd name="connsiteX9-79" fmla="*/ 322534 w 397075"/>
              <a:gd name="connsiteY9-80" fmla="*/ 252818 h 601962"/>
              <a:gd name="connsiteX10-81" fmla="*/ 369085 w 397075"/>
              <a:gd name="connsiteY10-82" fmla="*/ 166366 h 601962"/>
              <a:gd name="connsiteX11-83" fmla="*/ 392361 w 397075"/>
              <a:gd name="connsiteY11-84" fmla="*/ 83238 h 601962"/>
              <a:gd name="connsiteX12-85" fmla="*/ 392361 w 397075"/>
              <a:gd name="connsiteY12-86" fmla="*/ 20062 h 601962"/>
              <a:gd name="connsiteX13-87" fmla="*/ 342485 w 397075"/>
              <a:gd name="connsiteY13-88" fmla="*/ 111 h 601962"/>
              <a:gd name="connsiteX14-89" fmla="*/ 285958 w 397075"/>
              <a:gd name="connsiteY14-90" fmla="*/ 23387 h 601962"/>
              <a:gd name="connsiteX0-91" fmla="*/ 285958 w 397075"/>
              <a:gd name="connsiteY0-92" fmla="*/ 23387 h 601962"/>
              <a:gd name="connsiteX1-93" fmla="*/ 289283 w 397075"/>
              <a:gd name="connsiteY1-94" fmla="*/ 123140 h 601962"/>
              <a:gd name="connsiteX2-95" fmla="*/ 246057 w 397075"/>
              <a:gd name="connsiteY2-96" fmla="*/ 256143 h 601962"/>
              <a:gd name="connsiteX3-97" fmla="*/ 69827 w 397075"/>
              <a:gd name="connsiteY3-98" fmla="*/ 492225 h 601962"/>
              <a:gd name="connsiteX4-99" fmla="*/ 0 w 397075"/>
              <a:gd name="connsiteY4-100" fmla="*/ 568702 h 601962"/>
              <a:gd name="connsiteX5-101" fmla="*/ 39901 w 397075"/>
              <a:gd name="connsiteY5-102" fmla="*/ 601953 h 601962"/>
              <a:gd name="connsiteX6-103" fmla="*/ 89778 w 397075"/>
              <a:gd name="connsiteY6-104" fmla="*/ 565377 h 601962"/>
              <a:gd name="connsiteX7-105" fmla="*/ 119703 w 397075"/>
              <a:gd name="connsiteY7-106" fmla="*/ 518825 h 601962"/>
              <a:gd name="connsiteX8-107" fmla="*/ 219456 w 397075"/>
              <a:gd name="connsiteY8-108" fmla="*/ 385822 h 601962"/>
              <a:gd name="connsiteX9-109" fmla="*/ 322534 w 397075"/>
              <a:gd name="connsiteY9-110" fmla="*/ 252818 h 601962"/>
              <a:gd name="connsiteX10-111" fmla="*/ 369085 w 397075"/>
              <a:gd name="connsiteY10-112" fmla="*/ 166366 h 601962"/>
              <a:gd name="connsiteX11-113" fmla="*/ 392361 w 397075"/>
              <a:gd name="connsiteY11-114" fmla="*/ 83238 h 601962"/>
              <a:gd name="connsiteX12-115" fmla="*/ 392361 w 397075"/>
              <a:gd name="connsiteY12-116" fmla="*/ 20062 h 601962"/>
              <a:gd name="connsiteX13-117" fmla="*/ 342485 w 397075"/>
              <a:gd name="connsiteY13-118" fmla="*/ 111 h 601962"/>
              <a:gd name="connsiteX14-119" fmla="*/ 285958 w 397075"/>
              <a:gd name="connsiteY14-120" fmla="*/ 23387 h 601962"/>
              <a:gd name="connsiteX0-121" fmla="*/ 285958 w 397075"/>
              <a:gd name="connsiteY0-122" fmla="*/ 23387 h 601962"/>
              <a:gd name="connsiteX1-123" fmla="*/ 289283 w 397075"/>
              <a:gd name="connsiteY1-124" fmla="*/ 123140 h 601962"/>
              <a:gd name="connsiteX2-125" fmla="*/ 246057 w 397075"/>
              <a:gd name="connsiteY2-126" fmla="*/ 256143 h 601962"/>
              <a:gd name="connsiteX3-127" fmla="*/ 69827 w 397075"/>
              <a:gd name="connsiteY3-128" fmla="*/ 492225 h 601962"/>
              <a:gd name="connsiteX4-129" fmla="*/ 0 w 397075"/>
              <a:gd name="connsiteY4-130" fmla="*/ 568702 h 601962"/>
              <a:gd name="connsiteX5-131" fmla="*/ 39901 w 397075"/>
              <a:gd name="connsiteY5-132" fmla="*/ 601953 h 601962"/>
              <a:gd name="connsiteX6-133" fmla="*/ 89778 w 397075"/>
              <a:gd name="connsiteY6-134" fmla="*/ 565377 h 601962"/>
              <a:gd name="connsiteX7-135" fmla="*/ 119703 w 397075"/>
              <a:gd name="connsiteY7-136" fmla="*/ 518825 h 601962"/>
              <a:gd name="connsiteX8-137" fmla="*/ 219456 w 397075"/>
              <a:gd name="connsiteY8-138" fmla="*/ 385822 h 601962"/>
              <a:gd name="connsiteX9-139" fmla="*/ 322534 w 397075"/>
              <a:gd name="connsiteY9-140" fmla="*/ 252818 h 601962"/>
              <a:gd name="connsiteX10-141" fmla="*/ 369085 w 397075"/>
              <a:gd name="connsiteY10-142" fmla="*/ 166366 h 601962"/>
              <a:gd name="connsiteX11-143" fmla="*/ 392361 w 397075"/>
              <a:gd name="connsiteY11-144" fmla="*/ 83238 h 601962"/>
              <a:gd name="connsiteX12-145" fmla="*/ 392361 w 397075"/>
              <a:gd name="connsiteY12-146" fmla="*/ 20062 h 601962"/>
              <a:gd name="connsiteX13-147" fmla="*/ 342485 w 397075"/>
              <a:gd name="connsiteY13-148" fmla="*/ 111 h 601962"/>
              <a:gd name="connsiteX14-149" fmla="*/ 285958 w 397075"/>
              <a:gd name="connsiteY14-150" fmla="*/ 23387 h 601962"/>
              <a:gd name="connsiteX0-151" fmla="*/ 285958 w 397075"/>
              <a:gd name="connsiteY0-152" fmla="*/ 23387 h 601962"/>
              <a:gd name="connsiteX1-153" fmla="*/ 289283 w 397075"/>
              <a:gd name="connsiteY1-154" fmla="*/ 123140 h 601962"/>
              <a:gd name="connsiteX2-155" fmla="*/ 246057 w 397075"/>
              <a:gd name="connsiteY2-156" fmla="*/ 256143 h 601962"/>
              <a:gd name="connsiteX3-157" fmla="*/ 63177 w 397075"/>
              <a:gd name="connsiteY3-158" fmla="*/ 492225 h 601962"/>
              <a:gd name="connsiteX4-159" fmla="*/ 0 w 397075"/>
              <a:gd name="connsiteY4-160" fmla="*/ 568702 h 601962"/>
              <a:gd name="connsiteX5-161" fmla="*/ 39901 w 397075"/>
              <a:gd name="connsiteY5-162" fmla="*/ 601953 h 601962"/>
              <a:gd name="connsiteX6-163" fmla="*/ 89778 w 397075"/>
              <a:gd name="connsiteY6-164" fmla="*/ 565377 h 601962"/>
              <a:gd name="connsiteX7-165" fmla="*/ 119703 w 397075"/>
              <a:gd name="connsiteY7-166" fmla="*/ 518825 h 601962"/>
              <a:gd name="connsiteX8-167" fmla="*/ 219456 w 397075"/>
              <a:gd name="connsiteY8-168" fmla="*/ 385822 h 601962"/>
              <a:gd name="connsiteX9-169" fmla="*/ 322534 w 397075"/>
              <a:gd name="connsiteY9-170" fmla="*/ 252818 h 601962"/>
              <a:gd name="connsiteX10-171" fmla="*/ 369085 w 397075"/>
              <a:gd name="connsiteY10-172" fmla="*/ 166366 h 601962"/>
              <a:gd name="connsiteX11-173" fmla="*/ 392361 w 397075"/>
              <a:gd name="connsiteY11-174" fmla="*/ 83238 h 601962"/>
              <a:gd name="connsiteX12-175" fmla="*/ 392361 w 397075"/>
              <a:gd name="connsiteY12-176" fmla="*/ 20062 h 601962"/>
              <a:gd name="connsiteX13-177" fmla="*/ 342485 w 397075"/>
              <a:gd name="connsiteY13-178" fmla="*/ 111 h 601962"/>
              <a:gd name="connsiteX14-179" fmla="*/ 285958 w 397075"/>
              <a:gd name="connsiteY14-180" fmla="*/ 23387 h 601962"/>
              <a:gd name="connsiteX0-181" fmla="*/ 285958 w 397075"/>
              <a:gd name="connsiteY0-182" fmla="*/ 23387 h 601962"/>
              <a:gd name="connsiteX1-183" fmla="*/ 289283 w 397075"/>
              <a:gd name="connsiteY1-184" fmla="*/ 123140 h 601962"/>
              <a:gd name="connsiteX2-185" fmla="*/ 246057 w 397075"/>
              <a:gd name="connsiteY2-186" fmla="*/ 256143 h 601962"/>
              <a:gd name="connsiteX3-187" fmla="*/ 63177 w 397075"/>
              <a:gd name="connsiteY3-188" fmla="*/ 492225 h 601962"/>
              <a:gd name="connsiteX4-189" fmla="*/ 0 w 397075"/>
              <a:gd name="connsiteY4-190" fmla="*/ 568702 h 601962"/>
              <a:gd name="connsiteX5-191" fmla="*/ 39901 w 397075"/>
              <a:gd name="connsiteY5-192" fmla="*/ 601953 h 601962"/>
              <a:gd name="connsiteX6-193" fmla="*/ 89778 w 397075"/>
              <a:gd name="connsiteY6-194" fmla="*/ 565377 h 601962"/>
              <a:gd name="connsiteX7-195" fmla="*/ 113053 w 397075"/>
              <a:gd name="connsiteY7-196" fmla="*/ 505524 h 601962"/>
              <a:gd name="connsiteX8-197" fmla="*/ 219456 w 397075"/>
              <a:gd name="connsiteY8-198" fmla="*/ 385822 h 601962"/>
              <a:gd name="connsiteX9-199" fmla="*/ 322534 w 397075"/>
              <a:gd name="connsiteY9-200" fmla="*/ 252818 h 601962"/>
              <a:gd name="connsiteX10-201" fmla="*/ 369085 w 397075"/>
              <a:gd name="connsiteY10-202" fmla="*/ 166366 h 601962"/>
              <a:gd name="connsiteX11-203" fmla="*/ 392361 w 397075"/>
              <a:gd name="connsiteY11-204" fmla="*/ 83238 h 601962"/>
              <a:gd name="connsiteX12-205" fmla="*/ 392361 w 397075"/>
              <a:gd name="connsiteY12-206" fmla="*/ 20062 h 601962"/>
              <a:gd name="connsiteX13-207" fmla="*/ 342485 w 397075"/>
              <a:gd name="connsiteY13-208" fmla="*/ 111 h 601962"/>
              <a:gd name="connsiteX14-209" fmla="*/ 285958 w 397075"/>
              <a:gd name="connsiteY14-210" fmla="*/ 23387 h 6019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</a:cxnLst>
            <a:rect l="l" t="t" r="r" b="b"/>
            <a:pathLst>
              <a:path w="397075" h="601962">
                <a:moveTo>
                  <a:pt x="285958" y="23387"/>
                </a:moveTo>
                <a:cubicBezTo>
                  <a:pt x="277091" y="43892"/>
                  <a:pt x="295933" y="84347"/>
                  <a:pt x="289283" y="123140"/>
                </a:cubicBezTo>
                <a:cubicBezTo>
                  <a:pt x="282633" y="161933"/>
                  <a:pt x="283741" y="194629"/>
                  <a:pt x="246057" y="256143"/>
                </a:cubicBezTo>
                <a:cubicBezTo>
                  <a:pt x="208373" y="317657"/>
                  <a:pt x="114162" y="440132"/>
                  <a:pt x="63177" y="492225"/>
                </a:cubicBezTo>
                <a:cubicBezTo>
                  <a:pt x="12192" y="544318"/>
                  <a:pt x="7204" y="560389"/>
                  <a:pt x="0" y="568702"/>
                </a:cubicBezTo>
                <a:cubicBezTo>
                  <a:pt x="13300" y="579786"/>
                  <a:pt x="24938" y="602507"/>
                  <a:pt x="39901" y="601953"/>
                </a:cubicBezTo>
                <a:cubicBezTo>
                  <a:pt x="54864" y="601399"/>
                  <a:pt x="77586" y="581448"/>
                  <a:pt x="89778" y="565377"/>
                </a:cubicBezTo>
                <a:cubicBezTo>
                  <a:pt x="101970" y="549306"/>
                  <a:pt x="91440" y="535450"/>
                  <a:pt x="113053" y="505524"/>
                </a:cubicBezTo>
                <a:cubicBezTo>
                  <a:pt x="134666" y="475598"/>
                  <a:pt x="184543" y="427940"/>
                  <a:pt x="219456" y="385822"/>
                </a:cubicBezTo>
                <a:cubicBezTo>
                  <a:pt x="254370" y="343704"/>
                  <a:pt x="297596" y="289394"/>
                  <a:pt x="322534" y="252818"/>
                </a:cubicBezTo>
                <a:cubicBezTo>
                  <a:pt x="347472" y="216242"/>
                  <a:pt x="357447" y="194629"/>
                  <a:pt x="369085" y="166366"/>
                </a:cubicBezTo>
                <a:cubicBezTo>
                  <a:pt x="380723" y="138103"/>
                  <a:pt x="388482" y="107622"/>
                  <a:pt x="392361" y="83238"/>
                </a:cubicBezTo>
                <a:cubicBezTo>
                  <a:pt x="396240" y="58854"/>
                  <a:pt x="400674" y="33917"/>
                  <a:pt x="392361" y="20062"/>
                </a:cubicBezTo>
                <a:cubicBezTo>
                  <a:pt x="384048" y="6207"/>
                  <a:pt x="361327" y="-997"/>
                  <a:pt x="342485" y="111"/>
                </a:cubicBezTo>
                <a:cubicBezTo>
                  <a:pt x="323643" y="1219"/>
                  <a:pt x="294825" y="2882"/>
                  <a:pt x="285958" y="2338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993294" y="2484425"/>
            <a:ext cx="2095500" cy="573087"/>
          </a:xfrm>
          <a:custGeom>
            <a:avLst/>
            <a:gdLst>
              <a:gd name="connsiteX0" fmla="*/ 0 w 2099045"/>
              <a:gd name="connsiteY0" fmla="*/ 539692 h 572943"/>
              <a:gd name="connsiteX1" fmla="*/ 66501 w 2099045"/>
              <a:gd name="connsiteY1" fmla="*/ 446589 h 572943"/>
              <a:gd name="connsiteX2" fmla="*/ 116378 w 2099045"/>
              <a:gd name="connsiteY2" fmla="*/ 400038 h 572943"/>
              <a:gd name="connsiteX3" fmla="*/ 182880 w 2099045"/>
              <a:gd name="connsiteY3" fmla="*/ 370112 h 572943"/>
              <a:gd name="connsiteX4" fmla="*/ 269332 w 2099045"/>
              <a:gd name="connsiteY4" fmla="*/ 303611 h 572943"/>
              <a:gd name="connsiteX5" fmla="*/ 342484 w 2099045"/>
              <a:gd name="connsiteY5" fmla="*/ 240434 h 572943"/>
              <a:gd name="connsiteX6" fmla="*/ 412311 w 2099045"/>
              <a:gd name="connsiteY6" fmla="*/ 193883 h 572943"/>
              <a:gd name="connsiteX7" fmla="*/ 498763 w 2099045"/>
              <a:gd name="connsiteY7" fmla="*/ 147331 h 572943"/>
              <a:gd name="connsiteX8" fmla="*/ 561940 w 2099045"/>
              <a:gd name="connsiteY8" fmla="*/ 107430 h 572943"/>
              <a:gd name="connsiteX9" fmla="*/ 734845 w 2099045"/>
              <a:gd name="connsiteY9" fmla="*/ 47579 h 572943"/>
              <a:gd name="connsiteX10" fmla="*/ 1027453 w 2099045"/>
              <a:gd name="connsiteY10" fmla="*/ 11003 h 572943"/>
              <a:gd name="connsiteX11" fmla="*/ 1403188 w 2099045"/>
              <a:gd name="connsiteY11" fmla="*/ 34278 h 572943"/>
              <a:gd name="connsiteX12" fmla="*/ 1702446 w 2099045"/>
              <a:gd name="connsiteY12" fmla="*/ 44253 h 572943"/>
              <a:gd name="connsiteX13" fmla="*/ 2011680 w 2099045"/>
              <a:gd name="connsiteY13" fmla="*/ 17653 h 572943"/>
              <a:gd name="connsiteX14" fmla="*/ 2094807 w 2099045"/>
              <a:gd name="connsiteY14" fmla="*/ 1027 h 572943"/>
              <a:gd name="connsiteX15" fmla="*/ 2081506 w 2099045"/>
              <a:gd name="connsiteY15" fmla="*/ 47579 h 572943"/>
              <a:gd name="connsiteX16" fmla="*/ 2034955 w 2099045"/>
              <a:gd name="connsiteY16" fmla="*/ 54229 h 572943"/>
              <a:gd name="connsiteX17" fmla="*/ 1765623 w 2099045"/>
              <a:gd name="connsiteY17" fmla="*/ 117405 h 572943"/>
              <a:gd name="connsiteX18" fmla="*/ 1333361 w 2099045"/>
              <a:gd name="connsiteY18" fmla="*/ 134031 h 572943"/>
              <a:gd name="connsiteX19" fmla="*/ 1050728 w 2099045"/>
              <a:gd name="connsiteY19" fmla="*/ 117405 h 572943"/>
              <a:gd name="connsiteX20" fmla="*/ 781396 w 2099045"/>
              <a:gd name="connsiteY20" fmla="*/ 127381 h 572943"/>
              <a:gd name="connsiteX21" fmla="*/ 502088 w 2099045"/>
              <a:gd name="connsiteY21" fmla="*/ 210508 h 572943"/>
              <a:gd name="connsiteX22" fmla="*/ 199505 w 2099045"/>
              <a:gd name="connsiteY22" fmla="*/ 419989 h 572943"/>
              <a:gd name="connsiteX23" fmla="*/ 39901 w 2099045"/>
              <a:gd name="connsiteY23" fmla="*/ 572943 h 572943"/>
              <a:gd name="connsiteX24" fmla="*/ 0 w 2099045"/>
              <a:gd name="connsiteY24" fmla="*/ 539692 h 572943"/>
              <a:gd name="connsiteX0-1" fmla="*/ 0 w 2099045"/>
              <a:gd name="connsiteY0-2" fmla="*/ 539692 h 572943"/>
              <a:gd name="connsiteX1-3" fmla="*/ 66501 w 2099045"/>
              <a:gd name="connsiteY1-4" fmla="*/ 446589 h 572943"/>
              <a:gd name="connsiteX2-5" fmla="*/ 116378 w 2099045"/>
              <a:gd name="connsiteY2-6" fmla="*/ 400038 h 572943"/>
              <a:gd name="connsiteX3-7" fmla="*/ 182880 w 2099045"/>
              <a:gd name="connsiteY3-8" fmla="*/ 370112 h 572943"/>
              <a:gd name="connsiteX4-9" fmla="*/ 269332 w 2099045"/>
              <a:gd name="connsiteY4-10" fmla="*/ 303611 h 572943"/>
              <a:gd name="connsiteX5-11" fmla="*/ 342484 w 2099045"/>
              <a:gd name="connsiteY5-12" fmla="*/ 240434 h 572943"/>
              <a:gd name="connsiteX6-13" fmla="*/ 412311 w 2099045"/>
              <a:gd name="connsiteY6-14" fmla="*/ 193883 h 572943"/>
              <a:gd name="connsiteX7-15" fmla="*/ 498763 w 2099045"/>
              <a:gd name="connsiteY7-16" fmla="*/ 147331 h 572943"/>
              <a:gd name="connsiteX8-17" fmla="*/ 561940 w 2099045"/>
              <a:gd name="connsiteY8-18" fmla="*/ 107430 h 572943"/>
              <a:gd name="connsiteX9-19" fmla="*/ 734845 w 2099045"/>
              <a:gd name="connsiteY9-20" fmla="*/ 47579 h 572943"/>
              <a:gd name="connsiteX10-21" fmla="*/ 1027453 w 2099045"/>
              <a:gd name="connsiteY10-22" fmla="*/ 11003 h 572943"/>
              <a:gd name="connsiteX11-23" fmla="*/ 1403188 w 2099045"/>
              <a:gd name="connsiteY11-24" fmla="*/ 34278 h 572943"/>
              <a:gd name="connsiteX12-25" fmla="*/ 1702446 w 2099045"/>
              <a:gd name="connsiteY12-26" fmla="*/ 44253 h 572943"/>
              <a:gd name="connsiteX13-27" fmla="*/ 2011680 w 2099045"/>
              <a:gd name="connsiteY13-28" fmla="*/ 17653 h 572943"/>
              <a:gd name="connsiteX14-29" fmla="*/ 2094807 w 2099045"/>
              <a:gd name="connsiteY14-30" fmla="*/ 1027 h 572943"/>
              <a:gd name="connsiteX15-31" fmla="*/ 2081506 w 2099045"/>
              <a:gd name="connsiteY15-32" fmla="*/ 47579 h 572943"/>
              <a:gd name="connsiteX16-33" fmla="*/ 2034955 w 2099045"/>
              <a:gd name="connsiteY16-34" fmla="*/ 54229 h 572943"/>
              <a:gd name="connsiteX17-35" fmla="*/ 1765623 w 2099045"/>
              <a:gd name="connsiteY17-36" fmla="*/ 117405 h 572943"/>
              <a:gd name="connsiteX18-37" fmla="*/ 1333361 w 2099045"/>
              <a:gd name="connsiteY18-38" fmla="*/ 134031 h 572943"/>
              <a:gd name="connsiteX19-39" fmla="*/ 1050728 w 2099045"/>
              <a:gd name="connsiteY19-40" fmla="*/ 117405 h 572943"/>
              <a:gd name="connsiteX20-41" fmla="*/ 781396 w 2099045"/>
              <a:gd name="connsiteY20-42" fmla="*/ 127381 h 572943"/>
              <a:gd name="connsiteX21-43" fmla="*/ 502088 w 2099045"/>
              <a:gd name="connsiteY21-44" fmla="*/ 210508 h 572943"/>
              <a:gd name="connsiteX22-45" fmla="*/ 199505 w 2099045"/>
              <a:gd name="connsiteY22-46" fmla="*/ 419989 h 572943"/>
              <a:gd name="connsiteX23-47" fmla="*/ 39901 w 2099045"/>
              <a:gd name="connsiteY23-48" fmla="*/ 572943 h 572943"/>
              <a:gd name="connsiteX24-49" fmla="*/ 0 w 2099045"/>
              <a:gd name="connsiteY24-50" fmla="*/ 539692 h 572943"/>
              <a:gd name="connsiteX0-51" fmla="*/ 0 w 2099045"/>
              <a:gd name="connsiteY0-52" fmla="*/ 539692 h 572943"/>
              <a:gd name="connsiteX1-53" fmla="*/ 66501 w 2099045"/>
              <a:gd name="connsiteY1-54" fmla="*/ 446589 h 572943"/>
              <a:gd name="connsiteX2-55" fmla="*/ 116378 w 2099045"/>
              <a:gd name="connsiteY2-56" fmla="*/ 400038 h 572943"/>
              <a:gd name="connsiteX3-57" fmla="*/ 182880 w 2099045"/>
              <a:gd name="connsiteY3-58" fmla="*/ 370112 h 572943"/>
              <a:gd name="connsiteX4-59" fmla="*/ 269332 w 2099045"/>
              <a:gd name="connsiteY4-60" fmla="*/ 303611 h 572943"/>
              <a:gd name="connsiteX5-61" fmla="*/ 342484 w 2099045"/>
              <a:gd name="connsiteY5-62" fmla="*/ 240434 h 572943"/>
              <a:gd name="connsiteX6-63" fmla="*/ 412311 w 2099045"/>
              <a:gd name="connsiteY6-64" fmla="*/ 193883 h 572943"/>
              <a:gd name="connsiteX7-65" fmla="*/ 498763 w 2099045"/>
              <a:gd name="connsiteY7-66" fmla="*/ 147331 h 572943"/>
              <a:gd name="connsiteX8-67" fmla="*/ 561940 w 2099045"/>
              <a:gd name="connsiteY8-68" fmla="*/ 107430 h 572943"/>
              <a:gd name="connsiteX9-69" fmla="*/ 734845 w 2099045"/>
              <a:gd name="connsiteY9-70" fmla="*/ 47579 h 572943"/>
              <a:gd name="connsiteX10-71" fmla="*/ 1027453 w 2099045"/>
              <a:gd name="connsiteY10-72" fmla="*/ 11003 h 572943"/>
              <a:gd name="connsiteX11-73" fmla="*/ 1403188 w 2099045"/>
              <a:gd name="connsiteY11-74" fmla="*/ 34278 h 572943"/>
              <a:gd name="connsiteX12-75" fmla="*/ 1702446 w 2099045"/>
              <a:gd name="connsiteY12-76" fmla="*/ 44253 h 572943"/>
              <a:gd name="connsiteX13-77" fmla="*/ 2011680 w 2099045"/>
              <a:gd name="connsiteY13-78" fmla="*/ 17653 h 572943"/>
              <a:gd name="connsiteX14-79" fmla="*/ 2094807 w 2099045"/>
              <a:gd name="connsiteY14-80" fmla="*/ 1027 h 572943"/>
              <a:gd name="connsiteX15-81" fmla="*/ 2081506 w 2099045"/>
              <a:gd name="connsiteY15-82" fmla="*/ 47579 h 572943"/>
              <a:gd name="connsiteX16-83" fmla="*/ 2034955 w 2099045"/>
              <a:gd name="connsiteY16-84" fmla="*/ 54229 h 572943"/>
              <a:gd name="connsiteX17-85" fmla="*/ 1765623 w 2099045"/>
              <a:gd name="connsiteY17-86" fmla="*/ 117405 h 572943"/>
              <a:gd name="connsiteX18-87" fmla="*/ 1333361 w 2099045"/>
              <a:gd name="connsiteY18-88" fmla="*/ 134031 h 572943"/>
              <a:gd name="connsiteX19-89" fmla="*/ 1050728 w 2099045"/>
              <a:gd name="connsiteY19-90" fmla="*/ 117405 h 572943"/>
              <a:gd name="connsiteX20-91" fmla="*/ 781396 w 2099045"/>
              <a:gd name="connsiteY20-92" fmla="*/ 137356 h 572943"/>
              <a:gd name="connsiteX21-93" fmla="*/ 502088 w 2099045"/>
              <a:gd name="connsiteY21-94" fmla="*/ 210508 h 572943"/>
              <a:gd name="connsiteX22-95" fmla="*/ 199505 w 2099045"/>
              <a:gd name="connsiteY22-96" fmla="*/ 419989 h 572943"/>
              <a:gd name="connsiteX23-97" fmla="*/ 39901 w 2099045"/>
              <a:gd name="connsiteY23-98" fmla="*/ 572943 h 572943"/>
              <a:gd name="connsiteX24-99" fmla="*/ 0 w 2099045"/>
              <a:gd name="connsiteY24-100" fmla="*/ 539692 h 572943"/>
              <a:gd name="connsiteX0-101" fmla="*/ 0 w 2099045"/>
              <a:gd name="connsiteY0-102" fmla="*/ 539692 h 572943"/>
              <a:gd name="connsiteX1-103" fmla="*/ 66501 w 2099045"/>
              <a:gd name="connsiteY1-104" fmla="*/ 446589 h 572943"/>
              <a:gd name="connsiteX2-105" fmla="*/ 116378 w 2099045"/>
              <a:gd name="connsiteY2-106" fmla="*/ 400038 h 572943"/>
              <a:gd name="connsiteX3-107" fmla="*/ 182880 w 2099045"/>
              <a:gd name="connsiteY3-108" fmla="*/ 370112 h 572943"/>
              <a:gd name="connsiteX4-109" fmla="*/ 269332 w 2099045"/>
              <a:gd name="connsiteY4-110" fmla="*/ 303611 h 572943"/>
              <a:gd name="connsiteX5-111" fmla="*/ 342484 w 2099045"/>
              <a:gd name="connsiteY5-112" fmla="*/ 240434 h 572943"/>
              <a:gd name="connsiteX6-113" fmla="*/ 412311 w 2099045"/>
              <a:gd name="connsiteY6-114" fmla="*/ 193883 h 572943"/>
              <a:gd name="connsiteX7-115" fmla="*/ 498763 w 2099045"/>
              <a:gd name="connsiteY7-116" fmla="*/ 147331 h 572943"/>
              <a:gd name="connsiteX8-117" fmla="*/ 561940 w 2099045"/>
              <a:gd name="connsiteY8-118" fmla="*/ 107430 h 572943"/>
              <a:gd name="connsiteX9-119" fmla="*/ 734845 w 2099045"/>
              <a:gd name="connsiteY9-120" fmla="*/ 47579 h 572943"/>
              <a:gd name="connsiteX10-121" fmla="*/ 1027453 w 2099045"/>
              <a:gd name="connsiteY10-122" fmla="*/ 11003 h 572943"/>
              <a:gd name="connsiteX11-123" fmla="*/ 1403188 w 2099045"/>
              <a:gd name="connsiteY11-124" fmla="*/ 34278 h 572943"/>
              <a:gd name="connsiteX12-125" fmla="*/ 1702446 w 2099045"/>
              <a:gd name="connsiteY12-126" fmla="*/ 44253 h 572943"/>
              <a:gd name="connsiteX13-127" fmla="*/ 2011680 w 2099045"/>
              <a:gd name="connsiteY13-128" fmla="*/ 17653 h 572943"/>
              <a:gd name="connsiteX14-129" fmla="*/ 2094807 w 2099045"/>
              <a:gd name="connsiteY14-130" fmla="*/ 1027 h 572943"/>
              <a:gd name="connsiteX15-131" fmla="*/ 2081506 w 2099045"/>
              <a:gd name="connsiteY15-132" fmla="*/ 47579 h 572943"/>
              <a:gd name="connsiteX16-133" fmla="*/ 2034955 w 2099045"/>
              <a:gd name="connsiteY16-134" fmla="*/ 54229 h 572943"/>
              <a:gd name="connsiteX17-135" fmla="*/ 1765623 w 2099045"/>
              <a:gd name="connsiteY17-136" fmla="*/ 117405 h 572943"/>
              <a:gd name="connsiteX18-137" fmla="*/ 1333361 w 2099045"/>
              <a:gd name="connsiteY18-138" fmla="*/ 134031 h 572943"/>
              <a:gd name="connsiteX19-139" fmla="*/ 1054053 w 2099045"/>
              <a:gd name="connsiteY19-140" fmla="*/ 124055 h 572943"/>
              <a:gd name="connsiteX20-141" fmla="*/ 781396 w 2099045"/>
              <a:gd name="connsiteY20-142" fmla="*/ 137356 h 572943"/>
              <a:gd name="connsiteX21-143" fmla="*/ 502088 w 2099045"/>
              <a:gd name="connsiteY21-144" fmla="*/ 210508 h 572943"/>
              <a:gd name="connsiteX22-145" fmla="*/ 199505 w 2099045"/>
              <a:gd name="connsiteY22-146" fmla="*/ 419989 h 572943"/>
              <a:gd name="connsiteX23-147" fmla="*/ 39901 w 2099045"/>
              <a:gd name="connsiteY23-148" fmla="*/ 572943 h 572943"/>
              <a:gd name="connsiteX24-149" fmla="*/ 0 w 2099045"/>
              <a:gd name="connsiteY24-150" fmla="*/ 539692 h 572943"/>
              <a:gd name="connsiteX0-151" fmla="*/ 0 w 2099045"/>
              <a:gd name="connsiteY0-152" fmla="*/ 539692 h 572943"/>
              <a:gd name="connsiteX1-153" fmla="*/ 66501 w 2099045"/>
              <a:gd name="connsiteY1-154" fmla="*/ 446589 h 572943"/>
              <a:gd name="connsiteX2-155" fmla="*/ 116378 w 2099045"/>
              <a:gd name="connsiteY2-156" fmla="*/ 400038 h 572943"/>
              <a:gd name="connsiteX3-157" fmla="*/ 182880 w 2099045"/>
              <a:gd name="connsiteY3-158" fmla="*/ 370112 h 572943"/>
              <a:gd name="connsiteX4-159" fmla="*/ 269332 w 2099045"/>
              <a:gd name="connsiteY4-160" fmla="*/ 303611 h 572943"/>
              <a:gd name="connsiteX5-161" fmla="*/ 342484 w 2099045"/>
              <a:gd name="connsiteY5-162" fmla="*/ 240434 h 572943"/>
              <a:gd name="connsiteX6-163" fmla="*/ 412311 w 2099045"/>
              <a:gd name="connsiteY6-164" fmla="*/ 193883 h 572943"/>
              <a:gd name="connsiteX7-165" fmla="*/ 498763 w 2099045"/>
              <a:gd name="connsiteY7-166" fmla="*/ 147331 h 572943"/>
              <a:gd name="connsiteX8-167" fmla="*/ 561940 w 2099045"/>
              <a:gd name="connsiteY8-168" fmla="*/ 107430 h 572943"/>
              <a:gd name="connsiteX9-169" fmla="*/ 734845 w 2099045"/>
              <a:gd name="connsiteY9-170" fmla="*/ 47579 h 572943"/>
              <a:gd name="connsiteX10-171" fmla="*/ 1027453 w 2099045"/>
              <a:gd name="connsiteY10-172" fmla="*/ 11003 h 572943"/>
              <a:gd name="connsiteX11-173" fmla="*/ 1403188 w 2099045"/>
              <a:gd name="connsiteY11-174" fmla="*/ 34278 h 572943"/>
              <a:gd name="connsiteX12-175" fmla="*/ 1702446 w 2099045"/>
              <a:gd name="connsiteY12-176" fmla="*/ 44253 h 572943"/>
              <a:gd name="connsiteX13-177" fmla="*/ 2011680 w 2099045"/>
              <a:gd name="connsiteY13-178" fmla="*/ 17653 h 572943"/>
              <a:gd name="connsiteX14-179" fmla="*/ 2094807 w 2099045"/>
              <a:gd name="connsiteY14-180" fmla="*/ 1027 h 572943"/>
              <a:gd name="connsiteX15-181" fmla="*/ 2081506 w 2099045"/>
              <a:gd name="connsiteY15-182" fmla="*/ 47579 h 572943"/>
              <a:gd name="connsiteX16-183" fmla="*/ 2034955 w 2099045"/>
              <a:gd name="connsiteY16-184" fmla="*/ 54229 h 572943"/>
              <a:gd name="connsiteX17-185" fmla="*/ 1765623 w 2099045"/>
              <a:gd name="connsiteY17-186" fmla="*/ 117405 h 572943"/>
              <a:gd name="connsiteX18-187" fmla="*/ 1333361 w 2099045"/>
              <a:gd name="connsiteY18-188" fmla="*/ 134031 h 572943"/>
              <a:gd name="connsiteX19-189" fmla="*/ 1054053 w 2099045"/>
              <a:gd name="connsiteY19-190" fmla="*/ 124055 h 572943"/>
              <a:gd name="connsiteX20-191" fmla="*/ 781396 w 2099045"/>
              <a:gd name="connsiteY20-192" fmla="*/ 137356 h 572943"/>
              <a:gd name="connsiteX21-193" fmla="*/ 502088 w 2099045"/>
              <a:gd name="connsiteY21-194" fmla="*/ 210508 h 572943"/>
              <a:gd name="connsiteX22-195" fmla="*/ 199505 w 2099045"/>
              <a:gd name="connsiteY22-196" fmla="*/ 419989 h 572943"/>
              <a:gd name="connsiteX23-197" fmla="*/ 39901 w 2099045"/>
              <a:gd name="connsiteY23-198" fmla="*/ 572943 h 572943"/>
              <a:gd name="connsiteX24-199" fmla="*/ 0 w 2099045"/>
              <a:gd name="connsiteY24-200" fmla="*/ 539692 h 572943"/>
              <a:gd name="connsiteX0-201" fmla="*/ 0 w 2099045"/>
              <a:gd name="connsiteY0-202" fmla="*/ 539692 h 572943"/>
              <a:gd name="connsiteX1-203" fmla="*/ 66501 w 2099045"/>
              <a:gd name="connsiteY1-204" fmla="*/ 446589 h 572943"/>
              <a:gd name="connsiteX2-205" fmla="*/ 116378 w 2099045"/>
              <a:gd name="connsiteY2-206" fmla="*/ 400038 h 572943"/>
              <a:gd name="connsiteX3-207" fmla="*/ 182880 w 2099045"/>
              <a:gd name="connsiteY3-208" fmla="*/ 370112 h 572943"/>
              <a:gd name="connsiteX4-209" fmla="*/ 269332 w 2099045"/>
              <a:gd name="connsiteY4-210" fmla="*/ 303611 h 572943"/>
              <a:gd name="connsiteX5-211" fmla="*/ 342484 w 2099045"/>
              <a:gd name="connsiteY5-212" fmla="*/ 240434 h 572943"/>
              <a:gd name="connsiteX6-213" fmla="*/ 412311 w 2099045"/>
              <a:gd name="connsiteY6-214" fmla="*/ 193883 h 572943"/>
              <a:gd name="connsiteX7-215" fmla="*/ 498763 w 2099045"/>
              <a:gd name="connsiteY7-216" fmla="*/ 147331 h 572943"/>
              <a:gd name="connsiteX8-217" fmla="*/ 561940 w 2099045"/>
              <a:gd name="connsiteY8-218" fmla="*/ 107430 h 572943"/>
              <a:gd name="connsiteX9-219" fmla="*/ 734845 w 2099045"/>
              <a:gd name="connsiteY9-220" fmla="*/ 47579 h 572943"/>
              <a:gd name="connsiteX10-221" fmla="*/ 1027453 w 2099045"/>
              <a:gd name="connsiteY10-222" fmla="*/ 11003 h 572943"/>
              <a:gd name="connsiteX11-223" fmla="*/ 1403188 w 2099045"/>
              <a:gd name="connsiteY11-224" fmla="*/ 34278 h 572943"/>
              <a:gd name="connsiteX12-225" fmla="*/ 1702446 w 2099045"/>
              <a:gd name="connsiteY12-226" fmla="*/ 44253 h 572943"/>
              <a:gd name="connsiteX13-227" fmla="*/ 2011680 w 2099045"/>
              <a:gd name="connsiteY13-228" fmla="*/ 17653 h 572943"/>
              <a:gd name="connsiteX14-229" fmla="*/ 2094807 w 2099045"/>
              <a:gd name="connsiteY14-230" fmla="*/ 1027 h 572943"/>
              <a:gd name="connsiteX15-231" fmla="*/ 2081506 w 2099045"/>
              <a:gd name="connsiteY15-232" fmla="*/ 47579 h 572943"/>
              <a:gd name="connsiteX16-233" fmla="*/ 2034955 w 2099045"/>
              <a:gd name="connsiteY16-234" fmla="*/ 54229 h 572943"/>
              <a:gd name="connsiteX17-235" fmla="*/ 1765623 w 2099045"/>
              <a:gd name="connsiteY17-236" fmla="*/ 117405 h 572943"/>
              <a:gd name="connsiteX18-237" fmla="*/ 1333361 w 2099045"/>
              <a:gd name="connsiteY18-238" fmla="*/ 134031 h 572943"/>
              <a:gd name="connsiteX19-239" fmla="*/ 1054053 w 2099045"/>
              <a:gd name="connsiteY19-240" fmla="*/ 124055 h 572943"/>
              <a:gd name="connsiteX20-241" fmla="*/ 781396 w 2099045"/>
              <a:gd name="connsiteY20-242" fmla="*/ 137356 h 572943"/>
              <a:gd name="connsiteX21-243" fmla="*/ 508739 w 2099045"/>
              <a:gd name="connsiteY21-244" fmla="*/ 217158 h 572943"/>
              <a:gd name="connsiteX22-245" fmla="*/ 199505 w 2099045"/>
              <a:gd name="connsiteY22-246" fmla="*/ 419989 h 572943"/>
              <a:gd name="connsiteX23-247" fmla="*/ 39901 w 2099045"/>
              <a:gd name="connsiteY23-248" fmla="*/ 572943 h 572943"/>
              <a:gd name="connsiteX24-249" fmla="*/ 0 w 2099045"/>
              <a:gd name="connsiteY24-250" fmla="*/ 539692 h 572943"/>
              <a:gd name="connsiteX0-251" fmla="*/ 0 w 2099045"/>
              <a:gd name="connsiteY0-252" fmla="*/ 539692 h 572943"/>
              <a:gd name="connsiteX1-253" fmla="*/ 66501 w 2099045"/>
              <a:gd name="connsiteY1-254" fmla="*/ 446589 h 572943"/>
              <a:gd name="connsiteX2-255" fmla="*/ 116378 w 2099045"/>
              <a:gd name="connsiteY2-256" fmla="*/ 400038 h 572943"/>
              <a:gd name="connsiteX3-257" fmla="*/ 182880 w 2099045"/>
              <a:gd name="connsiteY3-258" fmla="*/ 370112 h 572943"/>
              <a:gd name="connsiteX4-259" fmla="*/ 269332 w 2099045"/>
              <a:gd name="connsiteY4-260" fmla="*/ 303611 h 572943"/>
              <a:gd name="connsiteX5-261" fmla="*/ 342484 w 2099045"/>
              <a:gd name="connsiteY5-262" fmla="*/ 240434 h 572943"/>
              <a:gd name="connsiteX6-263" fmla="*/ 412311 w 2099045"/>
              <a:gd name="connsiteY6-264" fmla="*/ 193883 h 572943"/>
              <a:gd name="connsiteX7-265" fmla="*/ 492112 w 2099045"/>
              <a:gd name="connsiteY7-266" fmla="*/ 147331 h 572943"/>
              <a:gd name="connsiteX8-267" fmla="*/ 561940 w 2099045"/>
              <a:gd name="connsiteY8-268" fmla="*/ 107430 h 572943"/>
              <a:gd name="connsiteX9-269" fmla="*/ 734845 w 2099045"/>
              <a:gd name="connsiteY9-270" fmla="*/ 47579 h 572943"/>
              <a:gd name="connsiteX10-271" fmla="*/ 1027453 w 2099045"/>
              <a:gd name="connsiteY10-272" fmla="*/ 11003 h 572943"/>
              <a:gd name="connsiteX11-273" fmla="*/ 1403188 w 2099045"/>
              <a:gd name="connsiteY11-274" fmla="*/ 34278 h 572943"/>
              <a:gd name="connsiteX12-275" fmla="*/ 1702446 w 2099045"/>
              <a:gd name="connsiteY12-276" fmla="*/ 44253 h 572943"/>
              <a:gd name="connsiteX13-277" fmla="*/ 2011680 w 2099045"/>
              <a:gd name="connsiteY13-278" fmla="*/ 17653 h 572943"/>
              <a:gd name="connsiteX14-279" fmla="*/ 2094807 w 2099045"/>
              <a:gd name="connsiteY14-280" fmla="*/ 1027 h 572943"/>
              <a:gd name="connsiteX15-281" fmla="*/ 2081506 w 2099045"/>
              <a:gd name="connsiteY15-282" fmla="*/ 47579 h 572943"/>
              <a:gd name="connsiteX16-283" fmla="*/ 2034955 w 2099045"/>
              <a:gd name="connsiteY16-284" fmla="*/ 54229 h 572943"/>
              <a:gd name="connsiteX17-285" fmla="*/ 1765623 w 2099045"/>
              <a:gd name="connsiteY17-286" fmla="*/ 117405 h 572943"/>
              <a:gd name="connsiteX18-287" fmla="*/ 1333361 w 2099045"/>
              <a:gd name="connsiteY18-288" fmla="*/ 134031 h 572943"/>
              <a:gd name="connsiteX19-289" fmla="*/ 1054053 w 2099045"/>
              <a:gd name="connsiteY19-290" fmla="*/ 124055 h 572943"/>
              <a:gd name="connsiteX20-291" fmla="*/ 781396 w 2099045"/>
              <a:gd name="connsiteY20-292" fmla="*/ 137356 h 572943"/>
              <a:gd name="connsiteX21-293" fmla="*/ 508739 w 2099045"/>
              <a:gd name="connsiteY21-294" fmla="*/ 217158 h 572943"/>
              <a:gd name="connsiteX22-295" fmla="*/ 199505 w 2099045"/>
              <a:gd name="connsiteY22-296" fmla="*/ 419989 h 572943"/>
              <a:gd name="connsiteX23-297" fmla="*/ 39901 w 2099045"/>
              <a:gd name="connsiteY23-298" fmla="*/ 572943 h 572943"/>
              <a:gd name="connsiteX24-299" fmla="*/ 0 w 2099045"/>
              <a:gd name="connsiteY24-300" fmla="*/ 539692 h 572943"/>
              <a:gd name="connsiteX0-301" fmla="*/ 0 w 2099045"/>
              <a:gd name="connsiteY0-302" fmla="*/ 539692 h 572943"/>
              <a:gd name="connsiteX1-303" fmla="*/ 66501 w 2099045"/>
              <a:gd name="connsiteY1-304" fmla="*/ 446589 h 572943"/>
              <a:gd name="connsiteX2-305" fmla="*/ 116378 w 2099045"/>
              <a:gd name="connsiteY2-306" fmla="*/ 400038 h 572943"/>
              <a:gd name="connsiteX3-307" fmla="*/ 182880 w 2099045"/>
              <a:gd name="connsiteY3-308" fmla="*/ 370112 h 572943"/>
              <a:gd name="connsiteX4-309" fmla="*/ 269332 w 2099045"/>
              <a:gd name="connsiteY4-310" fmla="*/ 303611 h 572943"/>
              <a:gd name="connsiteX5-311" fmla="*/ 342484 w 2099045"/>
              <a:gd name="connsiteY5-312" fmla="*/ 240434 h 572943"/>
              <a:gd name="connsiteX6-313" fmla="*/ 412311 w 2099045"/>
              <a:gd name="connsiteY6-314" fmla="*/ 193883 h 572943"/>
              <a:gd name="connsiteX7-315" fmla="*/ 561940 w 2099045"/>
              <a:gd name="connsiteY7-316" fmla="*/ 107430 h 572943"/>
              <a:gd name="connsiteX8-317" fmla="*/ 734845 w 2099045"/>
              <a:gd name="connsiteY8-318" fmla="*/ 47579 h 572943"/>
              <a:gd name="connsiteX9-319" fmla="*/ 1027453 w 2099045"/>
              <a:gd name="connsiteY9-320" fmla="*/ 11003 h 572943"/>
              <a:gd name="connsiteX10-321" fmla="*/ 1403188 w 2099045"/>
              <a:gd name="connsiteY10-322" fmla="*/ 34278 h 572943"/>
              <a:gd name="connsiteX11-323" fmla="*/ 1702446 w 2099045"/>
              <a:gd name="connsiteY11-324" fmla="*/ 44253 h 572943"/>
              <a:gd name="connsiteX12-325" fmla="*/ 2011680 w 2099045"/>
              <a:gd name="connsiteY12-326" fmla="*/ 17653 h 572943"/>
              <a:gd name="connsiteX13-327" fmla="*/ 2094807 w 2099045"/>
              <a:gd name="connsiteY13-328" fmla="*/ 1027 h 572943"/>
              <a:gd name="connsiteX14-329" fmla="*/ 2081506 w 2099045"/>
              <a:gd name="connsiteY14-330" fmla="*/ 47579 h 572943"/>
              <a:gd name="connsiteX15-331" fmla="*/ 2034955 w 2099045"/>
              <a:gd name="connsiteY15-332" fmla="*/ 54229 h 572943"/>
              <a:gd name="connsiteX16-333" fmla="*/ 1765623 w 2099045"/>
              <a:gd name="connsiteY16-334" fmla="*/ 117405 h 572943"/>
              <a:gd name="connsiteX17-335" fmla="*/ 1333361 w 2099045"/>
              <a:gd name="connsiteY17-336" fmla="*/ 134031 h 572943"/>
              <a:gd name="connsiteX18-337" fmla="*/ 1054053 w 2099045"/>
              <a:gd name="connsiteY18-338" fmla="*/ 124055 h 572943"/>
              <a:gd name="connsiteX19-339" fmla="*/ 781396 w 2099045"/>
              <a:gd name="connsiteY19-340" fmla="*/ 137356 h 572943"/>
              <a:gd name="connsiteX20-341" fmla="*/ 508739 w 2099045"/>
              <a:gd name="connsiteY20-342" fmla="*/ 217158 h 572943"/>
              <a:gd name="connsiteX21-343" fmla="*/ 199505 w 2099045"/>
              <a:gd name="connsiteY21-344" fmla="*/ 419989 h 572943"/>
              <a:gd name="connsiteX22-345" fmla="*/ 39901 w 2099045"/>
              <a:gd name="connsiteY22-346" fmla="*/ 572943 h 572943"/>
              <a:gd name="connsiteX23-347" fmla="*/ 0 w 2099045"/>
              <a:gd name="connsiteY23-348" fmla="*/ 539692 h 572943"/>
              <a:gd name="connsiteX0-349" fmla="*/ 0 w 2097240"/>
              <a:gd name="connsiteY0-350" fmla="*/ 539208 h 572459"/>
              <a:gd name="connsiteX1-351" fmla="*/ 66501 w 2097240"/>
              <a:gd name="connsiteY1-352" fmla="*/ 446105 h 572459"/>
              <a:gd name="connsiteX2-353" fmla="*/ 116378 w 2097240"/>
              <a:gd name="connsiteY2-354" fmla="*/ 399554 h 572459"/>
              <a:gd name="connsiteX3-355" fmla="*/ 182880 w 2097240"/>
              <a:gd name="connsiteY3-356" fmla="*/ 369628 h 572459"/>
              <a:gd name="connsiteX4-357" fmla="*/ 269332 w 2097240"/>
              <a:gd name="connsiteY4-358" fmla="*/ 303127 h 572459"/>
              <a:gd name="connsiteX5-359" fmla="*/ 342484 w 2097240"/>
              <a:gd name="connsiteY5-360" fmla="*/ 239950 h 572459"/>
              <a:gd name="connsiteX6-361" fmla="*/ 412311 w 2097240"/>
              <a:gd name="connsiteY6-362" fmla="*/ 193399 h 572459"/>
              <a:gd name="connsiteX7-363" fmla="*/ 561940 w 2097240"/>
              <a:gd name="connsiteY7-364" fmla="*/ 106946 h 572459"/>
              <a:gd name="connsiteX8-365" fmla="*/ 734845 w 2097240"/>
              <a:gd name="connsiteY8-366" fmla="*/ 47095 h 572459"/>
              <a:gd name="connsiteX9-367" fmla="*/ 1027453 w 2097240"/>
              <a:gd name="connsiteY9-368" fmla="*/ 10519 h 572459"/>
              <a:gd name="connsiteX10-369" fmla="*/ 1403188 w 2097240"/>
              <a:gd name="connsiteY10-370" fmla="*/ 33794 h 572459"/>
              <a:gd name="connsiteX11-371" fmla="*/ 1702446 w 2097240"/>
              <a:gd name="connsiteY11-372" fmla="*/ 43769 h 572459"/>
              <a:gd name="connsiteX12-373" fmla="*/ 2011680 w 2097240"/>
              <a:gd name="connsiteY12-374" fmla="*/ 17169 h 572459"/>
              <a:gd name="connsiteX13-375" fmla="*/ 2094807 w 2097240"/>
              <a:gd name="connsiteY13-376" fmla="*/ 543 h 572459"/>
              <a:gd name="connsiteX14-377" fmla="*/ 2071531 w 2097240"/>
              <a:gd name="connsiteY14-378" fmla="*/ 37120 h 572459"/>
              <a:gd name="connsiteX15-379" fmla="*/ 2034955 w 2097240"/>
              <a:gd name="connsiteY15-380" fmla="*/ 53745 h 572459"/>
              <a:gd name="connsiteX16-381" fmla="*/ 1765623 w 2097240"/>
              <a:gd name="connsiteY16-382" fmla="*/ 116921 h 572459"/>
              <a:gd name="connsiteX17-383" fmla="*/ 1333361 w 2097240"/>
              <a:gd name="connsiteY17-384" fmla="*/ 133547 h 572459"/>
              <a:gd name="connsiteX18-385" fmla="*/ 1054053 w 2097240"/>
              <a:gd name="connsiteY18-386" fmla="*/ 123571 h 572459"/>
              <a:gd name="connsiteX19-387" fmla="*/ 781396 w 2097240"/>
              <a:gd name="connsiteY19-388" fmla="*/ 136872 h 572459"/>
              <a:gd name="connsiteX20-389" fmla="*/ 508739 w 2097240"/>
              <a:gd name="connsiteY20-390" fmla="*/ 216674 h 572459"/>
              <a:gd name="connsiteX21-391" fmla="*/ 199505 w 2097240"/>
              <a:gd name="connsiteY21-392" fmla="*/ 419505 h 572459"/>
              <a:gd name="connsiteX22-393" fmla="*/ 39901 w 2097240"/>
              <a:gd name="connsiteY22-394" fmla="*/ 572459 h 572459"/>
              <a:gd name="connsiteX23-395" fmla="*/ 0 w 2097240"/>
              <a:gd name="connsiteY23-396" fmla="*/ 539208 h 572459"/>
              <a:gd name="connsiteX0-397" fmla="*/ 0 w 2095600"/>
              <a:gd name="connsiteY0-398" fmla="*/ 540053 h 573304"/>
              <a:gd name="connsiteX1-399" fmla="*/ 66501 w 2095600"/>
              <a:gd name="connsiteY1-400" fmla="*/ 446950 h 573304"/>
              <a:gd name="connsiteX2-401" fmla="*/ 116378 w 2095600"/>
              <a:gd name="connsiteY2-402" fmla="*/ 400399 h 573304"/>
              <a:gd name="connsiteX3-403" fmla="*/ 182880 w 2095600"/>
              <a:gd name="connsiteY3-404" fmla="*/ 370473 h 573304"/>
              <a:gd name="connsiteX4-405" fmla="*/ 269332 w 2095600"/>
              <a:gd name="connsiteY4-406" fmla="*/ 303972 h 573304"/>
              <a:gd name="connsiteX5-407" fmla="*/ 342484 w 2095600"/>
              <a:gd name="connsiteY5-408" fmla="*/ 240795 h 573304"/>
              <a:gd name="connsiteX6-409" fmla="*/ 412311 w 2095600"/>
              <a:gd name="connsiteY6-410" fmla="*/ 194244 h 573304"/>
              <a:gd name="connsiteX7-411" fmla="*/ 561940 w 2095600"/>
              <a:gd name="connsiteY7-412" fmla="*/ 107791 h 573304"/>
              <a:gd name="connsiteX8-413" fmla="*/ 734845 w 2095600"/>
              <a:gd name="connsiteY8-414" fmla="*/ 47940 h 573304"/>
              <a:gd name="connsiteX9-415" fmla="*/ 1027453 w 2095600"/>
              <a:gd name="connsiteY9-416" fmla="*/ 11364 h 573304"/>
              <a:gd name="connsiteX10-417" fmla="*/ 1403188 w 2095600"/>
              <a:gd name="connsiteY10-418" fmla="*/ 34639 h 573304"/>
              <a:gd name="connsiteX11-419" fmla="*/ 1702446 w 2095600"/>
              <a:gd name="connsiteY11-420" fmla="*/ 44614 h 573304"/>
              <a:gd name="connsiteX12-421" fmla="*/ 2011680 w 2095600"/>
              <a:gd name="connsiteY12-422" fmla="*/ 18014 h 573304"/>
              <a:gd name="connsiteX13-423" fmla="*/ 2094807 w 2095600"/>
              <a:gd name="connsiteY13-424" fmla="*/ 1388 h 573304"/>
              <a:gd name="connsiteX14-425" fmla="*/ 2034955 w 2095600"/>
              <a:gd name="connsiteY14-426" fmla="*/ 54590 h 573304"/>
              <a:gd name="connsiteX15-427" fmla="*/ 1765623 w 2095600"/>
              <a:gd name="connsiteY15-428" fmla="*/ 117766 h 573304"/>
              <a:gd name="connsiteX16-429" fmla="*/ 1333361 w 2095600"/>
              <a:gd name="connsiteY16-430" fmla="*/ 134392 h 573304"/>
              <a:gd name="connsiteX17-431" fmla="*/ 1054053 w 2095600"/>
              <a:gd name="connsiteY17-432" fmla="*/ 124416 h 573304"/>
              <a:gd name="connsiteX18-433" fmla="*/ 781396 w 2095600"/>
              <a:gd name="connsiteY18-434" fmla="*/ 137717 h 573304"/>
              <a:gd name="connsiteX19-435" fmla="*/ 508739 w 2095600"/>
              <a:gd name="connsiteY19-436" fmla="*/ 217519 h 573304"/>
              <a:gd name="connsiteX20-437" fmla="*/ 199505 w 2095600"/>
              <a:gd name="connsiteY20-438" fmla="*/ 420350 h 573304"/>
              <a:gd name="connsiteX21-439" fmla="*/ 39901 w 2095600"/>
              <a:gd name="connsiteY21-440" fmla="*/ 573304 h 573304"/>
              <a:gd name="connsiteX22-441" fmla="*/ 0 w 2095600"/>
              <a:gd name="connsiteY22-442" fmla="*/ 540053 h 57330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</a:cxnLst>
            <a:rect l="l" t="t" r="r" b="b"/>
            <a:pathLst>
              <a:path w="2095600" h="573304">
                <a:moveTo>
                  <a:pt x="0" y="540053"/>
                </a:moveTo>
                <a:cubicBezTo>
                  <a:pt x="23552" y="505139"/>
                  <a:pt x="47105" y="470226"/>
                  <a:pt x="66501" y="446950"/>
                </a:cubicBezTo>
                <a:cubicBezTo>
                  <a:pt x="85897" y="423674"/>
                  <a:pt x="96981" y="413145"/>
                  <a:pt x="116378" y="400399"/>
                </a:cubicBezTo>
                <a:cubicBezTo>
                  <a:pt x="135775" y="387653"/>
                  <a:pt x="157388" y="386544"/>
                  <a:pt x="182880" y="370473"/>
                </a:cubicBezTo>
                <a:cubicBezTo>
                  <a:pt x="208372" y="354402"/>
                  <a:pt x="242731" y="325585"/>
                  <a:pt x="269332" y="303972"/>
                </a:cubicBezTo>
                <a:cubicBezTo>
                  <a:pt x="295933" y="282359"/>
                  <a:pt x="318654" y="259083"/>
                  <a:pt x="342484" y="240795"/>
                </a:cubicBezTo>
                <a:cubicBezTo>
                  <a:pt x="366314" y="222507"/>
                  <a:pt x="375735" y="216411"/>
                  <a:pt x="412311" y="194244"/>
                </a:cubicBezTo>
                <a:cubicBezTo>
                  <a:pt x="448887" y="172077"/>
                  <a:pt x="508184" y="132175"/>
                  <a:pt x="561940" y="107791"/>
                </a:cubicBezTo>
                <a:cubicBezTo>
                  <a:pt x="615696" y="83407"/>
                  <a:pt x="657260" y="64011"/>
                  <a:pt x="734845" y="47940"/>
                </a:cubicBezTo>
                <a:cubicBezTo>
                  <a:pt x="812430" y="31869"/>
                  <a:pt x="916063" y="13581"/>
                  <a:pt x="1027453" y="11364"/>
                </a:cubicBezTo>
                <a:cubicBezTo>
                  <a:pt x="1138843" y="9147"/>
                  <a:pt x="1290689" y="29097"/>
                  <a:pt x="1403188" y="34639"/>
                </a:cubicBezTo>
                <a:cubicBezTo>
                  <a:pt x="1515687" y="40181"/>
                  <a:pt x="1601031" y="47385"/>
                  <a:pt x="1702446" y="44614"/>
                </a:cubicBezTo>
                <a:cubicBezTo>
                  <a:pt x="1803861" y="41843"/>
                  <a:pt x="1946287" y="25218"/>
                  <a:pt x="2011680" y="18014"/>
                </a:cubicBezTo>
                <a:cubicBezTo>
                  <a:pt x="2077073" y="10810"/>
                  <a:pt x="2090928" y="-4708"/>
                  <a:pt x="2094807" y="1388"/>
                </a:cubicBezTo>
                <a:cubicBezTo>
                  <a:pt x="2098686" y="7484"/>
                  <a:pt x="2089819" y="35194"/>
                  <a:pt x="2034955" y="54590"/>
                </a:cubicBezTo>
                <a:cubicBezTo>
                  <a:pt x="1980091" y="73986"/>
                  <a:pt x="1882555" y="104466"/>
                  <a:pt x="1765623" y="117766"/>
                </a:cubicBezTo>
                <a:cubicBezTo>
                  <a:pt x="1648691" y="131066"/>
                  <a:pt x="1448631" y="139934"/>
                  <a:pt x="1333361" y="134392"/>
                </a:cubicBezTo>
                <a:cubicBezTo>
                  <a:pt x="1218091" y="128850"/>
                  <a:pt x="1146047" y="123862"/>
                  <a:pt x="1054053" y="124416"/>
                </a:cubicBezTo>
                <a:cubicBezTo>
                  <a:pt x="962059" y="124970"/>
                  <a:pt x="872282" y="122200"/>
                  <a:pt x="781396" y="137717"/>
                </a:cubicBezTo>
                <a:cubicBezTo>
                  <a:pt x="690510" y="153234"/>
                  <a:pt x="605721" y="170414"/>
                  <a:pt x="508739" y="217519"/>
                </a:cubicBezTo>
                <a:cubicBezTo>
                  <a:pt x="411757" y="264624"/>
                  <a:pt x="276536" y="359944"/>
                  <a:pt x="199505" y="420350"/>
                </a:cubicBezTo>
                <a:cubicBezTo>
                  <a:pt x="132449" y="497382"/>
                  <a:pt x="80911" y="551137"/>
                  <a:pt x="39901" y="573304"/>
                </a:cubicBezTo>
                <a:lnTo>
                  <a:pt x="0" y="5400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1739294" y="2460612"/>
            <a:ext cx="1731963" cy="1739900"/>
          </a:xfrm>
          <a:custGeom>
            <a:avLst/>
            <a:gdLst>
              <a:gd name="connsiteX0" fmla="*/ 1680927 w 1717141"/>
              <a:gd name="connsiteY0" fmla="*/ 0 h 1731671"/>
              <a:gd name="connsiteX1" fmla="*/ 1575303 w 1717141"/>
              <a:gd name="connsiteY1" fmla="*/ 123731 h 1731671"/>
              <a:gd name="connsiteX2" fmla="*/ 1520982 w 1717141"/>
              <a:gd name="connsiteY2" fmla="*/ 162963 h 1731671"/>
              <a:gd name="connsiteX3" fmla="*/ 1279557 w 1717141"/>
              <a:gd name="connsiteY3" fmla="*/ 401371 h 1731671"/>
              <a:gd name="connsiteX4" fmla="*/ 851026 w 1717141"/>
              <a:gd name="connsiteY4" fmla="*/ 953632 h 1731671"/>
              <a:gd name="connsiteX5" fmla="*/ 603565 w 1717141"/>
              <a:gd name="connsiteY5" fmla="*/ 1291628 h 1731671"/>
              <a:gd name="connsiteX6" fmla="*/ 431549 w 1717141"/>
              <a:gd name="connsiteY6" fmla="*/ 1472697 h 1731671"/>
              <a:gd name="connsiteX7" fmla="*/ 280658 w 1717141"/>
              <a:gd name="connsiteY7" fmla="*/ 1590393 h 1731671"/>
              <a:gd name="connsiteX8" fmla="*/ 196159 w 1717141"/>
              <a:gd name="connsiteY8" fmla="*/ 1644713 h 1731671"/>
              <a:gd name="connsiteX9" fmla="*/ 102606 w 1717141"/>
              <a:gd name="connsiteY9" fmla="*/ 1662820 h 1731671"/>
              <a:gd name="connsiteX10" fmla="*/ 24143 w 1717141"/>
              <a:gd name="connsiteY10" fmla="*/ 1656785 h 1731671"/>
              <a:gd name="connsiteX11" fmla="*/ 3018 w 1717141"/>
              <a:gd name="connsiteY11" fmla="*/ 1629624 h 1731671"/>
              <a:gd name="connsiteX12" fmla="*/ 0 w 1717141"/>
              <a:gd name="connsiteY12" fmla="*/ 1692998 h 1731671"/>
              <a:gd name="connsiteX13" fmla="*/ 81481 w 1717141"/>
              <a:gd name="connsiteY13" fmla="*/ 1729212 h 1731671"/>
              <a:gd name="connsiteX14" fmla="*/ 178052 w 1717141"/>
              <a:gd name="connsiteY14" fmla="*/ 1723177 h 1731671"/>
              <a:gd name="connsiteX15" fmla="*/ 344032 w 1717141"/>
              <a:gd name="connsiteY15" fmla="*/ 1680927 h 1731671"/>
              <a:gd name="connsiteX16" fmla="*/ 479834 w 1717141"/>
              <a:gd name="connsiteY16" fmla="*/ 1599446 h 1731671"/>
              <a:gd name="connsiteX17" fmla="*/ 624689 w 1717141"/>
              <a:gd name="connsiteY17" fmla="*/ 1466662 h 1731671"/>
              <a:gd name="connsiteX18" fmla="*/ 781616 w 1717141"/>
              <a:gd name="connsiteY18" fmla="*/ 1279557 h 1731671"/>
              <a:gd name="connsiteX19" fmla="*/ 1204111 w 1717141"/>
              <a:gd name="connsiteY19" fmla="*/ 675993 h 1731671"/>
              <a:gd name="connsiteX20" fmla="*/ 1493822 w 1717141"/>
              <a:gd name="connsiteY20" fmla="*/ 304800 h 1731671"/>
              <a:gd name="connsiteX21" fmla="*/ 1717141 w 1717141"/>
              <a:gd name="connsiteY21" fmla="*/ 60357 h 1731671"/>
              <a:gd name="connsiteX22" fmla="*/ 1680927 w 1717141"/>
              <a:gd name="connsiteY22" fmla="*/ 0 h 1731671"/>
              <a:gd name="connsiteX0-1" fmla="*/ 1680927 w 1717141"/>
              <a:gd name="connsiteY0-2" fmla="*/ 2853 h 1734524"/>
              <a:gd name="connsiteX1-3" fmla="*/ 1575303 w 1717141"/>
              <a:gd name="connsiteY1-4" fmla="*/ 126584 h 1734524"/>
              <a:gd name="connsiteX2-5" fmla="*/ 1520982 w 1717141"/>
              <a:gd name="connsiteY2-6" fmla="*/ 165816 h 1734524"/>
              <a:gd name="connsiteX3-7" fmla="*/ 1279557 w 1717141"/>
              <a:gd name="connsiteY3-8" fmla="*/ 404224 h 1734524"/>
              <a:gd name="connsiteX4-9" fmla="*/ 851026 w 1717141"/>
              <a:gd name="connsiteY4-10" fmla="*/ 956485 h 1734524"/>
              <a:gd name="connsiteX5-11" fmla="*/ 603565 w 1717141"/>
              <a:gd name="connsiteY5-12" fmla="*/ 1294481 h 1734524"/>
              <a:gd name="connsiteX6-13" fmla="*/ 431549 w 1717141"/>
              <a:gd name="connsiteY6-14" fmla="*/ 1475550 h 1734524"/>
              <a:gd name="connsiteX7-15" fmla="*/ 280658 w 1717141"/>
              <a:gd name="connsiteY7-16" fmla="*/ 1593246 h 1734524"/>
              <a:gd name="connsiteX8-17" fmla="*/ 196159 w 1717141"/>
              <a:gd name="connsiteY8-18" fmla="*/ 1647566 h 1734524"/>
              <a:gd name="connsiteX9-19" fmla="*/ 102606 w 1717141"/>
              <a:gd name="connsiteY9-20" fmla="*/ 1665673 h 1734524"/>
              <a:gd name="connsiteX10-21" fmla="*/ 24143 w 1717141"/>
              <a:gd name="connsiteY10-22" fmla="*/ 1659638 h 1734524"/>
              <a:gd name="connsiteX11-23" fmla="*/ 3018 w 1717141"/>
              <a:gd name="connsiteY11-24" fmla="*/ 1632477 h 1734524"/>
              <a:gd name="connsiteX12-25" fmla="*/ 0 w 1717141"/>
              <a:gd name="connsiteY12-26" fmla="*/ 1695851 h 1734524"/>
              <a:gd name="connsiteX13-27" fmla="*/ 81481 w 1717141"/>
              <a:gd name="connsiteY13-28" fmla="*/ 1732065 h 1734524"/>
              <a:gd name="connsiteX14-29" fmla="*/ 178052 w 1717141"/>
              <a:gd name="connsiteY14-30" fmla="*/ 1726030 h 1734524"/>
              <a:gd name="connsiteX15-31" fmla="*/ 344032 w 1717141"/>
              <a:gd name="connsiteY15-32" fmla="*/ 1683780 h 1734524"/>
              <a:gd name="connsiteX16-33" fmla="*/ 479834 w 1717141"/>
              <a:gd name="connsiteY16-34" fmla="*/ 1602299 h 1734524"/>
              <a:gd name="connsiteX17-35" fmla="*/ 624689 w 1717141"/>
              <a:gd name="connsiteY17-36" fmla="*/ 1469515 h 1734524"/>
              <a:gd name="connsiteX18-37" fmla="*/ 781616 w 1717141"/>
              <a:gd name="connsiteY18-38" fmla="*/ 1282410 h 1734524"/>
              <a:gd name="connsiteX19-39" fmla="*/ 1204111 w 1717141"/>
              <a:gd name="connsiteY19-40" fmla="*/ 678846 h 1734524"/>
              <a:gd name="connsiteX20-41" fmla="*/ 1493822 w 1717141"/>
              <a:gd name="connsiteY20-42" fmla="*/ 307653 h 1734524"/>
              <a:gd name="connsiteX21-43" fmla="*/ 1717141 w 1717141"/>
              <a:gd name="connsiteY21-44" fmla="*/ 63210 h 1734524"/>
              <a:gd name="connsiteX22-45" fmla="*/ 1680927 w 1717141"/>
              <a:gd name="connsiteY22-46" fmla="*/ 2853 h 1734524"/>
              <a:gd name="connsiteX0-47" fmla="*/ 1680927 w 1725310"/>
              <a:gd name="connsiteY0-48" fmla="*/ 3587 h 1735258"/>
              <a:gd name="connsiteX1-49" fmla="*/ 1575303 w 1725310"/>
              <a:gd name="connsiteY1-50" fmla="*/ 127318 h 1735258"/>
              <a:gd name="connsiteX2-51" fmla="*/ 1520982 w 1725310"/>
              <a:gd name="connsiteY2-52" fmla="*/ 166550 h 1735258"/>
              <a:gd name="connsiteX3-53" fmla="*/ 1279557 w 1725310"/>
              <a:gd name="connsiteY3-54" fmla="*/ 404958 h 1735258"/>
              <a:gd name="connsiteX4-55" fmla="*/ 851026 w 1725310"/>
              <a:gd name="connsiteY4-56" fmla="*/ 957219 h 1735258"/>
              <a:gd name="connsiteX5-57" fmla="*/ 603565 w 1725310"/>
              <a:gd name="connsiteY5-58" fmla="*/ 1295215 h 1735258"/>
              <a:gd name="connsiteX6-59" fmla="*/ 431549 w 1725310"/>
              <a:gd name="connsiteY6-60" fmla="*/ 1476284 h 1735258"/>
              <a:gd name="connsiteX7-61" fmla="*/ 280658 w 1725310"/>
              <a:gd name="connsiteY7-62" fmla="*/ 1593980 h 1735258"/>
              <a:gd name="connsiteX8-63" fmla="*/ 196159 w 1725310"/>
              <a:gd name="connsiteY8-64" fmla="*/ 1648300 h 1735258"/>
              <a:gd name="connsiteX9-65" fmla="*/ 102606 w 1725310"/>
              <a:gd name="connsiteY9-66" fmla="*/ 1666407 h 1735258"/>
              <a:gd name="connsiteX10-67" fmla="*/ 24143 w 1725310"/>
              <a:gd name="connsiteY10-68" fmla="*/ 1660372 h 1735258"/>
              <a:gd name="connsiteX11-69" fmla="*/ 3018 w 1725310"/>
              <a:gd name="connsiteY11-70" fmla="*/ 1633211 h 1735258"/>
              <a:gd name="connsiteX12-71" fmla="*/ 0 w 1725310"/>
              <a:gd name="connsiteY12-72" fmla="*/ 1696585 h 1735258"/>
              <a:gd name="connsiteX13-73" fmla="*/ 81481 w 1725310"/>
              <a:gd name="connsiteY13-74" fmla="*/ 1732799 h 1735258"/>
              <a:gd name="connsiteX14-75" fmla="*/ 178052 w 1725310"/>
              <a:gd name="connsiteY14-76" fmla="*/ 1726764 h 1735258"/>
              <a:gd name="connsiteX15-77" fmla="*/ 344032 w 1725310"/>
              <a:gd name="connsiteY15-78" fmla="*/ 1684514 h 1735258"/>
              <a:gd name="connsiteX16-79" fmla="*/ 479834 w 1725310"/>
              <a:gd name="connsiteY16-80" fmla="*/ 1603033 h 1735258"/>
              <a:gd name="connsiteX17-81" fmla="*/ 624689 w 1725310"/>
              <a:gd name="connsiteY17-82" fmla="*/ 1470249 h 1735258"/>
              <a:gd name="connsiteX18-83" fmla="*/ 781616 w 1725310"/>
              <a:gd name="connsiteY18-84" fmla="*/ 1283144 h 1735258"/>
              <a:gd name="connsiteX19-85" fmla="*/ 1204111 w 1725310"/>
              <a:gd name="connsiteY19-86" fmla="*/ 679580 h 1735258"/>
              <a:gd name="connsiteX20-87" fmla="*/ 1493822 w 1725310"/>
              <a:gd name="connsiteY20-88" fmla="*/ 308387 h 1735258"/>
              <a:gd name="connsiteX21-89" fmla="*/ 1717141 w 1725310"/>
              <a:gd name="connsiteY21-90" fmla="*/ 63944 h 1735258"/>
              <a:gd name="connsiteX22-91" fmla="*/ 1680927 w 1725310"/>
              <a:gd name="connsiteY22-92" fmla="*/ 3587 h 1735258"/>
              <a:gd name="connsiteX0-93" fmla="*/ 1680927 w 1725310"/>
              <a:gd name="connsiteY0-94" fmla="*/ 3587 h 1735258"/>
              <a:gd name="connsiteX1-95" fmla="*/ 1575303 w 1725310"/>
              <a:gd name="connsiteY1-96" fmla="*/ 127318 h 1735258"/>
              <a:gd name="connsiteX2-97" fmla="*/ 1520982 w 1725310"/>
              <a:gd name="connsiteY2-98" fmla="*/ 166550 h 1735258"/>
              <a:gd name="connsiteX3-99" fmla="*/ 1279557 w 1725310"/>
              <a:gd name="connsiteY3-100" fmla="*/ 404958 h 1735258"/>
              <a:gd name="connsiteX4-101" fmla="*/ 851026 w 1725310"/>
              <a:gd name="connsiteY4-102" fmla="*/ 957219 h 1735258"/>
              <a:gd name="connsiteX5-103" fmla="*/ 603565 w 1725310"/>
              <a:gd name="connsiteY5-104" fmla="*/ 1295215 h 1735258"/>
              <a:gd name="connsiteX6-105" fmla="*/ 431549 w 1725310"/>
              <a:gd name="connsiteY6-106" fmla="*/ 1476284 h 1735258"/>
              <a:gd name="connsiteX7-107" fmla="*/ 280658 w 1725310"/>
              <a:gd name="connsiteY7-108" fmla="*/ 1593980 h 1735258"/>
              <a:gd name="connsiteX8-109" fmla="*/ 196159 w 1725310"/>
              <a:gd name="connsiteY8-110" fmla="*/ 1648300 h 1735258"/>
              <a:gd name="connsiteX9-111" fmla="*/ 102606 w 1725310"/>
              <a:gd name="connsiteY9-112" fmla="*/ 1666407 h 1735258"/>
              <a:gd name="connsiteX10-113" fmla="*/ 24143 w 1725310"/>
              <a:gd name="connsiteY10-114" fmla="*/ 1660372 h 1735258"/>
              <a:gd name="connsiteX11-115" fmla="*/ 3018 w 1725310"/>
              <a:gd name="connsiteY11-116" fmla="*/ 1633211 h 1735258"/>
              <a:gd name="connsiteX12-117" fmla="*/ 0 w 1725310"/>
              <a:gd name="connsiteY12-118" fmla="*/ 1696585 h 1735258"/>
              <a:gd name="connsiteX13-119" fmla="*/ 81481 w 1725310"/>
              <a:gd name="connsiteY13-120" fmla="*/ 1732799 h 1735258"/>
              <a:gd name="connsiteX14-121" fmla="*/ 178052 w 1725310"/>
              <a:gd name="connsiteY14-122" fmla="*/ 1726764 h 1735258"/>
              <a:gd name="connsiteX15-123" fmla="*/ 344032 w 1725310"/>
              <a:gd name="connsiteY15-124" fmla="*/ 1684514 h 1735258"/>
              <a:gd name="connsiteX16-125" fmla="*/ 479834 w 1725310"/>
              <a:gd name="connsiteY16-126" fmla="*/ 1603033 h 1735258"/>
              <a:gd name="connsiteX17-127" fmla="*/ 624689 w 1725310"/>
              <a:gd name="connsiteY17-128" fmla="*/ 1470249 h 1735258"/>
              <a:gd name="connsiteX18-129" fmla="*/ 781616 w 1725310"/>
              <a:gd name="connsiteY18-130" fmla="*/ 1283144 h 1735258"/>
              <a:gd name="connsiteX19-131" fmla="*/ 1204111 w 1725310"/>
              <a:gd name="connsiteY19-132" fmla="*/ 679580 h 1735258"/>
              <a:gd name="connsiteX20-133" fmla="*/ 1493822 w 1725310"/>
              <a:gd name="connsiteY20-134" fmla="*/ 308387 h 1735258"/>
              <a:gd name="connsiteX21-135" fmla="*/ 1717141 w 1725310"/>
              <a:gd name="connsiteY21-136" fmla="*/ 63944 h 1735258"/>
              <a:gd name="connsiteX22-137" fmla="*/ 1680927 w 1725310"/>
              <a:gd name="connsiteY22-138" fmla="*/ 3587 h 1735258"/>
              <a:gd name="connsiteX0-139" fmla="*/ 1680927 w 1725310"/>
              <a:gd name="connsiteY0-140" fmla="*/ 3587 h 1736469"/>
              <a:gd name="connsiteX1-141" fmla="*/ 1575303 w 1725310"/>
              <a:gd name="connsiteY1-142" fmla="*/ 127318 h 1736469"/>
              <a:gd name="connsiteX2-143" fmla="*/ 1520982 w 1725310"/>
              <a:gd name="connsiteY2-144" fmla="*/ 166550 h 1736469"/>
              <a:gd name="connsiteX3-145" fmla="*/ 1279557 w 1725310"/>
              <a:gd name="connsiteY3-146" fmla="*/ 404958 h 1736469"/>
              <a:gd name="connsiteX4-147" fmla="*/ 851026 w 1725310"/>
              <a:gd name="connsiteY4-148" fmla="*/ 957219 h 1736469"/>
              <a:gd name="connsiteX5-149" fmla="*/ 603565 w 1725310"/>
              <a:gd name="connsiteY5-150" fmla="*/ 1295215 h 1736469"/>
              <a:gd name="connsiteX6-151" fmla="*/ 431549 w 1725310"/>
              <a:gd name="connsiteY6-152" fmla="*/ 1476284 h 1736469"/>
              <a:gd name="connsiteX7-153" fmla="*/ 280658 w 1725310"/>
              <a:gd name="connsiteY7-154" fmla="*/ 1593980 h 1736469"/>
              <a:gd name="connsiteX8-155" fmla="*/ 196159 w 1725310"/>
              <a:gd name="connsiteY8-156" fmla="*/ 1648300 h 1736469"/>
              <a:gd name="connsiteX9-157" fmla="*/ 102606 w 1725310"/>
              <a:gd name="connsiteY9-158" fmla="*/ 1666407 h 1736469"/>
              <a:gd name="connsiteX10-159" fmla="*/ 24143 w 1725310"/>
              <a:gd name="connsiteY10-160" fmla="*/ 1660372 h 1736469"/>
              <a:gd name="connsiteX11-161" fmla="*/ 3018 w 1725310"/>
              <a:gd name="connsiteY11-162" fmla="*/ 1633211 h 1736469"/>
              <a:gd name="connsiteX12-163" fmla="*/ 0 w 1725310"/>
              <a:gd name="connsiteY12-164" fmla="*/ 1696585 h 1736469"/>
              <a:gd name="connsiteX13-165" fmla="*/ 81481 w 1725310"/>
              <a:gd name="connsiteY13-166" fmla="*/ 1732799 h 1736469"/>
              <a:gd name="connsiteX14-167" fmla="*/ 181070 w 1725310"/>
              <a:gd name="connsiteY14-168" fmla="*/ 1729782 h 1736469"/>
              <a:gd name="connsiteX15-169" fmla="*/ 344032 w 1725310"/>
              <a:gd name="connsiteY15-170" fmla="*/ 1684514 h 1736469"/>
              <a:gd name="connsiteX16-171" fmla="*/ 479834 w 1725310"/>
              <a:gd name="connsiteY16-172" fmla="*/ 1603033 h 1736469"/>
              <a:gd name="connsiteX17-173" fmla="*/ 624689 w 1725310"/>
              <a:gd name="connsiteY17-174" fmla="*/ 1470249 h 1736469"/>
              <a:gd name="connsiteX18-175" fmla="*/ 781616 w 1725310"/>
              <a:gd name="connsiteY18-176" fmla="*/ 1283144 h 1736469"/>
              <a:gd name="connsiteX19-177" fmla="*/ 1204111 w 1725310"/>
              <a:gd name="connsiteY19-178" fmla="*/ 679580 h 1736469"/>
              <a:gd name="connsiteX20-179" fmla="*/ 1493822 w 1725310"/>
              <a:gd name="connsiteY20-180" fmla="*/ 308387 h 1736469"/>
              <a:gd name="connsiteX21-181" fmla="*/ 1717141 w 1725310"/>
              <a:gd name="connsiteY21-182" fmla="*/ 63944 h 1736469"/>
              <a:gd name="connsiteX22-183" fmla="*/ 1680927 w 1725310"/>
              <a:gd name="connsiteY22-184" fmla="*/ 3587 h 1736469"/>
              <a:gd name="connsiteX0-185" fmla="*/ 1680927 w 1725310"/>
              <a:gd name="connsiteY0-186" fmla="*/ 3587 h 1736469"/>
              <a:gd name="connsiteX1-187" fmla="*/ 1575303 w 1725310"/>
              <a:gd name="connsiteY1-188" fmla="*/ 127318 h 1736469"/>
              <a:gd name="connsiteX2-189" fmla="*/ 1520982 w 1725310"/>
              <a:gd name="connsiteY2-190" fmla="*/ 166550 h 1736469"/>
              <a:gd name="connsiteX3-191" fmla="*/ 1279557 w 1725310"/>
              <a:gd name="connsiteY3-192" fmla="*/ 404958 h 1736469"/>
              <a:gd name="connsiteX4-193" fmla="*/ 851026 w 1725310"/>
              <a:gd name="connsiteY4-194" fmla="*/ 957219 h 1736469"/>
              <a:gd name="connsiteX5-195" fmla="*/ 603565 w 1725310"/>
              <a:gd name="connsiteY5-196" fmla="*/ 1295215 h 1736469"/>
              <a:gd name="connsiteX6-197" fmla="*/ 431549 w 1725310"/>
              <a:gd name="connsiteY6-198" fmla="*/ 1476284 h 1736469"/>
              <a:gd name="connsiteX7-199" fmla="*/ 280658 w 1725310"/>
              <a:gd name="connsiteY7-200" fmla="*/ 1593980 h 1736469"/>
              <a:gd name="connsiteX8-201" fmla="*/ 196159 w 1725310"/>
              <a:gd name="connsiteY8-202" fmla="*/ 1648300 h 1736469"/>
              <a:gd name="connsiteX9-203" fmla="*/ 102606 w 1725310"/>
              <a:gd name="connsiteY9-204" fmla="*/ 1666407 h 1736469"/>
              <a:gd name="connsiteX10-205" fmla="*/ 36214 w 1725310"/>
              <a:gd name="connsiteY10-206" fmla="*/ 1660372 h 1736469"/>
              <a:gd name="connsiteX11-207" fmla="*/ 3018 w 1725310"/>
              <a:gd name="connsiteY11-208" fmla="*/ 1633211 h 1736469"/>
              <a:gd name="connsiteX12-209" fmla="*/ 0 w 1725310"/>
              <a:gd name="connsiteY12-210" fmla="*/ 1696585 h 1736469"/>
              <a:gd name="connsiteX13-211" fmla="*/ 81481 w 1725310"/>
              <a:gd name="connsiteY13-212" fmla="*/ 1732799 h 1736469"/>
              <a:gd name="connsiteX14-213" fmla="*/ 181070 w 1725310"/>
              <a:gd name="connsiteY14-214" fmla="*/ 1729782 h 1736469"/>
              <a:gd name="connsiteX15-215" fmla="*/ 344032 w 1725310"/>
              <a:gd name="connsiteY15-216" fmla="*/ 1684514 h 1736469"/>
              <a:gd name="connsiteX16-217" fmla="*/ 479834 w 1725310"/>
              <a:gd name="connsiteY16-218" fmla="*/ 1603033 h 1736469"/>
              <a:gd name="connsiteX17-219" fmla="*/ 624689 w 1725310"/>
              <a:gd name="connsiteY17-220" fmla="*/ 1470249 h 1736469"/>
              <a:gd name="connsiteX18-221" fmla="*/ 781616 w 1725310"/>
              <a:gd name="connsiteY18-222" fmla="*/ 1283144 h 1736469"/>
              <a:gd name="connsiteX19-223" fmla="*/ 1204111 w 1725310"/>
              <a:gd name="connsiteY19-224" fmla="*/ 679580 h 1736469"/>
              <a:gd name="connsiteX20-225" fmla="*/ 1493822 w 1725310"/>
              <a:gd name="connsiteY20-226" fmla="*/ 308387 h 1736469"/>
              <a:gd name="connsiteX21-227" fmla="*/ 1717141 w 1725310"/>
              <a:gd name="connsiteY21-228" fmla="*/ 63944 h 1736469"/>
              <a:gd name="connsiteX22-229" fmla="*/ 1680927 w 1725310"/>
              <a:gd name="connsiteY22-230" fmla="*/ 3587 h 1736469"/>
              <a:gd name="connsiteX0-231" fmla="*/ 1680927 w 1725310"/>
              <a:gd name="connsiteY0-232" fmla="*/ 3587 h 1736469"/>
              <a:gd name="connsiteX1-233" fmla="*/ 1575303 w 1725310"/>
              <a:gd name="connsiteY1-234" fmla="*/ 127318 h 1736469"/>
              <a:gd name="connsiteX2-235" fmla="*/ 1520982 w 1725310"/>
              <a:gd name="connsiteY2-236" fmla="*/ 166550 h 1736469"/>
              <a:gd name="connsiteX3-237" fmla="*/ 1279557 w 1725310"/>
              <a:gd name="connsiteY3-238" fmla="*/ 404958 h 1736469"/>
              <a:gd name="connsiteX4-239" fmla="*/ 851026 w 1725310"/>
              <a:gd name="connsiteY4-240" fmla="*/ 957219 h 1736469"/>
              <a:gd name="connsiteX5-241" fmla="*/ 603565 w 1725310"/>
              <a:gd name="connsiteY5-242" fmla="*/ 1295215 h 1736469"/>
              <a:gd name="connsiteX6-243" fmla="*/ 431549 w 1725310"/>
              <a:gd name="connsiteY6-244" fmla="*/ 1476284 h 1736469"/>
              <a:gd name="connsiteX7-245" fmla="*/ 280658 w 1725310"/>
              <a:gd name="connsiteY7-246" fmla="*/ 1593980 h 1736469"/>
              <a:gd name="connsiteX8-247" fmla="*/ 196159 w 1725310"/>
              <a:gd name="connsiteY8-248" fmla="*/ 1648300 h 1736469"/>
              <a:gd name="connsiteX9-249" fmla="*/ 102606 w 1725310"/>
              <a:gd name="connsiteY9-250" fmla="*/ 1666407 h 1736469"/>
              <a:gd name="connsiteX10-251" fmla="*/ 36214 w 1725310"/>
              <a:gd name="connsiteY10-252" fmla="*/ 1660372 h 1736469"/>
              <a:gd name="connsiteX11-253" fmla="*/ 3018 w 1725310"/>
              <a:gd name="connsiteY11-254" fmla="*/ 1633211 h 1736469"/>
              <a:gd name="connsiteX12-255" fmla="*/ 0 w 1725310"/>
              <a:gd name="connsiteY12-256" fmla="*/ 1696585 h 1736469"/>
              <a:gd name="connsiteX13-257" fmla="*/ 81481 w 1725310"/>
              <a:gd name="connsiteY13-258" fmla="*/ 1732799 h 1736469"/>
              <a:gd name="connsiteX14-259" fmla="*/ 181070 w 1725310"/>
              <a:gd name="connsiteY14-260" fmla="*/ 1729782 h 1736469"/>
              <a:gd name="connsiteX15-261" fmla="*/ 344032 w 1725310"/>
              <a:gd name="connsiteY15-262" fmla="*/ 1684514 h 1736469"/>
              <a:gd name="connsiteX16-263" fmla="*/ 479834 w 1725310"/>
              <a:gd name="connsiteY16-264" fmla="*/ 1603033 h 1736469"/>
              <a:gd name="connsiteX17-265" fmla="*/ 624689 w 1725310"/>
              <a:gd name="connsiteY17-266" fmla="*/ 1470249 h 1736469"/>
              <a:gd name="connsiteX18-267" fmla="*/ 781616 w 1725310"/>
              <a:gd name="connsiteY18-268" fmla="*/ 1283144 h 1736469"/>
              <a:gd name="connsiteX19-269" fmla="*/ 1204111 w 1725310"/>
              <a:gd name="connsiteY19-270" fmla="*/ 679580 h 1736469"/>
              <a:gd name="connsiteX20-271" fmla="*/ 1493822 w 1725310"/>
              <a:gd name="connsiteY20-272" fmla="*/ 308387 h 1736469"/>
              <a:gd name="connsiteX21-273" fmla="*/ 1717141 w 1725310"/>
              <a:gd name="connsiteY21-274" fmla="*/ 63944 h 1736469"/>
              <a:gd name="connsiteX22-275" fmla="*/ 1680927 w 1725310"/>
              <a:gd name="connsiteY22-276" fmla="*/ 3587 h 1736469"/>
              <a:gd name="connsiteX0-277" fmla="*/ 1686963 w 1731346"/>
              <a:gd name="connsiteY0-278" fmla="*/ 3587 h 1736469"/>
              <a:gd name="connsiteX1-279" fmla="*/ 1581339 w 1731346"/>
              <a:gd name="connsiteY1-280" fmla="*/ 127318 h 1736469"/>
              <a:gd name="connsiteX2-281" fmla="*/ 1527018 w 1731346"/>
              <a:gd name="connsiteY2-282" fmla="*/ 166550 h 1736469"/>
              <a:gd name="connsiteX3-283" fmla="*/ 1285593 w 1731346"/>
              <a:gd name="connsiteY3-284" fmla="*/ 404958 h 1736469"/>
              <a:gd name="connsiteX4-285" fmla="*/ 857062 w 1731346"/>
              <a:gd name="connsiteY4-286" fmla="*/ 957219 h 1736469"/>
              <a:gd name="connsiteX5-287" fmla="*/ 609601 w 1731346"/>
              <a:gd name="connsiteY5-288" fmla="*/ 1295215 h 1736469"/>
              <a:gd name="connsiteX6-289" fmla="*/ 437585 w 1731346"/>
              <a:gd name="connsiteY6-290" fmla="*/ 1476284 h 1736469"/>
              <a:gd name="connsiteX7-291" fmla="*/ 286694 w 1731346"/>
              <a:gd name="connsiteY7-292" fmla="*/ 1593980 h 1736469"/>
              <a:gd name="connsiteX8-293" fmla="*/ 202195 w 1731346"/>
              <a:gd name="connsiteY8-294" fmla="*/ 1648300 h 1736469"/>
              <a:gd name="connsiteX9-295" fmla="*/ 108642 w 1731346"/>
              <a:gd name="connsiteY9-296" fmla="*/ 1666407 h 1736469"/>
              <a:gd name="connsiteX10-297" fmla="*/ 42250 w 1731346"/>
              <a:gd name="connsiteY10-298" fmla="*/ 1660372 h 1736469"/>
              <a:gd name="connsiteX11-299" fmla="*/ 9054 w 1731346"/>
              <a:gd name="connsiteY11-300" fmla="*/ 1633211 h 1736469"/>
              <a:gd name="connsiteX12-301" fmla="*/ 0 w 1731346"/>
              <a:gd name="connsiteY12-302" fmla="*/ 1696585 h 1736469"/>
              <a:gd name="connsiteX13-303" fmla="*/ 87517 w 1731346"/>
              <a:gd name="connsiteY13-304" fmla="*/ 1732799 h 1736469"/>
              <a:gd name="connsiteX14-305" fmla="*/ 187106 w 1731346"/>
              <a:gd name="connsiteY14-306" fmla="*/ 1729782 h 1736469"/>
              <a:gd name="connsiteX15-307" fmla="*/ 350068 w 1731346"/>
              <a:gd name="connsiteY15-308" fmla="*/ 1684514 h 1736469"/>
              <a:gd name="connsiteX16-309" fmla="*/ 485870 w 1731346"/>
              <a:gd name="connsiteY16-310" fmla="*/ 1603033 h 1736469"/>
              <a:gd name="connsiteX17-311" fmla="*/ 630725 w 1731346"/>
              <a:gd name="connsiteY17-312" fmla="*/ 1470249 h 1736469"/>
              <a:gd name="connsiteX18-313" fmla="*/ 787652 w 1731346"/>
              <a:gd name="connsiteY18-314" fmla="*/ 1283144 h 1736469"/>
              <a:gd name="connsiteX19-315" fmla="*/ 1210147 w 1731346"/>
              <a:gd name="connsiteY19-316" fmla="*/ 679580 h 1736469"/>
              <a:gd name="connsiteX20-317" fmla="*/ 1499858 w 1731346"/>
              <a:gd name="connsiteY20-318" fmla="*/ 308387 h 1736469"/>
              <a:gd name="connsiteX21-319" fmla="*/ 1723177 w 1731346"/>
              <a:gd name="connsiteY21-320" fmla="*/ 63944 h 1736469"/>
              <a:gd name="connsiteX22-321" fmla="*/ 1686963 w 1731346"/>
              <a:gd name="connsiteY22-322" fmla="*/ 3587 h 1736469"/>
              <a:gd name="connsiteX0-323" fmla="*/ 1686963 w 1731346"/>
              <a:gd name="connsiteY0-324" fmla="*/ 3587 h 1736469"/>
              <a:gd name="connsiteX1-325" fmla="*/ 1581339 w 1731346"/>
              <a:gd name="connsiteY1-326" fmla="*/ 127318 h 1736469"/>
              <a:gd name="connsiteX2-327" fmla="*/ 1527018 w 1731346"/>
              <a:gd name="connsiteY2-328" fmla="*/ 166550 h 1736469"/>
              <a:gd name="connsiteX3-329" fmla="*/ 1285593 w 1731346"/>
              <a:gd name="connsiteY3-330" fmla="*/ 404958 h 1736469"/>
              <a:gd name="connsiteX4-331" fmla="*/ 857062 w 1731346"/>
              <a:gd name="connsiteY4-332" fmla="*/ 957219 h 1736469"/>
              <a:gd name="connsiteX5-333" fmla="*/ 609601 w 1731346"/>
              <a:gd name="connsiteY5-334" fmla="*/ 1295215 h 1736469"/>
              <a:gd name="connsiteX6-335" fmla="*/ 437585 w 1731346"/>
              <a:gd name="connsiteY6-336" fmla="*/ 1476284 h 1736469"/>
              <a:gd name="connsiteX7-337" fmla="*/ 286694 w 1731346"/>
              <a:gd name="connsiteY7-338" fmla="*/ 1593980 h 1736469"/>
              <a:gd name="connsiteX8-339" fmla="*/ 202195 w 1731346"/>
              <a:gd name="connsiteY8-340" fmla="*/ 1648300 h 1736469"/>
              <a:gd name="connsiteX9-341" fmla="*/ 108642 w 1731346"/>
              <a:gd name="connsiteY9-342" fmla="*/ 1666407 h 1736469"/>
              <a:gd name="connsiteX10-343" fmla="*/ 42250 w 1731346"/>
              <a:gd name="connsiteY10-344" fmla="*/ 1660372 h 1736469"/>
              <a:gd name="connsiteX11-345" fmla="*/ 3018 w 1731346"/>
              <a:gd name="connsiteY11-346" fmla="*/ 1633211 h 1736469"/>
              <a:gd name="connsiteX12-347" fmla="*/ 0 w 1731346"/>
              <a:gd name="connsiteY12-348" fmla="*/ 1696585 h 1736469"/>
              <a:gd name="connsiteX13-349" fmla="*/ 87517 w 1731346"/>
              <a:gd name="connsiteY13-350" fmla="*/ 1732799 h 1736469"/>
              <a:gd name="connsiteX14-351" fmla="*/ 187106 w 1731346"/>
              <a:gd name="connsiteY14-352" fmla="*/ 1729782 h 1736469"/>
              <a:gd name="connsiteX15-353" fmla="*/ 350068 w 1731346"/>
              <a:gd name="connsiteY15-354" fmla="*/ 1684514 h 1736469"/>
              <a:gd name="connsiteX16-355" fmla="*/ 485870 w 1731346"/>
              <a:gd name="connsiteY16-356" fmla="*/ 1603033 h 1736469"/>
              <a:gd name="connsiteX17-357" fmla="*/ 630725 w 1731346"/>
              <a:gd name="connsiteY17-358" fmla="*/ 1470249 h 1736469"/>
              <a:gd name="connsiteX18-359" fmla="*/ 787652 w 1731346"/>
              <a:gd name="connsiteY18-360" fmla="*/ 1283144 h 1736469"/>
              <a:gd name="connsiteX19-361" fmla="*/ 1210147 w 1731346"/>
              <a:gd name="connsiteY19-362" fmla="*/ 679580 h 1736469"/>
              <a:gd name="connsiteX20-363" fmla="*/ 1499858 w 1731346"/>
              <a:gd name="connsiteY20-364" fmla="*/ 308387 h 1736469"/>
              <a:gd name="connsiteX21-365" fmla="*/ 1723177 w 1731346"/>
              <a:gd name="connsiteY21-366" fmla="*/ 63944 h 1736469"/>
              <a:gd name="connsiteX22-367" fmla="*/ 1686963 w 1731346"/>
              <a:gd name="connsiteY22-368" fmla="*/ 3587 h 1736469"/>
              <a:gd name="connsiteX0-369" fmla="*/ 1686963 w 1731346"/>
              <a:gd name="connsiteY0-370" fmla="*/ 3587 h 1736469"/>
              <a:gd name="connsiteX1-371" fmla="*/ 1581339 w 1731346"/>
              <a:gd name="connsiteY1-372" fmla="*/ 127318 h 1736469"/>
              <a:gd name="connsiteX2-373" fmla="*/ 1527018 w 1731346"/>
              <a:gd name="connsiteY2-374" fmla="*/ 166550 h 1736469"/>
              <a:gd name="connsiteX3-375" fmla="*/ 1285593 w 1731346"/>
              <a:gd name="connsiteY3-376" fmla="*/ 404958 h 1736469"/>
              <a:gd name="connsiteX4-377" fmla="*/ 857062 w 1731346"/>
              <a:gd name="connsiteY4-378" fmla="*/ 957219 h 1736469"/>
              <a:gd name="connsiteX5-379" fmla="*/ 609601 w 1731346"/>
              <a:gd name="connsiteY5-380" fmla="*/ 1295215 h 1736469"/>
              <a:gd name="connsiteX6-381" fmla="*/ 437585 w 1731346"/>
              <a:gd name="connsiteY6-382" fmla="*/ 1476284 h 1736469"/>
              <a:gd name="connsiteX7-383" fmla="*/ 286694 w 1731346"/>
              <a:gd name="connsiteY7-384" fmla="*/ 1593980 h 1736469"/>
              <a:gd name="connsiteX8-385" fmla="*/ 202195 w 1731346"/>
              <a:gd name="connsiteY8-386" fmla="*/ 1648300 h 1736469"/>
              <a:gd name="connsiteX9-387" fmla="*/ 108642 w 1731346"/>
              <a:gd name="connsiteY9-388" fmla="*/ 1666407 h 1736469"/>
              <a:gd name="connsiteX10-389" fmla="*/ 42250 w 1731346"/>
              <a:gd name="connsiteY10-390" fmla="*/ 1660372 h 1736469"/>
              <a:gd name="connsiteX11-391" fmla="*/ 3018 w 1731346"/>
              <a:gd name="connsiteY11-392" fmla="*/ 1633211 h 1736469"/>
              <a:gd name="connsiteX12-393" fmla="*/ 0 w 1731346"/>
              <a:gd name="connsiteY12-394" fmla="*/ 1696585 h 1736469"/>
              <a:gd name="connsiteX13-395" fmla="*/ 87517 w 1731346"/>
              <a:gd name="connsiteY13-396" fmla="*/ 1732799 h 1736469"/>
              <a:gd name="connsiteX14-397" fmla="*/ 187106 w 1731346"/>
              <a:gd name="connsiteY14-398" fmla="*/ 1729782 h 1736469"/>
              <a:gd name="connsiteX15-399" fmla="*/ 350068 w 1731346"/>
              <a:gd name="connsiteY15-400" fmla="*/ 1684514 h 1736469"/>
              <a:gd name="connsiteX16-401" fmla="*/ 485870 w 1731346"/>
              <a:gd name="connsiteY16-402" fmla="*/ 1603033 h 1736469"/>
              <a:gd name="connsiteX17-403" fmla="*/ 630725 w 1731346"/>
              <a:gd name="connsiteY17-404" fmla="*/ 1470249 h 1736469"/>
              <a:gd name="connsiteX18-405" fmla="*/ 787652 w 1731346"/>
              <a:gd name="connsiteY18-406" fmla="*/ 1283144 h 1736469"/>
              <a:gd name="connsiteX19-407" fmla="*/ 1210147 w 1731346"/>
              <a:gd name="connsiteY19-408" fmla="*/ 679580 h 1736469"/>
              <a:gd name="connsiteX20-409" fmla="*/ 1499858 w 1731346"/>
              <a:gd name="connsiteY20-410" fmla="*/ 308387 h 1736469"/>
              <a:gd name="connsiteX21-411" fmla="*/ 1723177 w 1731346"/>
              <a:gd name="connsiteY21-412" fmla="*/ 63944 h 1736469"/>
              <a:gd name="connsiteX22-413" fmla="*/ 1686963 w 1731346"/>
              <a:gd name="connsiteY22-414" fmla="*/ 3587 h 1736469"/>
              <a:gd name="connsiteX0-415" fmla="*/ 1686963 w 1731346"/>
              <a:gd name="connsiteY0-416" fmla="*/ 3587 h 1736469"/>
              <a:gd name="connsiteX1-417" fmla="*/ 1581339 w 1731346"/>
              <a:gd name="connsiteY1-418" fmla="*/ 127318 h 1736469"/>
              <a:gd name="connsiteX2-419" fmla="*/ 1527018 w 1731346"/>
              <a:gd name="connsiteY2-420" fmla="*/ 166550 h 1736469"/>
              <a:gd name="connsiteX3-421" fmla="*/ 1285593 w 1731346"/>
              <a:gd name="connsiteY3-422" fmla="*/ 404958 h 1736469"/>
              <a:gd name="connsiteX4-423" fmla="*/ 857062 w 1731346"/>
              <a:gd name="connsiteY4-424" fmla="*/ 957219 h 1736469"/>
              <a:gd name="connsiteX5-425" fmla="*/ 609601 w 1731346"/>
              <a:gd name="connsiteY5-426" fmla="*/ 1295215 h 1736469"/>
              <a:gd name="connsiteX6-427" fmla="*/ 437585 w 1731346"/>
              <a:gd name="connsiteY6-428" fmla="*/ 1476284 h 1736469"/>
              <a:gd name="connsiteX7-429" fmla="*/ 286694 w 1731346"/>
              <a:gd name="connsiteY7-430" fmla="*/ 1593980 h 1736469"/>
              <a:gd name="connsiteX8-431" fmla="*/ 202195 w 1731346"/>
              <a:gd name="connsiteY8-432" fmla="*/ 1648300 h 1736469"/>
              <a:gd name="connsiteX9-433" fmla="*/ 108642 w 1731346"/>
              <a:gd name="connsiteY9-434" fmla="*/ 1666407 h 1736469"/>
              <a:gd name="connsiteX10-435" fmla="*/ 42250 w 1731346"/>
              <a:gd name="connsiteY10-436" fmla="*/ 1660372 h 1736469"/>
              <a:gd name="connsiteX11-437" fmla="*/ 3018 w 1731346"/>
              <a:gd name="connsiteY11-438" fmla="*/ 1633211 h 1736469"/>
              <a:gd name="connsiteX12-439" fmla="*/ 0 w 1731346"/>
              <a:gd name="connsiteY12-440" fmla="*/ 1696585 h 1736469"/>
              <a:gd name="connsiteX13-441" fmla="*/ 87517 w 1731346"/>
              <a:gd name="connsiteY13-442" fmla="*/ 1732799 h 1736469"/>
              <a:gd name="connsiteX14-443" fmla="*/ 187106 w 1731346"/>
              <a:gd name="connsiteY14-444" fmla="*/ 1729782 h 1736469"/>
              <a:gd name="connsiteX15-445" fmla="*/ 350068 w 1731346"/>
              <a:gd name="connsiteY15-446" fmla="*/ 1684514 h 1736469"/>
              <a:gd name="connsiteX16-447" fmla="*/ 485870 w 1731346"/>
              <a:gd name="connsiteY16-448" fmla="*/ 1603033 h 1736469"/>
              <a:gd name="connsiteX17-449" fmla="*/ 630725 w 1731346"/>
              <a:gd name="connsiteY17-450" fmla="*/ 1470249 h 1736469"/>
              <a:gd name="connsiteX18-451" fmla="*/ 787652 w 1731346"/>
              <a:gd name="connsiteY18-452" fmla="*/ 1283144 h 1736469"/>
              <a:gd name="connsiteX19-453" fmla="*/ 1213165 w 1731346"/>
              <a:gd name="connsiteY19-454" fmla="*/ 688633 h 1736469"/>
              <a:gd name="connsiteX20-455" fmla="*/ 1499858 w 1731346"/>
              <a:gd name="connsiteY20-456" fmla="*/ 308387 h 1736469"/>
              <a:gd name="connsiteX21-457" fmla="*/ 1723177 w 1731346"/>
              <a:gd name="connsiteY21-458" fmla="*/ 63944 h 1736469"/>
              <a:gd name="connsiteX22-459" fmla="*/ 1686963 w 1731346"/>
              <a:gd name="connsiteY22-460" fmla="*/ 3587 h 1736469"/>
              <a:gd name="connsiteX0-461" fmla="*/ 1686963 w 1731346"/>
              <a:gd name="connsiteY0-462" fmla="*/ 3587 h 1736469"/>
              <a:gd name="connsiteX1-463" fmla="*/ 1581339 w 1731346"/>
              <a:gd name="connsiteY1-464" fmla="*/ 127318 h 1736469"/>
              <a:gd name="connsiteX2-465" fmla="*/ 1527018 w 1731346"/>
              <a:gd name="connsiteY2-466" fmla="*/ 166550 h 1736469"/>
              <a:gd name="connsiteX3-467" fmla="*/ 1285593 w 1731346"/>
              <a:gd name="connsiteY3-468" fmla="*/ 404958 h 1736469"/>
              <a:gd name="connsiteX4-469" fmla="*/ 857062 w 1731346"/>
              <a:gd name="connsiteY4-470" fmla="*/ 957219 h 1736469"/>
              <a:gd name="connsiteX5-471" fmla="*/ 609601 w 1731346"/>
              <a:gd name="connsiteY5-472" fmla="*/ 1295215 h 1736469"/>
              <a:gd name="connsiteX6-473" fmla="*/ 437585 w 1731346"/>
              <a:gd name="connsiteY6-474" fmla="*/ 1476284 h 1736469"/>
              <a:gd name="connsiteX7-475" fmla="*/ 286694 w 1731346"/>
              <a:gd name="connsiteY7-476" fmla="*/ 1593980 h 1736469"/>
              <a:gd name="connsiteX8-477" fmla="*/ 202195 w 1731346"/>
              <a:gd name="connsiteY8-478" fmla="*/ 1648300 h 1736469"/>
              <a:gd name="connsiteX9-479" fmla="*/ 108642 w 1731346"/>
              <a:gd name="connsiteY9-480" fmla="*/ 1666407 h 1736469"/>
              <a:gd name="connsiteX10-481" fmla="*/ 42250 w 1731346"/>
              <a:gd name="connsiteY10-482" fmla="*/ 1660372 h 1736469"/>
              <a:gd name="connsiteX11-483" fmla="*/ 3018 w 1731346"/>
              <a:gd name="connsiteY11-484" fmla="*/ 1633211 h 1736469"/>
              <a:gd name="connsiteX12-485" fmla="*/ 0 w 1731346"/>
              <a:gd name="connsiteY12-486" fmla="*/ 1696585 h 1736469"/>
              <a:gd name="connsiteX13-487" fmla="*/ 87517 w 1731346"/>
              <a:gd name="connsiteY13-488" fmla="*/ 1732799 h 1736469"/>
              <a:gd name="connsiteX14-489" fmla="*/ 187106 w 1731346"/>
              <a:gd name="connsiteY14-490" fmla="*/ 1729782 h 1736469"/>
              <a:gd name="connsiteX15-491" fmla="*/ 350068 w 1731346"/>
              <a:gd name="connsiteY15-492" fmla="*/ 1684514 h 1736469"/>
              <a:gd name="connsiteX16-493" fmla="*/ 485870 w 1731346"/>
              <a:gd name="connsiteY16-494" fmla="*/ 1603033 h 1736469"/>
              <a:gd name="connsiteX17-495" fmla="*/ 630725 w 1731346"/>
              <a:gd name="connsiteY17-496" fmla="*/ 1470249 h 1736469"/>
              <a:gd name="connsiteX18-497" fmla="*/ 796705 w 1731346"/>
              <a:gd name="connsiteY18-498" fmla="*/ 1280126 h 1736469"/>
              <a:gd name="connsiteX19-499" fmla="*/ 1213165 w 1731346"/>
              <a:gd name="connsiteY19-500" fmla="*/ 688633 h 1736469"/>
              <a:gd name="connsiteX20-501" fmla="*/ 1499858 w 1731346"/>
              <a:gd name="connsiteY20-502" fmla="*/ 308387 h 1736469"/>
              <a:gd name="connsiteX21-503" fmla="*/ 1723177 w 1731346"/>
              <a:gd name="connsiteY21-504" fmla="*/ 63944 h 1736469"/>
              <a:gd name="connsiteX22-505" fmla="*/ 1686963 w 1731346"/>
              <a:gd name="connsiteY22-506" fmla="*/ 3587 h 1736469"/>
              <a:gd name="connsiteX0-507" fmla="*/ 1686963 w 1731346"/>
              <a:gd name="connsiteY0-508" fmla="*/ 3587 h 1736469"/>
              <a:gd name="connsiteX1-509" fmla="*/ 1581339 w 1731346"/>
              <a:gd name="connsiteY1-510" fmla="*/ 127318 h 1736469"/>
              <a:gd name="connsiteX2-511" fmla="*/ 1527018 w 1731346"/>
              <a:gd name="connsiteY2-512" fmla="*/ 166550 h 1736469"/>
              <a:gd name="connsiteX3-513" fmla="*/ 1285593 w 1731346"/>
              <a:gd name="connsiteY3-514" fmla="*/ 404958 h 1736469"/>
              <a:gd name="connsiteX4-515" fmla="*/ 857062 w 1731346"/>
              <a:gd name="connsiteY4-516" fmla="*/ 957219 h 1736469"/>
              <a:gd name="connsiteX5-517" fmla="*/ 609601 w 1731346"/>
              <a:gd name="connsiteY5-518" fmla="*/ 1295215 h 1736469"/>
              <a:gd name="connsiteX6-519" fmla="*/ 437585 w 1731346"/>
              <a:gd name="connsiteY6-520" fmla="*/ 1476284 h 1736469"/>
              <a:gd name="connsiteX7-521" fmla="*/ 286694 w 1731346"/>
              <a:gd name="connsiteY7-522" fmla="*/ 1593980 h 1736469"/>
              <a:gd name="connsiteX8-523" fmla="*/ 202195 w 1731346"/>
              <a:gd name="connsiteY8-524" fmla="*/ 1648300 h 1736469"/>
              <a:gd name="connsiteX9-525" fmla="*/ 108642 w 1731346"/>
              <a:gd name="connsiteY9-526" fmla="*/ 1666407 h 1736469"/>
              <a:gd name="connsiteX10-527" fmla="*/ 42250 w 1731346"/>
              <a:gd name="connsiteY10-528" fmla="*/ 1660372 h 1736469"/>
              <a:gd name="connsiteX11-529" fmla="*/ 3018 w 1731346"/>
              <a:gd name="connsiteY11-530" fmla="*/ 1633211 h 1736469"/>
              <a:gd name="connsiteX12-531" fmla="*/ 0 w 1731346"/>
              <a:gd name="connsiteY12-532" fmla="*/ 1696585 h 1736469"/>
              <a:gd name="connsiteX13-533" fmla="*/ 87517 w 1731346"/>
              <a:gd name="connsiteY13-534" fmla="*/ 1732799 h 1736469"/>
              <a:gd name="connsiteX14-535" fmla="*/ 187106 w 1731346"/>
              <a:gd name="connsiteY14-536" fmla="*/ 1729782 h 1736469"/>
              <a:gd name="connsiteX15-537" fmla="*/ 350068 w 1731346"/>
              <a:gd name="connsiteY15-538" fmla="*/ 1684514 h 1736469"/>
              <a:gd name="connsiteX16-539" fmla="*/ 485870 w 1731346"/>
              <a:gd name="connsiteY16-540" fmla="*/ 1603033 h 1736469"/>
              <a:gd name="connsiteX17-541" fmla="*/ 630725 w 1731346"/>
              <a:gd name="connsiteY17-542" fmla="*/ 1470249 h 1736469"/>
              <a:gd name="connsiteX18-543" fmla="*/ 796705 w 1731346"/>
              <a:gd name="connsiteY18-544" fmla="*/ 1280126 h 1736469"/>
              <a:gd name="connsiteX19-545" fmla="*/ 1213165 w 1731346"/>
              <a:gd name="connsiteY19-546" fmla="*/ 688633 h 1736469"/>
              <a:gd name="connsiteX20-547" fmla="*/ 1499858 w 1731346"/>
              <a:gd name="connsiteY20-548" fmla="*/ 308387 h 1736469"/>
              <a:gd name="connsiteX21-549" fmla="*/ 1723177 w 1731346"/>
              <a:gd name="connsiteY21-550" fmla="*/ 63944 h 1736469"/>
              <a:gd name="connsiteX22-551" fmla="*/ 1686963 w 1731346"/>
              <a:gd name="connsiteY22-552" fmla="*/ 3587 h 1736469"/>
              <a:gd name="connsiteX0-553" fmla="*/ 1686963 w 1731346"/>
              <a:gd name="connsiteY0-554" fmla="*/ 3587 h 1736469"/>
              <a:gd name="connsiteX1-555" fmla="*/ 1581339 w 1731346"/>
              <a:gd name="connsiteY1-556" fmla="*/ 127318 h 1736469"/>
              <a:gd name="connsiteX2-557" fmla="*/ 1527018 w 1731346"/>
              <a:gd name="connsiteY2-558" fmla="*/ 166550 h 1736469"/>
              <a:gd name="connsiteX3-559" fmla="*/ 1285593 w 1731346"/>
              <a:gd name="connsiteY3-560" fmla="*/ 404958 h 1736469"/>
              <a:gd name="connsiteX4-561" fmla="*/ 857062 w 1731346"/>
              <a:gd name="connsiteY4-562" fmla="*/ 957219 h 1736469"/>
              <a:gd name="connsiteX5-563" fmla="*/ 609601 w 1731346"/>
              <a:gd name="connsiteY5-564" fmla="*/ 1295215 h 1736469"/>
              <a:gd name="connsiteX6-565" fmla="*/ 437585 w 1731346"/>
              <a:gd name="connsiteY6-566" fmla="*/ 1476284 h 1736469"/>
              <a:gd name="connsiteX7-567" fmla="*/ 286694 w 1731346"/>
              <a:gd name="connsiteY7-568" fmla="*/ 1593980 h 1736469"/>
              <a:gd name="connsiteX8-569" fmla="*/ 202195 w 1731346"/>
              <a:gd name="connsiteY8-570" fmla="*/ 1648300 h 1736469"/>
              <a:gd name="connsiteX9-571" fmla="*/ 108642 w 1731346"/>
              <a:gd name="connsiteY9-572" fmla="*/ 1666407 h 1736469"/>
              <a:gd name="connsiteX10-573" fmla="*/ 42250 w 1731346"/>
              <a:gd name="connsiteY10-574" fmla="*/ 1660372 h 1736469"/>
              <a:gd name="connsiteX11-575" fmla="*/ 3018 w 1731346"/>
              <a:gd name="connsiteY11-576" fmla="*/ 1633211 h 1736469"/>
              <a:gd name="connsiteX12-577" fmla="*/ 0 w 1731346"/>
              <a:gd name="connsiteY12-578" fmla="*/ 1696585 h 1736469"/>
              <a:gd name="connsiteX13-579" fmla="*/ 87517 w 1731346"/>
              <a:gd name="connsiteY13-580" fmla="*/ 1732799 h 1736469"/>
              <a:gd name="connsiteX14-581" fmla="*/ 187106 w 1731346"/>
              <a:gd name="connsiteY14-582" fmla="*/ 1729782 h 1736469"/>
              <a:gd name="connsiteX15-583" fmla="*/ 350068 w 1731346"/>
              <a:gd name="connsiteY15-584" fmla="*/ 1684514 h 1736469"/>
              <a:gd name="connsiteX16-585" fmla="*/ 485870 w 1731346"/>
              <a:gd name="connsiteY16-586" fmla="*/ 1603033 h 1736469"/>
              <a:gd name="connsiteX17-587" fmla="*/ 639779 w 1731346"/>
              <a:gd name="connsiteY17-588" fmla="*/ 1470249 h 1736469"/>
              <a:gd name="connsiteX18-589" fmla="*/ 796705 w 1731346"/>
              <a:gd name="connsiteY18-590" fmla="*/ 1280126 h 1736469"/>
              <a:gd name="connsiteX19-591" fmla="*/ 1213165 w 1731346"/>
              <a:gd name="connsiteY19-592" fmla="*/ 688633 h 1736469"/>
              <a:gd name="connsiteX20-593" fmla="*/ 1499858 w 1731346"/>
              <a:gd name="connsiteY20-594" fmla="*/ 308387 h 1736469"/>
              <a:gd name="connsiteX21-595" fmla="*/ 1723177 w 1731346"/>
              <a:gd name="connsiteY21-596" fmla="*/ 63944 h 1736469"/>
              <a:gd name="connsiteX22-597" fmla="*/ 1686963 w 1731346"/>
              <a:gd name="connsiteY22-598" fmla="*/ 3587 h 1736469"/>
              <a:gd name="connsiteX0-599" fmla="*/ 1686963 w 1731346"/>
              <a:gd name="connsiteY0-600" fmla="*/ 3587 h 1736469"/>
              <a:gd name="connsiteX1-601" fmla="*/ 1581339 w 1731346"/>
              <a:gd name="connsiteY1-602" fmla="*/ 127318 h 1736469"/>
              <a:gd name="connsiteX2-603" fmla="*/ 1527018 w 1731346"/>
              <a:gd name="connsiteY2-604" fmla="*/ 166550 h 1736469"/>
              <a:gd name="connsiteX3-605" fmla="*/ 1285593 w 1731346"/>
              <a:gd name="connsiteY3-606" fmla="*/ 404958 h 1736469"/>
              <a:gd name="connsiteX4-607" fmla="*/ 857062 w 1731346"/>
              <a:gd name="connsiteY4-608" fmla="*/ 957219 h 1736469"/>
              <a:gd name="connsiteX5-609" fmla="*/ 609601 w 1731346"/>
              <a:gd name="connsiteY5-610" fmla="*/ 1295215 h 1736469"/>
              <a:gd name="connsiteX6-611" fmla="*/ 437585 w 1731346"/>
              <a:gd name="connsiteY6-612" fmla="*/ 1476284 h 1736469"/>
              <a:gd name="connsiteX7-613" fmla="*/ 286694 w 1731346"/>
              <a:gd name="connsiteY7-614" fmla="*/ 1593980 h 1736469"/>
              <a:gd name="connsiteX8-615" fmla="*/ 108642 w 1731346"/>
              <a:gd name="connsiteY8-616" fmla="*/ 1666407 h 1736469"/>
              <a:gd name="connsiteX9-617" fmla="*/ 42250 w 1731346"/>
              <a:gd name="connsiteY9-618" fmla="*/ 1660372 h 1736469"/>
              <a:gd name="connsiteX10-619" fmla="*/ 3018 w 1731346"/>
              <a:gd name="connsiteY10-620" fmla="*/ 1633211 h 1736469"/>
              <a:gd name="connsiteX11-621" fmla="*/ 0 w 1731346"/>
              <a:gd name="connsiteY11-622" fmla="*/ 1696585 h 1736469"/>
              <a:gd name="connsiteX12-623" fmla="*/ 87517 w 1731346"/>
              <a:gd name="connsiteY12-624" fmla="*/ 1732799 h 1736469"/>
              <a:gd name="connsiteX13-625" fmla="*/ 187106 w 1731346"/>
              <a:gd name="connsiteY13-626" fmla="*/ 1729782 h 1736469"/>
              <a:gd name="connsiteX14-627" fmla="*/ 350068 w 1731346"/>
              <a:gd name="connsiteY14-628" fmla="*/ 1684514 h 1736469"/>
              <a:gd name="connsiteX15-629" fmla="*/ 485870 w 1731346"/>
              <a:gd name="connsiteY15-630" fmla="*/ 1603033 h 1736469"/>
              <a:gd name="connsiteX16-631" fmla="*/ 639779 w 1731346"/>
              <a:gd name="connsiteY16-632" fmla="*/ 1470249 h 1736469"/>
              <a:gd name="connsiteX17-633" fmla="*/ 796705 w 1731346"/>
              <a:gd name="connsiteY17-634" fmla="*/ 1280126 h 1736469"/>
              <a:gd name="connsiteX18-635" fmla="*/ 1213165 w 1731346"/>
              <a:gd name="connsiteY18-636" fmla="*/ 688633 h 1736469"/>
              <a:gd name="connsiteX19-637" fmla="*/ 1499858 w 1731346"/>
              <a:gd name="connsiteY19-638" fmla="*/ 308387 h 1736469"/>
              <a:gd name="connsiteX20-639" fmla="*/ 1723177 w 1731346"/>
              <a:gd name="connsiteY20-640" fmla="*/ 63944 h 1736469"/>
              <a:gd name="connsiteX21-641" fmla="*/ 1686963 w 1731346"/>
              <a:gd name="connsiteY21-642" fmla="*/ 3587 h 1736469"/>
              <a:gd name="connsiteX0-643" fmla="*/ 1686963 w 1731346"/>
              <a:gd name="connsiteY0-644" fmla="*/ 3587 h 1736469"/>
              <a:gd name="connsiteX1-645" fmla="*/ 1581339 w 1731346"/>
              <a:gd name="connsiteY1-646" fmla="*/ 127318 h 1736469"/>
              <a:gd name="connsiteX2-647" fmla="*/ 1527018 w 1731346"/>
              <a:gd name="connsiteY2-648" fmla="*/ 166550 h 1736469"/>
              <a:gd name="connsiteX3-649" fmla="*/ 1285593 w 1731346"/>
              <a:gd name="connsiteY3-650" fmla="*/ 404958 h 1736469"/>
              <a:gd name="connsiteX4-651" fmla="*/ 857062 w 1731346"/>
              <a:gd name="connsiteY4-652" fmla="*/ 957219 h 1736469"/>
              <a:gd name="connsiteX5-653" fmla="*/ 609601 w 1731346"/>
              <a:gd name="connsiteY5-654" fmla="*/ 1295215 h 1736469"/>
              <a:gd name="connsiteX6-655" fmla="*/ 437585 w 1731346"/>
              <a:gd name="connsiteY6-656" fmla="*/ 1476284 h 1736469"/>
              <a:gd name="connsiteX7-657" fmla="*/ 304801 w 1731346"/>
              <a:gd name="connsiteY7-658" fmla="*/ 1609069 h 1736469"/>
              <a:gd name="connsiteX8-659" fmla="*/ 108642 w 1731346"/>
              <a:gd name="connsiteY8-660" fmla="*/ 1666407 h 1736469"/>
              <a:gd name="connsiteX9-661" fmla="*/ 42250 w 1731346"/>
              <a:gd name="connsiteY9-662" fmla="*/ 1660372 h 1736469"/>
              <a:gd name="connsiteX10-663" fmla="*/ 3018 w 1731346"/>
              <a:gd name="connsiteY10-664" fmla="*/ 1633211 h 1736469"/>
              <a:gd name="connsiteX11-665" fmla="*/ 0 w 1731346"/>
              <a:gd name="connsiteY11-666" fmla="*/ 1696585 h 1736469"/>
              <a:gd name="connsiteX12-667" fmla="*/ 87517 w 1731346"/>
              <a:gd name="connsiteY12-668" fmla="*/ 1732799 h 1736469"/>
              <a:gd name="connsiteX13-669" fmla="*/ 187106 w 1731346"/>
              <a:gd name="connsiteY13-670" fmla="*/ 1729782 h 1736469"/>
              <a:gd name="connsiteX14-671" fmla="*/ 350068 w 1731346"/>
              <a:gd name="connsiteY14-672" fmla="*/ 1684514 h 1736469"/>
              <a:gd name="connsiteX15-673" fmla="*/ 485870 w 1731346"/>
              <a:gd name="connsiteY15-674" fmla="*/ 1603033 h 1736469"/>
              <a:gd name="connsiteX16-675" fmla="*/ 639779 w 1731346"/>
              <a:gd name="connsiteY16-676" fmla="*/ 1470249 h 1736469"/>
              <a:gd name="connsiteX17-677" fmla="*/ 796705 w 1731346"/>
              <a:gd name="connsiteY17-678" fmla="*/ 1280126 h 1736469"/>
              <a:gd name="connsiteX18-679" fmla="*/ 1213165 w 1731346"/>
              <a:gd name="connsiteY18-680" fmla="*/ 688633 h 1736469"/>
              <a:gd name="connsiteX19-681" fmla="*/ 1499858 w 1731346"/>
              <a:gd name="connsiteY19-682" fmla="*/ 308387 h 1736469"/>
              <a:gd name="connsiteX20-683" fmla="*/ 1723177 w 1731346"/>
              <a:gd name="connsiteY20-684" fmla="*/ 63944 h 1736469"/>
              <a:gd name="connsiteX21-685" fmla="*/ 1686963 w 1731346"/>
              <a:gd name="connsiteY21-686" fmla="*/ 3587 h 1736469"/>
              <a:gd name="connsiteX0-687" fmla="*/ 1686963 w 1731346"/>
              <a:gd name="connsiteY0-688" fmla="*/ 3587 h 1736469"/>
              <a:gd name="connsiteX1-689" fmla="*/ 1581339 w 1731346"/>
              <a:gd name="connsiteY1-690" fmla="*/ 127318 h 1736469"/>
              <a:gd name="connsiteX2-691" fmla="*/ 1527018 w 1731346"/>
              <a:gd name="connsiteY2-692" fmla="*/ 166550 h 1736469"/>
              <a:gd name="connsiteX3-693" fmla="*/ 1285593 w 1731346"/>
              <a:gd name="connsiteY3-694" fmla="*/ 404958 h 1736469"/>
              <a:gd name="connsiteX4-695" fmla="*/ 857062 w 1731346"/>
              <a:gd name="connsiteY4-696" fmla="*/ 957219 h 1736469"/>
              <a:gd name="connsiteX5-697" fmla="*/ 609601 w 1731346"/>
              <a:gd name="connsiteY5-698" fmla="*/ 1295215 h 1736469"/>
              <a:gd name="connsiteX6-699" fmla="*/ 437585 w 1731346"/>
              <a:gd name="connsiteY6-700" fmla="*/ 1476284 h 1736469"/>
              <a:gd name="connsiteX7-701" fmla="*/ 298765 w 1731346"/>
              <a:gd name="connsiteY7-702" fmla="*/ 1593980 h 1736469"/>
              <a:gd name="connsiteX8-703" fmla="*/ 108642 w 1731346"/>
              <a:gd name="connsiteY8-704" fmla="*/ 1666407 h 1736469"/>
              <a:gd name="connsiteX9-705" fmla="*/ 42250 w 1731346"/>
              <a:gd name="connsiteY9-706" fmla="*/ 1660372 h 1736469"/>
              <a:gd name="connsiteX10-707" fmla="*/ 3018 w 1731346"/>
              <a:gd name="connsiteY10-708" fmla="*/ 1633211 h 1736469"/>
              <a:gd name="connsiteX11-709" fmla="*/ 0 w 1731346"/>
              <a:gd name="connsiteY11-710" fmla="*/ 1696585 h 1736469"/>
              <a:gd name="connsiteX12-711" fmla="*/ 87517 w 1731346"/>
              <a:gd name="connsiteY12-712" fmla="*/ 1732799 h 1736469"/>
              <a:gd name="connsiteX13-713" fmla="*/ 187106 w 1731346"/>
              <a:gd name="connsiteY13-714" fmla="*/ 1729782 h 1736469"/>
              <a:gd name="connsiteX14-715" fmla="*/ 350068 w 1731346"/>
              <a:gd name="connsiteY14-716" fmla="*/ 1684514 h 1736469"/>
              <a:gd name="connsiteX15-717" fmla="*/ 485870 w 1731346"/>
              <a:gd name="connsiteY15-718" fmla="*/ 1603033 h 1736469"/>
              <a:gd name="connsiteX16-719" fmla="*/ 639779 w 1731346"/>
              <a:gd name="connsiteY16-720" fmla="*/ 1470249 h 1736469"/>
              <a:gd name="connsiteX17-721" fmla="*/ 796705 w 1731346"/>
              <a:gd name="connsiteY17-722" fmla="*/ 1280126 h 1736469"/>
              <a:gd name="connsiteX18-723" fmla="*/ 1213165 w 1731346"/>
              <a:gd name="connsiteY18-724" fmla="*/ 688633 h 1736469"/>
              <a:gd name="connsiteX19-725" fmla="*/ 1499858 w 1731346"/>
              <a:gd name="connsiteY19-726" fmla="*/ 308387 h 1736469"/>
              <a:gd name="connsiteX20-727" fmla="*/ 1723177 w 1731346"/>
              <a:gd name="connsiteY20-728" fmla="*/ 63944 h 1736469"/>
              <a:gd name="connsiteX21-729" fmla="*/ 1686963 w 1731346"/>
              <a:gd name="connsiteY21-730" fmla="*/ 3587 h 1736469"/>
              <a:gd name="connsiteX0-731" fmla="*/ 1686963 w 1731346"/>
              <a:gd name="connsiteY0-732" fmla="*/ 3587 h 1736469"/>
              <a:gd name="connsiteX1-733" fmla="*/ 1581339 w 1731346"/>
              <a:gd name="connsiteY1-734" fmla="*/ 127318 h 1736469"/>
              <a:gd name="connsiteX2-735" fmla="*/ 1527018 w 1731346"/>
              <a:gd name="connsiteY2-736" fmla="*/ 166550 h 1736469"/>
              <a:gd name="connsiteX3-737" fmla="*/ 1285593 w 1731346"/>
              <a:gd name="connsiteY3-738" fmla="*/ 404958 h 1736469"/>
              <a:gd name="connsiteX4-739" fmla="*/ 857062 w 1731346"/>
              <a:gd name="connsiteY4-740" fmla="*/ 957219 h 1736469"/>
              <a:gd name="connsiteX5-741" fmla="*/ 609601 w 1731346"/>
              <a:gd name="connsiteY5-742" fmla="*/ 1295215 h 1736469"/>
              <a:gd name="connsiteX6-743" fmla="*/ 443620 w 1731346"/>
              <a:gd name="connsiteY6-744" fmla="*/ 1494391 h 1736469"/>
              <a:gd name="connsiteX7-745" fmla="*/ 298765 w 1731346"/>
              <a:gd name="connsiteY7-746" fmla="*/ 1593980 h 1736469"/>
              <a:gd name="connsiteX8-747" fmla="*/ 108642 w 1731346"/>
              <a:gd name="connsiteY8-748" fmla="*/ 1666407 h 1736469"/>
              <a:gd name="connsiteX9-749" fmla="*/ 42250 w 1731346"/>
              <a:gd name="connsiteY9-750" fmla="*/ 1660372 h 1736469"/>
              <a:gd name="connsiteX10-751" fmla="*/ 3018 w 1731346"/>
              <a:gd name="connsiteY10-752" fmla="*/ 1633211 h 1736469"/>
              <a:gd name="connsiteX11-753" fmla="*/ 0 w 1731346"/>
              <a:gd name="connsiteY11-754" fmla="*/ 1696585 h 1736469"/>
              <a:gd name="connsiteX12-755" fmla="*/ 87517 w 1731346"/>
              <a:gd name="connsiteY12-756" fmla="*/ 1732799 h 1736469"/>
              <a:gd name="connsiteX13-757" fmla="*/ 187106 w 1731346"/>
              <a:gd name="connsiteY13-758" fmla="*/ 1729782 h 1736469"/>
              <a:gd name="connsiteX14-759" fmla="*/ 350068 w 1731346"/>
              <a:gd name="connsiteY14-760" fmla="*/ 1684514 h 1736469"/>
              <a:gd name="connsiteX15-761" fmla="*/ 485870 w 1731346"/>
              <a:gd name="connsiteY15-762" fmla="*/ 1603033 h 1736469"/>
              <a:gd name="connsiteX16-763" fmla="*/ 639779 w 1731346"/>
              <a:gd name="connsiteY16-764" fmla="*/ 1470249 h 1736469"/>
              <a:gd name="connsiteX17-765" fmla="*/ 796705 w 1731346"/>
              <a:gd name="connsiteY17-766" fmla="*/ 1280126 h 1736469"/>
              <a:gd name="connsiteX18-767" fmla="*/ 1213165 w 1731346"/>
              <a:gd name="connsiteY18-768" fmla="*/ 688633 h 1736469"/>
              <a:gd name="connsiteX19-769" fmla="*/ 1499858 w 1731346"/>
              <a:gd name="connsiteY19-770" fmla="*/ 308387 h 1736469"/>
              <a:gd name="connsiteX20-771" fmla="*/ 1723177 w 1731346"/>
              <a:gd name="connsiteY20-772" fmla="*/ 63944 h 1736469"/>
              <a:gd name="connsiteX21-773" fmla="*/ 1686963 w 1731346"/>
              <a:gd name="connsiteY21-774" fmla="*/ 3587 h 1736469"/>
              <a:gd name="connsiteX0-775" fmla="*/ 1686963 w 1731346"/>
              <a:gd name="connsiteY0-776" fmla="*/ 3587 h 1736469"/>
              <a:gd name="connsiteX1-777" fmla="*/ 1581339 w 1731346"/>
              <a:gd name="connsiteY1-778" fmla="*/ 127318 h 1736469"/>
              <a:gd name="connsiteX2-779" fmla="*/ 1527018 w 1731346"/>
              <a:gd name="connsiteY2-780" fmla="*/ 166550 h 1736469"/>
              <a:gd name="connsiteX3-781" fmla="*/ 1285593 w 1731346"/>
              <a:gd name="connsiteY3-782" fmla="*/ 404958 h 1736469"/>
              <a:gd name="connsiteX4-783" fmla="*/ 857062 w 1731346"/>
              <a:gd name="connsiteY4-784" fmla="*/ 957219 h 1736469"/>
              <a:gd name="connsiteX5-785" fmla="*/ 609601 w 1731346"/>
              <a:gd name="connsiteY5-786" fmla="*/ 1295215 h 1736469"/>
              <a:gd name="connsiteX6-787" fmla="*/ 434567 w 1731346"/>
              <a:gd name="connsiteY6-788" fmla="*/ 1482319 h 1736469"/>
              <a:gd name="connsiteX7-789" fmla="*/ 298765 w 1731346"/>
              <a:gd name="connsiteY7-790" fmla="*/ 1593980 h 1736469"/>
              <a:gd name="connsiteX8-791" fmla="*/ 108642 w 1731346"/>
              <a:gd name="connsiteY8-792" fmla="*/ 1666407 h 1736469"/>
              <a:gd name="connsiteX9-793" fmla="*/ 42250 w 1731346"/>
              <a:gd name="connsiteY9-794" fmla="*/ 1660372 h 1736469"/>
              <a:gd name="connsiteX10-795" fmla="*/ 3018 w 1731346"/>
              <a:gd name="connsiteY10-796" fmla="*/ 1633211 h 1736469"/>
              <a:gd name="connsiteX11-797" fmla="*/ 0 w 1731346"/>
              <a:gd name="connsiteY11-798" fmla="*/ 1696585 h 1736469"/>
              <a:gd name="connsiteX12-799" fmla="*/ 87517 w 1731346"/>
              <a:gd name="connsiteY12-800" fmla="*/ 1732799 h 1736469"/>
              <a:gd name="connsiteX13-801" fmla="*/ 187106 w 1731346"/>
              <a:gd name="connsiteY13-802" fmla="*/ 1729782 h 1736469"/>
              <a:gd name="connsiteX14-803" fmla="*/ 350068 w 1731346"/>
              <a:gd name="connsiteY14-804" fmla="*/ 1684514 h 1736469"/>
              <a:gd name="connsiteX15-805" fmla="*/ 485870 w 1731346"/>
              <a:gd name="connsiteY15-806" fmla="*/ 1603033 h 1736469"/>
              <a:gd name="connsiteX16-807" fmla="*/ 639779 w 1731346"/>
              <a:gd name="connsiteY16-808" fmla="*/ 1470249 h 1736469"/>
              <a:gd name="connsiteX17-809" fmla="*/ 796705 w 1731346"/>
              <a:gd name="connsiteY17-810" fmla="*/ 1280126 h 1736469"/>
              <a:gd name="connsiteX18-811" fmla="*/ 1213165 w 1731346"/>
              <a:gd name="connsiteY18-812" fmla="*/ 688633 h 1736469"/>
              <a:gd name="connsiteX19-813" fmla="*/ 1499858 w 1731346"/>
              <a:gd name="connsiteY19-814" fmla="*/ 308387 h 1736469"/>
              <a:gd name="connsiteX20-815" fmla="*/ 1723177 w 1731346"/>
              <a:gd name="connsiteY20-816" fmla="*/ 63944 h 1736469"/>
              <a:gd name="connsiteX21-817" fmla="*/ 1686963 w 1731346"/>
              <a:gd name="connsiteY21-818" fmla="*/ 3587 h 1736469"/>
              <a:gd name="connsiteX0-819" fmla="*/ 1686963 w 1731346"/>
              <a:gd name="connsiteY0-820" fmla="*/ 3587 h 1736469"/>
              <a:gd name="connsiteX1-821" fmla="*/ 1581339 w 1731346"/>
              <a:gd name="connsiteY1-822" fmla="*/ 127318 h 1736469"/>
              <a:gd name="connsiteX2-823" fmla="*/ 1527018 w 1731346"/>
              <a:gd name="connsiteY2-824" fmla="*/ 166550 h 1736469"/>
              <a:gd name="connsiteX3-825" fmla="*/ 1285593 w 1731346"/>
              <a:gd name="connsiteY3-826" fmla="*/ 404958 h 1736469"/>
              <a:gd name="connsiteX4-827" fmla="*/ 857062 w 1731346"/>
              <a:gd name="connsiteY4-828" fmla="*/ 957219 h 1736469"/>
              <a:gd name="connsiteX5-829" fmla="*/ 609601 w 1731346"/>
              <a:gd name="connsiteY5-830" fmla="*/ 1295215 h 1736469"/>
              <a:gd name="connsiteX6-831" fmla="*/ 434567 w 1731346"/>
              <a:gd name="connsiteY6-832" fmla="*/ 1482319 h 1736469"/>
              <a:gd name="connsiteX7-833" fmla="*/ 298765 w 1731346"/>
              <a:gd name="connsiteY7-834" fmla="*/ 1593980 h 1736469"/>
              <a:gd name="connsiteX8-835" fmla="*/ 135802 w 1731346"/>
              <a:gd name="connsiteY8-836" fmla="*/ 1699603 h 1736469"/>
              <a:gd name="connsiteX9-837" fmla="*/ 42250 w 1731346"/>
              <a:gd name="connsiteY9-838" fmla="*/ 1660372 h 1736469"/>
              <a:gd name="connsiteX10-839" fmla="*/ 3018 w 1731346"/>
              <a:gd name="connsiteY10-840" fmla="*/ 1633211 h 1736469"/>
              <a:gd name="connsiteX11-841" fmla="*/ 0 w 1731346"/>
              <a:gd name="connsiteY11-842" fmla="*/ 1696585 h 1736469"/>
              <a:gd name="connsiteX12-843" fmla="*/ 87517 w 1731346"/>
              <a:gd name="connsiteY12-844" fmla="*/ 1732799 h 1736469"/>
              <a:gd name="connsiteX13-845" fmla="*/ 187106 w 1731346"/>
              <a:gd name="connsiteY13-846" fmla="*/ 1729782 h 1736469"/>
              <a:gd name="connsiteX14-847" fmla="*/ 350068 w 1731346"/>
              <a:gd name="connsiteY14-848" fmla="*/ 1684514 h 1736469"/>
              <a:gd name="connsiteX15-849" fmla="*/ 485870 w 1731346"/>
              <a:gd name="connsiteY15-850" fmla="*/ 1603033 h 1736469"/>
              <a:gd name="connsiteX16-851" fmla="*/ 639779 w 1731346"/>
              <a:gd name="connsiteY16-852" fmla="*/ 1470249 h 1736469"/>
              <a:gd name="connsiteX17-853" fmla="*/ 796705 w 1731346"/>
              <a:gd name="connsiteY17-854" fmla="*/ 1280126 h 1736469"/>
              <a:gd name="connsiteX18-855" fmla="*/ 1213165 w 1731346"/>
              <a:gd name="connsiteY18-856" fmla="*/ 688633 h 1736469"/>
              <a:gd name="connsiteX19-857" fmla="*/ 1499858 w 1731346"/>
              <a:gd name="connsiteY19-858" fmla="*/ 308387 h 1736469"/>
              <a:gd name="connsiteX20-859" fmla="*/ 1723177 w 1731346"/>
              <a:gd name="connsiteY20-860" fmla="*/ 63944 h 1736469"/>
              <a:gd name="connsiteX21-861" fmla="*/ 1686963 w 1731346"/>
              <a:gd name="connsiteY21-862" fmla="*/ 3587 h 1736469"/>
              <a:gd name="connsiteX0-863" fmla="*/ 1686963 w 1731346"/>
              <a:gd name="connsiteY0-864" fmla="*/ 3587 h 1736469"/>
              <a:gd name="connsiteX1-865" fmla="*/ 1581339 w 1731346"/>
              <a:gd name="connsiteY1-866" fmla="*/ 127318 h 1736469"/>
              <a:gd name="connsiteX2-867" fmla="*/ 1527018 w 1731346"/>
              <a:gd name="connsiteY2-868" fmla="*/ 166550 h 1736469"/>
              <a:gd name="connsiteX3-869" fmla="*/ 1285593 w 1731346"/>
              <a:gd name="connsiteY3-870" fmla="*/ 404958 h 1736469"/>
              <a:gd name="connsiteX4-871" fmla="*/ 857062 w 1731346"/>
              <a:gd name="connsiteY4-872" fmla="*/ 957219 h 1736469"/>
              <a:gd name="connsiteX5-873" fmla="*/ 609601 w 1731346"/>
              <a:gd name="connsiteY5-874" fmla="*/ 1295215 h 1736469"/>
              <a:gd name="connsiteX6-875" fmla="*/ 434567 w 1731346"/>
              <a:gd name="connsiteY6-876" fmla="*/ 1482319 h 1736469"/>
              <a:gd name="connsiteX7-877" fmla="*/ 298765 w 1731346"/>
              <a:gd name="connsiteY7-878" fmla="*/ 1593980 h 1736469"/>
              <a:gd name="connsiteX8-879" fmla="*/ 135802 w 1731346"/>
              <a:gd name="connsiteY8-880" fmla="*/ 1666407 h 1736469"/>
              <a:gd name="connsiteX9-881" fmla="*/ 42250 w 1731346"/>
              <a:gd name="connsiteY9-882" fmla="*/ 1660372 h 1736469"/>
              <a:gd name="connsiteX10-883" fmla="*/ 3018 w 1731346"/>
              <a:gd name="connsiteY10-884" fmla="*/ 1633211 h 1736469"/>
              <a:gd name="connsiteX11-885" fmla="*/ 0 w 1731346"/>
              <a:gd name="connsiteY11-886" fmla="*/ 1696585 h 1736469"/>
              <a:gd name="connsiteX12-887" fmla="*/ 87517 w 1731346"/>
              <a:gd name="connsiteY12-888" fmla="*/ 1732799 h 1736469"/>
              <a:gd name="connsiteX13-889" fmla="*/ 187106 w 1731346"/>
              <a:gd name="connsiteY13-890" fmla="*/ 1729782 h 1736469"/>
              <a:gd name="connsiteX14-891" fmla="*/ 350068 w 1731346"/>
              <a:gd name="connsiteY14-892" fmla="*/ 1684514 h 1736469"/>
              <a:gd name="connsiteX15-893" fmla="*/ 485870 w 1731346"/>
              <a:gd name="connsiteY15-894" fmla="*/ 1603033 h 1736469"/>
              <a:gd name="connsiteX16-895" fmla="*/ 639779 w 1731346"/>
              <a:gd name="connsiteY16-896" fmla="*/ 1470249 h 1736469"/>
              <a:gd name="connsiteX17-897" fmla="*/ 796705 w 1731346"/>
              <a:gd name="connsiteY17-898" fmla="*/ 1280126 h 1736469"/>
              <a:gd name="connsiteX18-899" fmla="*/ 1213165 w 1731346"/>
              <a:gd name="connsiteY18-900" fmla="*/ 688633 h 1736469"/>
              <a:gd name="connsiteX19-901" fmla="*/ 1499858 w 1731346"/>
              <a:gd name="connsiteY19-902" fmla="*/ 308387 h 1736469"/>
              <a:gd name="connsiteX20-903" fmla="*/ 1723177 w 1731346"/>
              <a:gd name="connsiteY20-904" fmla="*/ 63944 h 1736469"/>
              <a:gd name="connsiteX21-905" fmla="*/ 1686963 w 1731346"/>
              <a:gd name="connsiteY21-906" fmla="*/ 3587 h 1736469"/>
              <a:gd name="connsiteX0-907" fmla="*/ 1686963 w 1731346"/>
              <a:gd name="connsiteY0-908" fmla="*/ 3587 h 1736469"/>
              <a:gd name="connsiteX1-909" fmla="*/ 1581339 w 1731346"/>
              <a:gd name="connsiteY1-910" fmla="*/ 127318 h 1736469"/>
              <a:gd name="connsiteX2-911" fmla="*/ 1527018 w 1731346"/>
              <a:gd name="connsiteY2-912" fmla="*/ 166550 h 1736469"/>
              <a:gd name="connsiteX3-913" fmla="*/ 1285593 w 1731346"/>
              <a:gd name="connsiteY3-914" fmla="*/ 404958 h 1736469"/>
              <a:gd name="connsiteX4-915" fmla="*/ 857062 w 1731346"/>
              <a:gd name="connsiteY4-916" fmla="*/ 957219 h 1736469"/>
              <a:gd name="connsiteX5-917" fmla="*/ 609601 w 1731346"/>
              <a:gd name="connsiteY5-918" fmla="*/ 1295215 h 1736469"/>
              <a:gd name="connsiteX6-919" fmla="*/ 434567 w 1731346"/>
              <a:gd name="connsiteY6-920" fmla="*/ 1482319 h 1736469"/>
              <a:gd name="connsiteX7-921" fmla="*/ 298765 w 1731346"/>
              <a:gd name="connsiteY7-922" fmla="*/ 1593980 h 1736469"/>
              <a:gd name="connsiteX8-923" fmla="*/ 135802 w 1731346"/>
              <a:gd name="connsiteY8-924" fmla="*/ 1666407 h 1736469"/>
              <a:gd name="connsiteX9-925" fmla="*/ 42250 w 1731346"/>
              <a:gd name="connsiteY9-926" fmla="*/ 1660372 h 1736469"/>
              <a:gd name="connsiteX10-927" fmla="*/ 3018 w 1731346"/>
              <a:gd name="connsiteY10-928" fmla="*/ 1633211 h 1736469"/>
              <a:gd name="connsiteX11-929" fmla="*/ 0 w 1731346"/>
              <a:gd name="connsiteY11-930" fmla="*/ 1696585 h 1736469"/>
              <a:gd name="connsiteX12-931" fmla="*/ 87517 w 1731346"/>
              <a:gd name="connsiteY12-932" fmla="*/ 1732799 h 1736469"/>
              <a:gd name="connsiteX13-933" fmla="*/ 187106 w 1731346"/>
              <a:gd name="connsiteY13-934" fmla="*/ 1729782 h 1736469"/>
              <a:gd name="connsiteX14-935" fmla="*/ 350068 w 1731346"/>
              <a:gd name="connsiteY14-936" fmla="*/ 1684514 h 1736469"/>
              <a:gd name="connsiteX15-937" fmla="*/ 485870 w 1731346"/>
              <a:gd name="connsiteY15-938" fmla="*/ 1603033 h 1736469"/>
              <a:gd name="connsiteX16-939" fmla="*/ 639779 w 1731346"/>
              <a:gd name="connsiteY16-940" fmla="*/ 1470249 h 1736469"/>
              <a:gd name="connsiteX17-941" fmla="*/ 796705 w 1731346"/>
              <a:gd name="connsiteY17-942" fmla="*/ 1280126 h 1736469"/>
              <a:gd name="connsiteX18-943" fmla="*/ 1213165 w 1731346"/>
              <a:gd name="connsiteY18-944" fmla="*/ 688633 h 1736469"/>
              <a:gd name="connsiteX19-945" fmla="*/ 1499858 w 1731346"/>
              <a:gd name="connsiteY19-946" fmla="*/ 308387 h 1736469"/>
              <a:gd name="connsiteX20-947" fmla="*/ 1723177 w 1731346"/>
              <a:gd name="connsiteY20-948" fmla="*/ 63944 h 1736469"/>
              <a:gd name="connsiteX21-949" fmla="*/ 1686963 w 1731346"/>
              <a:gd name="connsiteY21-950" fmla="*/ 3587 h 1736469"/>
              <a:gd name="connsiteX0-951" fmla="*/ 1686963 w 1731346"/>
              <a:gd name="connsiteY0-952" fmla="*/ 3587 h 1736469"/>
              <a:gd name="connsiteX1-953" fmla="*/ 1581339 w 1731346"/>
              <a:gd name="connsiteY1-954" fmla="*/ 127318 h 1736469"/>
              <a:gd name="connsiteX2-955" fmla="*/ 1527018 w 1731346"/>
              <a:gd name="connsiteY2-956" fmla="*/ 166550 h 1736469"/>
              <a:gd name="connsiteX3-957" fmla="*/ 1285593 w 1731346"/>
              <a:gd name="connsiteY3-958" fmla="*/ 404958 h 1736469"/>
              <a:gd name="connsiteX4-959" fmla="*/ 857062 w 1731346"/>
              <a:gd name="connsiteY4-960" fmla="*/ 957219 h 1736469"/>
              <a:gd name="connsiteX5-961" fmla="*/ 609601 w 1731346"/>
              <a:gd name="connsiteY5-962" fmla="*/ 1295215 h 1736469"/>
              <a:gd name="connsiteX6-963" fmla="*/ 434567 w 1731346"/>
              <a:gd name="connsiteY6-964" fmla="*/ 1482319 h 1736469"/>
              <a:gd name="connsiteX7-965" fmla="*/ 298765 w 1731346"/>
              <a:gd name="connsiteY7-966" fmla="*/ 1593980 h 1736469"/>
              <a:gd name="connsiteX8-967" fmla="*/ 135802 w 1731346"/>
              <a:gd name="connsiteY8-968" fmla="*/ 1666407 h 1736469"/>
              <a:gd name="connsiteX9-969" fmla="*/ 42250 w 1731346"/>
              <a:gd name="connsiteY9-970" fmla="*/ 1660372 h 1736469"/>
              <a:gd name="connsiteX10-971" fmla="*/ 3018 w 1731346"/>
              <a:gd name="connsiteY10-972" fmla="*/ 1633211 h 1736469"/>
              <a:gd name="connsiteX11-973" fmla="*/ 0 w 1731346"/>
              <a:gd name="connsiteY11-974" fmla="*/ 1696585 h 1736469"/>
              <a:gd name="connsiteX12-975" fmla="*/ 87517 w 1731346"/>
              <a:gd name="connsiteY12-976" fmla="*/ 1732799 h 1736469"/>
              <a:gd name="connsiteX13-977" fmla="*/ 187106 w 1731346"/>
              <a:gd name="connsiteY13-978" fmla="*/ 1729782 h 1736469"/>
              <a:gd name="connsiteX14-979" fmla="*/ 350068 w 1731346"/>
              <a:gd name="connsiteY14-980" fmla="*/ 1684514 h 1736469"/>
              <a:gd name="connsiteX15-981" fmla="*/ 485870 w 1731346"/>
              <a:gd name="connsiteY15-982" fmla="*/ 1603033 h 1736469"/>
              <a:gd name="connsiteX16-983" fmla="*/ 639779 w 1731346"/>
              <a:gd name="connsiteY16-984" fmla="*/ 1470249 h 1736469"/>
              <a:gd name="connsiteX17-985" fmla="*/ 796705 w 1731346"/>
              <a:gd name="connsiteY17-986" fmla="*/ 1280126 h 1736469"/>
              <a:gd name="connsiteX18-987" fmla="*/ 1213165 w 1731346"/>
              <a:gd name="connsiteY18-988" fmla="*/ 688633 h 1736469"/>
              <a:gd name="connsiteX19-989" fmla="*/ 1499858 w 1731346"/>
              <a:gd name="connsiteY19-990" fmla="*/ 308387 h 1736469"/>
              <a:gd name="connsiteX20-991" fmla="*/ 1723177 w 1731346"/>
              <a:gd name="connsiteY20-992" fmla="*/ 63944 h 1736469"/>
              <a:gd name="connsiteX21-993" fmla="*/ 1686963 w 1731346"/>
              <a:gd name="connsiteY21-994" fmla="*/ 3587 h 1736469"/>
              <a:gd name="connsiteX0-995" fmla="*/ 1686963 w 1731346"/>
              <a:gd name="connsiteY0-996" fmla="*/ 3587 h 1736469"/>
              <a:gd name="connsiteX1-997" fmla="*/ 1581339 w 1731346"/>
              <a:gd name="connsiteY1-998" fmla="*/ 127318 h 1736469"/>
              <a:gd name="connsiteX2-999" fmla="*/ 1527018 w 1731346"/>
              <a:gd name="connsiteY2-1000" fmla="*/ 166550 h 1736469"/>
              <a:gd name="connsiteX3-1001" fmla="*/ 1285593 w 1731346"/>
              <a:gd name="connsiteY3-1002" fmla="*/ 404958 h 1736469"/>
              <a:gd name="connsiteX4-1003" fmla="*/ 857062 w 1731346"/>
              <a:gd name="connsiteY4-1004" fmla="*/ 957219 h 1736469"/>
              <a:gd name="connsiteX5-1005" fmla="*/ 609601 w 1731346"/>
              <a:gd name="connsiteY5-1006" fmla="*/ 1295215 h 1736469"/>
              <a:gd name="connsiteX6-1007" fmla="*/ 434567 w 1731346"/>
              <a:gd name="connsiteY6-1008" fmla="*/ 1482319 h 1736469"/>
              <a:gd name="connsiteX7-1009" fmla="*/ 301783 w 1731346"/>
              <a:gd name="connsiteY7-1010" fmla="*/ 1612086 h 1736469"/>
              <a:gd name="connsiteX8-1011" fmla="*/ 135802 w 1731346"/>
              <a:gd name="connsiteY8-1012" fmla="*/ 1666407 h 1736469"/>
              <a:gd name="connsiteX9-1013" fmla="*/ 42250 w 1731346"/>
              <a:gd name="connsiteY9-1014" fmla="*/ 1660372 h 1736469"/>
              <a:gd name="connsiteX10-1015" fmla="*/ 3018 w 1731346"/>
              <a:gd name="connsiteY10-1016" fmla="*/ 1633211 h 1736469"/>
              <a:gd name="connsiteX11-1017" fmla="*/ 0 w 1731346"/>
              <a:gd name="connsiteY11-1018" fmla="*/ 1696585 h 1736469"/>
              <a:gd name="connsiteX12-1019" fmla="*/ 87517 w 1731346"/>
              <a:gd name="connsiteY12-1020" fmla="*/ 1732799 h 1736469"/>
              <a:gd name="connsiteX13-1021" fmla="*/ 187106 w 1731346"/>
              <a:gd name="connsiteY13-1022" fmla="*/ 1729782 h 1736469"/>
              <a:gd name="connsiteX14-1023" fmla="*/ 350068 w 1731346"/>
              <a:gd name="connsiteY14-1024" fmla="*/ 1684514 h 1736469"/>
              <a:gd name="connsiteX15-1025" fmla="*/ 485870 w 1731346"/>
              <a:gd name="connsiteY15-1026" fmla="*/ 1603033 h 1736469"/>
              <a:gd name="connsiteX16-1027" fmla="*/ 639779 w 1731346"/>
              <a:gd name="connsiteY16-1028" fmla="*/ 1470249 h 1736469"/>
              <a:gd name="connsiteX17-1029" fmla="*/ 796705 w 1731346"/>
              <a:gd name="connsiteY17-1030" fmla="*/ 1280126 h 1736469"/>
              <a:gd name="connsiteX18-1031" fmla="*/ 1213165 w 1731346"/>
              <a:gd name="connsiteY18-1032" fmla="*/ 688633 h 1736469"/>
              <a:gd name="connsiteX19-1033" fmla="*/ 1499858 w 1731346"/>
              <a:gd name="connsiteY19-1034" fmla="*/ 308387 h 1736469"/>
              <a:gd name="connsiteX20-1035" fmla="*/ 1723177 w 1731346"/>
              <a:gd name="connsiteY20-1036" fmla="*/ 63944 h 1736469"/>
              <a:gd name="connsiteX21-1037" fmla="*/ 1686963 w 1731346"/>
              <a:gd name="connsiteY21-1038" fmla="*/ 3587 h 1736469"/>
              <a:gd name="connsiteX0-1039" fmla="*/ 1686963 w 1731346"/>
              <a:gd name="connsiteY0-1040" fmla="*/ 3587 h 1736469"/>
              <a:gd name="connsiteX1-1041" fmla="*/ 1581339 w 1731346"/>
              <a:gd name="connsiteY1-1042" fmla="*/ 127318 h 1736469"/>
              <a:gd name="connsiteX2-1043" fmla="*/ 1527018 w 1731346"/>
              <a:gd name="connsiteY2-1044" fmla="*/ 166550 h 1736469"/>
              <a:gd name="connsiteX3-1045" fmla="*/ 1285593 w 1731346"/>
              <a:gd name="connsiteY3-1046" fmla="*/ 404958 h 1736469"/>
              <a:gd name="connsiteX4-1047" fmla="*/ 857062 w 1731346"/>
              <a:gd name="connsiteY4-1048" fmla="*/ 957219 h 1736469"/>
              <a:gd name="connsiteX5-1049" fmla="*/ 609601 w 1731346"/>
              <a:gd name="connsiteY5-1050" fmla="*/ 1295215 h 1736469"/>
              <a:gd name="connsiteX6-1051" fmla="*/ 434567 w 1731346"/>
              <a:gd name="connsiteY6-1052" fmla="*/ 1482319 h 1736469"/>
              <a:gd name="connsiteX7-1053" fmla="*/ 304801 w 1731346"/>
              <a:gd name="connsiteY7-1054" fmla="*/ 1593980 h 1736469"/>
              <a:gd name="connsiteX8-1055" fmla="*/ 135802 w 1731346"/>
              <a:gd name="connsiteY8-1056" fmla="*/ 1666407 h 1736469"/>
              <a:gd name="connsiteX9-1057" fmla="*/ 42250 w 1731346"/>
              <a:gd name="connsiteY9-1058" fmla="*/ 1660372 h 1736469"/>
              <a:gd name="connsiteX10-1059" fmla="*/ 3018 w 1731346"/>
              <a:gd name="connsiteY10-1060" fmla="*/ 1633211 h 1736469"/>
              <a:gd name="connsiteX11-1061" fmla="*/ 0 w 1731346"/>
              <a:gd name="connsiteY11-1062" fmla="*/ 1696585 h 1736469"/>
              <a:gd name="connsiteX12-1063" fmla="*/ 87517 w 1731346"/>
              <a:gd name="connsiteY12-1064" fmla="*/ 1732799 h 1736469"/>
              <a:gd name="connsiteX13-1065" fmla="*/ 187106 w 1731346"/>
              <a:gd name="connsiteY13-1066" fmla="*/ 1729782 h 1736469"/>
              <a:gd name="connsiteX14-1067" fmla="*/ 350068 w 1731346"/>
              <a:gd name="connsiteY14-1068" fmla="*/ 1684514 h 1736469"/>
              <a:gd name="connsiteX15-1069" fmla="*/ 485870 w 1731346"/>
              <a:gd name="connsiteY15-1070" fmla="*/ 1603033 h 1736469"/>
              <a:gd name="connsiteX16-1071" fmla="*/ 639779 w 1731346"/>
              <a:gd name="connsiteY16-1072" fmla="*/ 1470249 h 1736469"/>
              <a:gd name="connsiteX17-1073" fmla="*/ 796705 w 1731346"/>
              <a:gd name="connsiteY17-1074" fmla="*/ 1280126 h 1736469"/>
              <a:gd name="connsiteX18-1075" fmla="*/ 1213165 w 1731346"/>
              <a:gd name="connsiteY18-1076" fmla="*/ 688633 h 1736469"/>
              <a:gd name="connsiteX19-1077" fmla="*/ 1499858 w 1731346"/>
              <a:gd name="connsiteY19-1078" fmla="*/ 308387 h 1736469"/>
              <a:gd name="connsiteX20-1079" fmla="*/ 1723177 w 1731346"/>
              <a:gd name="connsiteY20-1080" fmla="*/ 63944 h 1736469"/>
              <a:gd name="connsiteX21-1081" fmla="*/ 1686963 w 1731346"/>
              <a:gd name="connsiteY21-1082" fmla="*/ 3587 h 1736469"/>
              <a:gd name="connsiteX0-1083" fmla="*/ 1686963 w 1731346"/>
              <a:gd name="connsiteY0-1084" fmla="*/ 3587 h 1736469"/>
              <a:gd name="connsiteX1-1085" fmla="*/ 1581339 w 1731346"/>
              <a:gd name="connsiteY1-1086" fmla="*/ 127318 h 1736469"/>
              <a:gd name="connsiteX2-1087" fmla="*/ 1527018 w 1731346"/>
              <a:gd name="connsiteY2-1088" fmla="*/ 166550 h 1736469"/>
              <a:gd name="connsiteX3-1089" fmla="*/ 1285593 w 1731346"/>
              <a:gd name="connsiteY3-1090" fmla="*/ 404958 h 1736469"/>
              <a:gd name="connsiteX4-1091" fmla="*/ 857062 w 1731346"/>
              <a:gd name="connsiteY4-1092" fmla="*/ 957219 h 1736469"/>
              <a:gd name="connsiteX5-1093" fmla="*/ 609601 w 1731346"/>
              <a:gd name="connsiteY5-1094" fmla="*/ 1295215 h 1736469"/>
              <a:gd name="connsiteX6-1095" fmla="*/ 434567 w 1731346"/>
              <a:gd name="connsiteY6-1096" fmla="*/ 1482319 h 1736469"/>
              <a:gd name="connsiteX7-1097" fmla="*/ 304801 w 1731346"/>
              <a:gd name="connsiteY7-1098" fmla="*/ 1593980 h 1736469"/>
              <a:gd name="connsiteX8-1099" fmla="*/ 135802 w 1731346"/>
              <a:gd name="connsiteY8-1100" fmla="*/ 1666407 h 1736469"/>
              <a:gd name="connsiteX9-1101" fmla="*/ 42250 w 1731346"/>
              <a:gd name="connsiteY9-1102" fmla="*/ 1660372 h 1736469"/>
              <a:gd name="connsiteX10-1103" fmla="*/ 3018 w 1731346"/>
              <a:gd name="connsiteY10-1104" fmla="*/ 1633211 h 1736469"/>
              <a:gd name="connsiteX11-1105" fmla="*/ 0 w 1731346"/>
              <a:gd name="connsiteY11-1106" fmla="*/ 1696585 h 1736469"/>
              <a:gd name="connsiteX12-1107" fmla="*/ 87517 w 1731346"/>
              <a:gd name="connsiteY12-1108" fmla="*/ 1732799 h 1736469"/>
              <a:gd name="connsiteX13-1109" fmla="*/ 187106 w 1731346"/>
              <a:gd name="connsiteY13-1110" fmla="*/ 1729782 h 1736469"/>
              <a:gd name="connsiteX14-1111" fmla="*/ 350068 w 1731346"/>
              <a:gd name="connsiteY14-1112" fmla="*/ 1684514 h 1736469"/>
              <a:gd name="connsiteX15-1113" fmla="*/ 485870 w 1731346"/>
              <a:gd name="connsiteY15-1114" fmla="*/ 1603033 h 1736469"/>
              <a:gd name="connsiteX16-1115" fmla="*/ 639779 w 1731346"/>
              <a:gd name="connsiteY16-1116" fmla="*/ 1470249 h 1736469"/>
              <a:gd name="connsiteX17-1117" fmla="*/ 796705 w 1731346"/>
              <a:gd name="connsiteY17-1118" fmla="*/ 1280126 h 1736469"/>
              <a:gd name="connsiteX18-1119" fmla="*/ 1213165 w 1731346"/>
              <a:gd name="connsiteY18-1120" fmla="*/ 688633 h 1736469"/>
              <a:gd name="connsiteX19-1121" fmla="*/ 1499858 w 1731346"/>
              <a:gd name="connsiteY19-1122" fmla="*/ 308387 h 1736469"/>
              <a:gd name="connsiteX20-1123" fmla="*/ 1723177 w 1731346"/>
              <a:gd name="connsiteY20-1124" fmla="*/ 63944 h 1736469"/>
              <a:gd name="connsiteX21-1125" fmla="*/ 1686963 w 1731346"/>
              <a:gd name="connsiteY21-1126" fmla="*/ 3587 h 1736469"/>
              <a:gd name="connsiteX0-1127" fmla="*/ 1686963 w 1731346"/>
              <a:gd name="connsiteY0-1128" fmla="*/ 3587 h 1736469"/>
              <a:gd name="connsiteX1-1129" fmla="*/ 1581339 w 1731346"/>
              <a:gd name="connsiteY1-1130" fmla="*/ 127318 h 1736469"/>
              <a:gd name="connsiteX2-1131" fmla="*/ 1527018 w 1731346"/>
              <a:gd name="connsiteY2-1132" fmla="*/ 166550 h 1736469"/>
              <a:gd name="connsiteX3-1133" fmla="*/ 1285593 w 1731346"/>
              <a:gd name="connsiteY3-1134" fmla="*/ 404958 h 1736469"/>
              <a:gd name="connsiteX4-1135" fmla="*/ 857062 w 1731346"/>
              <a:gd name="connsiteY4-1136" fmla="*/ 957219 h 1736469"/>
              <a:gd name="connsiteX5-1137" fmla="*/ 609601 w 1731346"/>
              <a:gd name="connsiteY5-1138" fmla="*/ 1295215 h 1736469"/>
              <a:gd name="connsiteX6-1139" fmla="*/ 434567 w 1731346"/>
              <a:gd name="connsiteY6-1140" fmla="*/ 1482319 h 1736469"/>
              <a:gd name="connsiteX7-1141" fmla="*/ 304801 w 1731346"/>
              <a:gd name="connsiteY7-1142" fmla="*/ 1593980 h 1736469"/>
              <a:gd name="connsiteX8-1143" fmla="*/ 135802 w 1731346"/>
              <a:gd name="connsiteY8-1144" fmla="*/ 1666407 h 1736469"/>
              <a:gd name="connsiteX9-1145" fmla="*/ 42250 w 1731346"/>
              <a:gd name="connsiteY9-1146" fmla="*/ 1660372 h 1736469"/>
              <a:gd name="connsiteX10-1147" fmla="*/ 3018 w 1731346"/>
              <a:gd name="connsiteY10-1148" fmla="*/ 1633211 h 1736469"/>
              <a:gd name="connsiteX11-1149" fmla="*/ 0 w 1731346"/>
              <a:gd name="connsiteY11-1150" fmla="*/ 1696585 h 1736469"/>
              <a:gd name="connsiteX12-1151" fmla="*/ 87517 w 1731346"/>
              <a:gd name="connsiteY12-1152" fmla="*/ 1732799 h 1736469"/>
              <a:gd name="connsiteX13-1153" fmla="*/ 187106 w 1731346"/>
              <a:gd name="connsiteY13-1154" fmla="*/ 1729782 h 1736469"/>
              <a:gd name="connsiteX14-1155" fmla="*/ 350068 w 1731346"/>
              <a:gd name="connsiteY14-1156" fmla="*/ 1684514 h 1736469"/>
              <a:gd name="connsiteX15-1157" fmla="*/ 485870 w 1731346"/>
              <a:gd name="connsiteY15-1158" fmla="*/ 1603033 h 1736469"/>
              <a:gd name="connsiteX16-1159" fmla="*/ 639779 w 1731346"/>
              <a:gd name="connsiteY16-1160" fmla="*/ 1470249 h 1736469"/>
              <a:gd name="connsiteX17-1161" fmla="*/ 796705 w 1731346"/>
              <a:gd name="connsiteY17-1162" fmla="*/ 1280126 h 1736469"/>
              <a:gd name="connsiteX18-1163" fmla="*/ 1213165 w 1731346"/>
              <a:gd name="connsiteY18-1164" fmla="*/ 688633 h 1736469"/>
              <a:gd name="connsiteX19-1165" fmla="*/ 1499858 w 1731346"/>
              <a:gd name="connsiteY19-1166" fmla="*/ 308387 h 1736469"/>
              <a:gd name="connsiteX20-1167" fmla="*/ 1723177 w 1731346"/>
              <a:gd name="connsiteY20-1168" fmla="*/ 63944 h 1736469"/>
              <a:gd name="connsiteX21-1169" fmla="*/ 1686963 w 1731346"/>
              <a:gd name="connsiteY21-1170" fmla="*/ 3587 h 1736469"/>
              <a:gd name="connsiteX0-1171" fmla="*/ 1686963 w 1731346"/>
              <a:gd name="connsiteY0-1172" fmla="*/ 3587 h 1736469"/>
              <a:gd name="connsiteX1-1173" fmla="*/ 1581339 w 1731346"/>
              <a:gd name="connsiteY1-1174" fmla="*/ 127318 h 1736469"/>
              <a:gd name="connsiteX2-1175" fmla="*/ 1527018 w 1731346"/>
              <a:gd name="connsiteY2-1176" fmla="*/ 166550 h 1736469"/>
              <a:gd name="connsiteX3-1177" fmla="*/ 1285593 w 1731346"/>
              <a:gd name="connsiteY3-1178" fmla="*/ 404958 h 1736469"/>
              <a:gd name="connsiteX4-1179" fmla="*/ 857062 w 1731346"/>
              <a:gd name="connsiteY4-1180" fmla="*/ 957219 h 1736469"/>
              <a:gd name="connsiteX5-1181" fmla="*/ 609601 w 1731346"/>
              <a:gd name="connsiteY5-1182" fmla="*/ 1295215 h 1736469"/>
              <a:gd name="connsiteX6-1183" fmla="*/ 443621 w 1731346"/>
              <a:gd name="connsiteY6-1184" fmla="*/ 1503444 h 1736469"/>
              <a:gd name="connsiteX7-1185" fmla="*/ 304801 w 1731346"/>
              <a:gd name="connsiteY7-1186" fmla="*/ 1593980 h 1736469"/>
              <a:gd name="connsiteX8-1187" fmla="*/ 135802 w 1731346"/>
              <a:gd name="connsiteY8-1188" fmla="*/ 1666407 h 1736469"/>
              <a:gd name="connsiteX9-1189" fmla="*/ 42250 w 1731346"/>
              <a:gd name="connsiteY9-1190" fmla="*/ 1660372 h 1736469"/>
              <a:gd name="connsiteX10-1191" fmla="*/ 3018 w 1731346"/>
              <a:gd name="connsiteY10-1192" fmla="*/ 1633211 h 1736469"/>
              <a:gd name="connsiteX11-1193" fmla="*/ 0 w 1731346"/>
              <a:gd name="connsiteY11-1194" fmla="*/ 1696585 h 1736469"/>
              <a:gd name="connsiteX12-1195" fmla="*/ 87517 w 1731346"/>
              <a:gd name="connsiteY12-1196" fmla="*/ 1732799 h 1736469"/>
              <a:gd name="connsiteX13-1197" fmla="*/ 187106 w 1731346"/>
              <a:gd name="connsiteY13-1198" fmla="*/ 1729782 h 1736469"/>
              <a:gd name="connsiteX14-1199" fmla="*/ 350068 w 1731346"/>
              <a:gd name="connsiteY14-1200" fmla="*/ 1684514 h 1736469"/>
              <a:gd name="connsiteX15-1201" fmla="*/ 485870 w 1731346"/>
              <a:gd name="connsiteY15-1202" fmla="*/ 1603033 h 1736469"/>
              <a:gd name="connsiteX16-1203" fmla="*/ 639779 w 1731346"/>
              <a:gd name="connsiteY16-1204" fmla="*/ 1470249 h 1736469"/>
              <a:gd name="connsiteX17-1205" fmla="*/ 796705 w 1731346"/>
              <a:gd name="connsiteY17-1206" fmla="*/ 1280126 h 1736469"/>
              <a:gd name="connsiteX18-1207" fmla="*/ 1213165 w 1731346"/>
              <a:gd name="connsiteY18-1208" fmla="*/ 688633 h 1736469"/>
              <a:gd name="connsiteX19-1209" fmla="*/ 1499858 w 1731346"/>
              <a:gd name="connsiteY19-1210" fmla="*/ 308387 h 1736469"/>
              <a:gd name="connsiteX20-1211" fmla="*/ 1723177 w 1731346"/>
              <a:gd name="connsiteY20-1212" fmla="*/ 63944 h 1736469"/>
              <a:gd name="connsiteX21-1213" fmla="*/ 1686963 w 1731346"/>
              <a:gd name="connsiteY21-1214" fmla="*/ 3587 h 1736469"/>
              <a:gd name="connsiteX0-1215" fmla="*/ 1686963 w 1731346"/>
              <a:gd name="connsiteY0-1216" fmla="*/ 3587 h 1736469"/>
              <a:gd name="connsiteX1-1217" fmla="*/ 1581339 w 1731346"/>
              <a:gd name="connsiteY1-1218" fmla="*/ 127318 h 1736469"/>
              <a:gd name="connsiteX2-1219" fmla="*/ 1527018 w 1731346"/>
              <a:gd name="connsiteY2-1220" fmla="*/ 166550 h 1736469"/>
              <a:gd name="connsiteX3-1221" fmla="*/ 1285593 w 1731346"/>
              <a:gd name="connsiteY3-1222" fmla="*/ 404958 h 1736469"/>
              <a:gd name="connsiteX4-1223" fmla="*/ 857062 w 1731346"/>
              <a:gd name="connsiteY4-1224" fmla="*/ 957219 h 1736469"/>
              <a:gd name="connsiteX5-1225" fmla="*/ 609601 w 1731346"/>
              <a:gd name="connsiteY5-1226" fmla="*/ 1295215 h 1736469"/>
              <a:gd name="connsiteX6-1227" fmla="*/ 431549 w 1731346"/>
              <a:gd name="connsiteY6-1228" fmla="*/ 1485337 h 1736469"/>
              <a:gd name="connsiteX7-1229" fmla="*/ 304801 w 1731346"/>
              <a:gd name="connsiteY7-1230" fmla="*/ 1593980 h 1736469"/>
              <a:gd name="connsiteX8-1231" fmla="*/ 135802 w 1731346"/>
              <a:gd name="connsiteY8-1232" fmla="*/ 1666407 h 1736469"/>
              <a:gd name="connsiteX9-1233" fmla="*/ 42250 w 1731346"/>
              <a:gd name="connsiteY9-1234" fmla="*/ 1660372 h 1736469"/>
              <a:gd name="connsiteX10-1235" fmla="*/ 3018 w 1731346"/>
              <a:gd name="connsiteY10-1236" fmla="*/ 1633211 h 1736469"/>
              <a:gd name="connsiteX11-1237" fmla="*/ 0 w 1731346"/>
              <a:gd name="connsiteY11-1238" fmla="*/ 1696585 h 1736469"/>
              <a:gd name="connsiteX12-1239" fmla="*/ 87517 w 1731346"/>
              <a:gd name="connsiteY12-1240" fmla="*/ 1732799 h 1736469"/>
              <a:gd name="connsiteX13-1241" fmla="*/ 187106 w 1731346"/>
              <a:gd name="connsiteY13-1242" fmla="*/ 1729782 h 1736469"/>
              <a:gd name="connsiteX14-1243" fmla="*/ 350068 w 1731346"/>
              <a:gd name="connsiteY14-1244" fmla="*/ 1684514 h 1736469"/>
              <a:gd name="connsiteX15-1245" fmla="*/ 485870 w 1731346"/>
              <a:gd name="connsiteY15-1246" fmla="*/ 1603033 h 1736469"/>
              <a:gd name="connsiteX16-1247" fmla="*/ 639779 w 1731346"/>
              <a:gd name="connsiteY16-1248" fmla="*/ 1470249 h 1736469"/>
              <a:gd name="connsiteX17-1249" fmla="*/ 796705 w 1731346"/>
              <a:gd name="connsiteY17-1250" fmla="*/ 1280126 h 1736469"/>
              <a:gd name="connsiteX18-1251" fmla="*/ 1213165 w 1731346"/>
              <a:gd name="connsiteY18-1252" fmla="*/ 688633 h 1736469"/>
              <a:gd name="connsiteX19-1253" fmla="*/ 1499858 w 1731346"/>
              <a:gd name="connsiteY19-1254" fmla="*/ 308387 h 1736469"/>
              <a:gd name="connsiteX20-1255" fmla="*/ 1723177 w 1731346"/>
              <a:gd name="connsiteY20-1256" fmla="*/ 63944 h 1736469"/>
              <a:gd name="connsiteX21-1257" fmla="*/ 1686963 w 1731346"/>
              <a:gd name="connsiteY21-1258" fmla="*/ 3587 h 1736469"/>
              <a:gd name="connsiteX0-1259" fmla="*/ 1686963 w 1731346"/>
              <a:gd name="connsiteY0-1260" fmla="*/ 3587 h 1736469"/>
              <a:gd name="connsiteX1-1261" fmla="*/ 1581339 w 1731346"/>
              <a:gd name="connsiteY1-1262" fmla="*/ 127318 h 1736469"/>
              <a:gd name="connsiteX2-1263" fmla="*/ 1527018 w 1731346"/>
              <a:gd name="connsiteY2-1264" fmla="*/ 166550 h 1736469"/>
              <a:gd name="connsiteX3-1265" fmla="*/ 1285593 w 1731346"/>
              <a:gd name="connsiteY3-1266" fmla="*/ 404958 h 1736469"/>
              <a:gd name="connsiteX4-1267" fmla="*/ 857062 w 1731346"/>
              <a:gd name="connsiteY4-1268" fmla="*/ 957219 h 1736469"/>
              <a:gd name="connsiteX5-1269" fmla="*/ 609601 w 1731346"/>
              <a:gd name="connsiteY5-1270" fmla="*/ 1295215 h 1736469"/>
              <a:gd name="connsiteX6-1271" fmla="*/ 428532 w 1731346"/>
              <a:gd name="connsiteY6-1272" fmla="*/ 1500426 h 1736469"/>
              <a:gd name="connsiteX7-1273" fmla="*/ 304801 w 1731346"/>
              <a:gd name="connsiteY7-1274" fmla="*/ 1593980 h 1736469"/>
              <a:gd name="connsiteX8-1275" fmla="*/ 135802 w 1731346"/>
              <a:gd name="connsiteY8-1276" fmla="*/ 1666407 h 1736469"/>
              <a:gd name="connsiteX9-1277" fmla="*/ 42250 w 1731346"/>
              <a:gd name="connsiteY9-1278" fmla="*/ 1660372 h 1736469"/>
              <a:gd name="connsiteX10-1279" fmla="*/ 3018 w 1731346"/>
              <a:gd name="connsiteY10-1280" fmla="*/ 1633211 h 1736469"/>
              <a:gd name="connsiteX11-1281" fmla="*/ 0 w 1731346"/>
              <a:gd name="connsiteY11-1282" fmla="*/ 1696585 h 1736469"/>
              <a:gd name="connsiteX12-1283" fmla="*/ 87517 w 1731346"/>
              <a:gd name="connsiteY12-1284" fmla="*/ 1732799 h 1736469"/>
              <a:gd name="connsiteX13-1285" fmla="*/ 187106 w 1731346"/>
              <a:gd name="connsiteY13-1286" fmla="*/ 1729782 h 1736469"/>
              <a:gd name="connsiteX14-1287" fmla="*/ 350068 w 1731346"/>
              <a:gd name="connsiteY14-1288" fmla="*/ 1684514 h 1736469"/>
              <a:gd name="connsiteX15-1289" fmla="*/ 485870 w 1731346"/>
              <a:gd name="connsiteY15-1290" fmla="*/ 1603033 h 1736469"/>
              <a:gd name="connsiteX16-1291" fmla="*/ 639779 w 1731346"/>
              <a:gd name="connsiteY16-1292" fmla="*/ 1470249 h 1736469"/>
              <a:gd name="connsiteX17-1293" fmla="*/ 796705 w 1731346"/>
              <a:gd name="connsiteY17-1294" fmla="*/ 1280126 h 1736469"/>
              <a:gd name="connsiteX18-1295" fmla="*/ 1213165 w 1731346"/>
              <a:gd name="connsiteY18-1296" fmla="*/ 688633 h 1736469"/>
              <a:gd name="connsiteX19-1297" fmla="*/ 1499858 w 1731346"/>
              <a:gd name="connsiteY19-1298" fmla="*/ 308387 h 1736469"/>
              <a:gd name="connsiteX20-1299" fmla="*/ 1723177 w 1731346"/>
              <a:gd name="connsiteY20-1300" fmla="*/ 63944 h 1736469"/>
              <a:gd name="connsiteX21-1301" fmla="*/ 1686963 w 1731346"/>
              <a:gd name="connsiteY21-1302" fmla="*/ 3587 h 1736469"/>
              <a:gd name="connsiteX0-1303" fmla="*/ 1686963 w 1731346"/>
              <a:gd name="connsiteY0-1304" fmla="*/ 3587 h 1736469"/>
              <a:gd name="connsiteX1-1305" fmla="*/ 1581339 w 1731346"/>
              <a:gd name="connsiteY1-1306" fmla="*/ 127318 h 1736469"/>
              <a:gd name="connsiteX2-1307" fmla="*/ 1527018 w 1731346"/>
              <a:gd name="connsiteY2-1308" fmla="*/ 166550 h 1736469"/>
              <a:gd name="connsiteX3-1309" fmla="*/ 1285593 w 1731346"/>
              <a:gd name="connsiteY3-1310" fmla="*/ 404958 h 1736469"/>
              <a:gd name="connsiteX4-1311" fmla="*/ 857062 w 1731346"/>
              <a:gd name="connsiteY4-1312" fmla="*/ 957219 h 1736469"/>
              <a:gd name="connsiteX5-1313" fmla="*/ 609601 w 1731346"/>
              <a:gd name="connsiteY5-1314" fmla="*/ 1295215 h 1736469"/>
              <a:gd name="connsiteX6-1315" fmla="*/ 422496 w 1731346"/>
              <a:gd name="connsiteY6-1316" fmla="*/ 1491373 h 1736469"/>
              <a:gd name="connsiteX7-1317" fmla="*/ 304801 w 1731346"/>
              <a:gd name="connsiteY7-1318" fmla="*/ 1593980 h 1736469"/>
              <a:gd name="connsiteX8-1319" fmla="*/ 135802 w 1731346"/>
              <a:gd name="connsiteY8-1320" fmla="*/ 1666407 h 1736469"/>
              <a:gd name="connsiteX9-1321" fmla="*/ 42250 w 1731346"/>
              <a:gd name="connsiteY9-1322" fmla="*/ 1660372 h 1736469"/>
              <a:gd name="connsiteX10-1323" fmla="*/ 3018 w 1731346"/>
              <a:gd name="connsiteY10-1324" fmla="*/ 1633211 h 1736469"/>
              <a:gd name="connsiteX11-1325" fmla="*/ 0 w 1731346"/>
              <a:gd name="connsiteY11-1326" fmla="*/ 1696585 h 1736469"/>
              <a:gd name="connsiteX12-1327" fmla="*/ 87517 w 1731346"/>
              <a:gd name="connsiteY12-1328" fmla="*/ 1732799 h 1736469"/>
              <a:gd name="connsiteX13-1329" fmla="*/ 187106 w 1731346"/>
              <a:gd name="connsiteY13-1330" fmla="*/ 1729782 h 1736469"/>
              <a:gd name="connsiteX14-1331" fmla="*/ 350068 w 1731346"/>
              <a:gd name="connsiteY14-1332" fmla="*/ 1684514 h 1736469"/>
              <a:gd name="connsiteX15-1333" fmla="*/ 485870 w 1731346"/>
              <a:gd name="connsiteY15-1334" fmla="*/ 1603033 h 1736469"/>
              <a:gd name="connsiteX16-1335" fmla="*/ 639779 w 1731346"/>
              <a:gd name="connsiteY16-1336" fmla="*/ 1470249 h 1736469"/>
              <a:gd name="connsiteX17-1337" fmla="*/ 796705 w 1731346"/>
              <a:gd name="connsiteY17-1338" fmla="*/ 1280126 h 1736469"/>
              <a:gd name="connsiteX18-1339" fmla="*/ 1213165 w 1731346"/>
              <a:gd name="connsiteY18-1340" fmla="*/ 688633 h 1736469"/>
              <a:gd name="connsiteX19-1341" fmla="*/ 1499858 w 1731346"/>
              <a:gd name="connsiteY19-1342" fmla="*/ 308387 h 1736469"/>
              <a:gd name="connsiteX20-1343" fmla="*/ 1723177 w 1731346"/>
              <a:gd name="connsiteY20-1344" fmla="*/ 63944 h 1736469"/>
              <a:gd name="connsiteX21-1345" fmla="*/ 1686963 w 1731346"/>
              <a:gd name="connsiteY21-1346" fmla="*/ 3587 h 1736469"/>
              <a:gd name="connsiteX0-1347" fmla="*/ 1686963 w 1731346"/>
              <a:gd name="connsiteY0-1348" fmla="*/ 3587 h 1736469"/>
              <a:gd name="connsiteX1-1349" fmla="*/ 1581339 w 1731346"/>
              <a:gd name="connsiteY1-1350" fmla="*/ 127318 h 1736469"/>
              <a:gd name="connsiteX2-1351" fmla="*/ 1527018 w 1731346"/>
              <a:gd name="connsiteY2-1352" fmla="*/ 166550 h 1736469"/>
              <a:gd name="connsiteX3-1353" fmla="*/ 1285593 w 1731346"/>
              <a:gd name="connsiteY3-1354" fmla="*/ 404958 h 1736469"/>
              <a:gd name="connsiteX4-1355" fmla="*/ 857062 w 1731346"/>
              <a:gd name="connsiteY4-1356" fmla="*/ 957219 h 1736469"/>
              <a:gd name="connsiteX5-1357" fmla="*/ 609601 w 1731346"/>
              <a:gd name="connsiteY5-1358" fmla="*/ 1295215 h 1736469"/>
              <a:gd name="connsiteX6-1359" fmla="*/ 437585 w 1731346"/>
              <a:gd name="connsiteY6-1360" fmla="*/ 1491373 h 1736469"/>
              <a:gd name="connsiteX7-1361" fmla="*/ 304801 w 1731346"/>
              <a:gd name="connsiteY7-1362" fmla="*/ 1593980 h 1736469"/>
              <a:gd name="connsiteX8-1363" fmla="*/ 135802 w 1731346"/>
              <a:gd name="connsiteY8-1364" fmla="*/ 1666407 h 1736469"/>
              <a:gd name="connsiteX9-1365" fmla="*/ 42250 w 1731346"/>
              <a:gd name="connsiteY9-1366" fmla="*/ 1660372 h 1736469"/>
              <a:gd name="connsiteX10-1367" fmla="*/ 3018 w 1731346"/>
              <a:gd name="connsiteY10-1368" fmla="*/ 1633211 h 1736469"/>
              <a:gd name="connsiteX11-1369" fmla="*/ 0 w 1731346"/>
              <a:gd name="connsiteY11-1370" fmla="*/ 1696585 h 1736469"/>
              <a:gd name="connsiteX12-1371" fmla="*/ 87517 w 1731346"/>
              <a:gd name="connsiteY12-1372" fmla="*/ 1732799 h 1736469"/>
              <a:gd name="connsiteX13-1373" fmla="*/ 187106 w 1731346"/>
              <a:gd name="connsiteY13-1374" fmla="*/ 1729782 h 1736469"/>
              <a:gd name="connsiteX14-1375" fmla="*/ 350068 w 1731346"/>
              <a:gd name="connsiteY14-1376" fmla="*/ 1684514 h 1736469"/>
              <a:gd name="connsiteX15-1377" fmla="*/ 485870 w 1731346"/>
              <a:gd name="connsiteY15-1378" fmla="*/ 1603033 h 1736469"/>
              <a:gd name="connsiteX16-1379" fmla="*/ 639779 w 1731346"/>
              <a:gd name="connsiteY16-1380" fmla="*/ 1470249 h 1736469"/>
              <a:gd name="connsiteX17-1381" fmla="*/ 796705 w 1731346"/>
              <a:gd name="connsiteY17-1382" fmla="*/ 1280126 h 1736469"/>
              <a:gd name="connsiteX18-1383" fmla="*/ 1213165 w 1731346"/>
              <a:gd name="connsiteY18-1384" fmla="*/ 688633 h 1736469"/>
              <a:gd name="connsiteX19-1385" fmla="*/ 1499858 w 1731346"/>
              <a:gd name="connsiteY19-1386" fmla="*/ 308387 h 1736469"/>
              <a:gd name="connsiteX20-1387" fmla="*/ 1723177 w 1731346"/>
              <a:gd name="connsiteY20-1388" fmla="*/ 63944 h 1736469"/>
              <a:gd name="connsiteX21-1389" fmla="*/ 1686963 w 1731346"/>
              <a:gd name="connsiteY21-1390" fmla="*/ 3587 h 1736469"/>
              <a:gd name="connsiteX0-1391" fmla="*/ 1686963 w 1731346"/>
              <a:gd name="connsiteY0-1392" fmla="*/ 3587 h 1736469"/>
              <a:gd name="connsiteX1-1393" fmla="*/ 1581339 w 1731346"/>
              <a:gd name="connsiteY1-1394" fmla="*/ 127318 h 1736469"/>
              <a:gd name="connsiteX2-1395" fmla="*/ 1527018 w 1731346"/>
              <a:gd name="connsiteY2-1396" fmla="*/ 166550 h 1736469"/>
              <a:gd name="connsiteX3-1397" fmla="*/ 1285593 w 1731346"/>
              <a:gd name="connsiteY3-1398" fmla="*/ 404958 h 1736469"/>
              <a:gd name="connsiteX4-1399" fmla="*/ 857062 w 1731346"/>
              <a:gd name="connsiteY4-1400" fmla="*/ 957219 h 1736469"/>
              <a:gd name="connsiteX5-1401" fmla="*/ 609601 w 1731346"/>
              <a:gd name="connsiteY5-1402" fmla="*/ 1295215 h 1736469"/>
              <a:gd name="connsiteX6-1403" fmla="*/ 434567 w 1731346"/>
              <a:gd name="connsiteY6-1404" fmla="*/ 1494390 h 1736469"/>
              <a:gd name="connsiteX7-1405" fmla="*/ 304801 w 1731346"/>
              <a:gd name="connsiteY7-1406" fmla="*/ 1593980 h 1736469"/>
              <a:gd name="connsiteX8-1407" fmla="*/ 135802 w 1731346"/>
              <a:gd name="connsiteY8-1408" fmla="*/ 1666407 h 1736469"/>
              <a:gd name="connsiteX9-1409" fmla="*/ 42250 w 1731346"/>
              <a:gd name="connsiteY9-1410" fmla="*/ 1660372 h 1736469"/>
              <a:gd name="connsiteX10-1411" fmla="*/ 3018 w 1731346"/>
              <a:gd name="connsiteY10-1412" fmla="*/ 1633211 h 1736469"/>
              <a:gd name="connsiteX11-1413" fmla="*/ 0 w 1731346"/>
              <a:gd name="connsiteY11-1414" fmla="*/ 1696585 h 1736469"/>
              <a:gd name="connsiteX12-1415" fmla="*/ 87517 w 1731346"/>
              <a:gd name="connsiteY12-1416" fmla="*/ 1732799 h 1736469"/>
              <a:gd name="connsiteX13-1417" fmla="*/ 187106 w 1731346"/>
              <a:gd name="connsiteY13-1418" fmla="*/ 1729782 h 1736469"/>
              <a:gd name="connsiteX14-1419" fmla="*/ 350068 w 1731346"/>
              <a:gd name="connsiteY14-1420" fmla="*/ 1684514 h 1736469"/>
              <a:gd name="connsiteX15-1421" fmla="*/ 485870 w 1731346"/>
              <a:gd name="connsiteY15-1422" fmla="*/ 1603033 h 1736469"/>
              <a:gd name="connsiteX16-1423" fmla="*/ 639779 w 1731346"/>
              <a:gd name="connsiteY16-1424" fmla="*/ 1470249 h 1736469"/>
              <a:gd name="connsiteX17-1425" fmla="*/ 796705 w 1731346"/>
              <a:gd name="connsiteY17-1426" fmla="*/ 1280126 h 1736469"/>
              <a:gd name="connsiteX18-1427" fmla="*/ 1213165 w 1731346"/>
              <a:gd name="connsiteY18-1428" fmla="*/ 688633 h 1736469"/>
              <a:gd name="connsiteX19-1429" fmla="*/ 1499858 w 1731346"/>
              <a:gd name="connsiteY19-1430" fmla="*/ 308387 h 1736469"/>
              <a:gd name="connsiteX20-1431" fmla="*/ 1723177 w 1731346"/>
              <a:gd name="connsiteY20-1432" fmla="*/ 63944 h 1736469"/>
              <a:gd name="connsiteX21-1433" fmla="*/ 1686963 w 1731346"/>
              <a:gd name="connsiteY21-1434" fmla="*/ 3587 h 1736469"/>
              <a:gd name="connsiteX0-1435" fmla="*/ 1686963 w 1731346"/>
              <a:gd name="connsiteY0-1436" fmla="*/ 3587 h 1736469"/>
              <a:gd name="connsiteX1-1437" fmla="*/ 1581339 w 1731346"/>
              <a:gd name="connsiteY1-1438" fmla="*/ 127318 h 1736469"/>
              <a:gd name="connsiteX2-1439" fmla="*/ 1527018 w 1731346"/>
              <a:gd name="connsiteY2-1440" fmla="*/ 166550 h 1736469"/>
              <a:gd name="connsiteX3-1441" fmla="*/ 1285593 w 1731346"/>
              <a:gd name="connsiteY3-1442" fmla="*/ 404958 h 1736469"/>
              <a:gd name="connsiteX4-1443" fmla="*/ 857062 w 1731346"/>
              <a:gd name="connsiteY4-1444" fmla="*/ 957219 h 1736469"/>
              <a:gd name="connsiteX5-1445" fmla="*/ 609601 w 1731346"/>
              <a:gd name="connsiteY5-1446" fmla="*/ 1295215 h 1736469"/>
              <a:gd name="connsiteX6-1447" fmla="*/ 434567 w 1731346"/>
              <a:gd name="connsiteY6-1448" fmla="*/ 1494390 h 1736469"/>
              <a:gd name="connsiteX7-1449" fmla="*/ 304801 w 1731346"/>
              <a:gd name="connsiteY7-1450" fmla="*/ 1593980 h 1736469"/>
              <a:gd name="connsiteX8-1451" fmla="*/ 135802 w 1731346"/>
              <a:gd name="connsiteY8-1452" fmla="*/ 1666407 h 1736469"/>
              <a:gd name="connsiteX9-1453" fmla="*/ 42250 w 1731346"/>
              <a:gd name="connsiteY9-1454" fmla="*/ 1660372 h 1736469"/>
              <a:gd name="connsiteX10-1455" fmla="*/ 3018 w 1731346"/>
              <a:gd name="connsiteY10-1456" fmla="*/ 1633211 h 1736469"/>
              <a:gd name="connsiteX11-1457" fmla="*/ 0 w 1731346"/>
              <a:gd name="connsiteY11-1458" fmla="*/ 1696585 h 1736469"/>
              <a:gd name="connsiteX12-1459" fmla="*/ 87517 w 1731346"/>
              <a:gd name="connsiteY12-1460" fmla="*/ 1732799 h 1736469"/>
              <a:gd name="connsiteX13-1461" fmla="*/ 187106 w 1731346"/>
              <a:gd name="connsiteY13-1462" fmla="*/ 1729782 h 1736469"/>
              <a:gd name="connsiteX14-1463" fmla="*/ 350068 w 1731346"/>
              <a:gd name="connsiteY14-1464" fmla="*/ 1684514 h 1736469"/>
              <a:gd name="connsiteX15-1465" fmla="*/ 485870 w 1731346"/>
              <a:gd name="connsiteY15-1466" fmla="*/ 1603033 h 1736469"/>
              <a:gd name="connsiteX16-1467" fmla="*/ 639779 w 1731346"/>
              <a:gd name="connsiteY16-1468" fmla="*/ 1470249 h 1736469"/>
              <a:gd name="connsiteX17-1469" fmla="*/ 796705 w 1731346"/>
              <a:gd name="connsiteY17-1470" fmla="*/ 1280126 h 1736469"/>
              <a:gd name="connsiteX18-1471" fmla="*/ 1213165 w 1731346"/>
              <a:gd name="connsiteY18-1472" fmla="*/ 688633 h 1736469"/>
              <a:gd name="connsiteX19-1473" fmla="*/ 1499858 w 1731346"/>
              <a:gd name="connsiteY19-1474" fmla="*/ 308387 h 1736469"/>
              <a:gd name="connsiteX20-1475" fmla="*/ 1723177 w 1731346"/>
              <a:gd name="connsiteY20-1476" fmla="*/ 63944 h 1736469"/>
              <a:gd name="connsiteX21-1477" fmla="*/ 1686963 w 1731346"/>
              <a:gd name="connsiteY21-1478" fmla="*/ 3587 h 1736469"/>
              <a:gd name="connsiteX0-1479" fmla="*/ 1686963 w 1731346"/>
              <a:gd name="connsiteY0-1480" fmla="*/ 3587 h 1736469"/>
              <a:gd name="connsiteX1-1481" fmla="*/ 1581339 w 1731346"/>
              <a:gd name="connsiteY1-1482" fmla="*/ 127318 h 1736469"/>
              <a:gd name="connsiteX2-1483" fmla="*/ 1527018 w 1731346"/>
              <a:gd name="connsiteY2-1484" fmla="*/ 166550 h 1736469"/>
              <a:gd name="connsiteX3-1485" fmla="*/ 1285593 w 1731346"/>
              <a:gd name="connsiteY3-1486" fmla="*/ 404958 h 1736469"/>
              <a:gd name="connsiteX4-1487" fmla="*/ 857062 w 1731346"/>
              <a:gd name="connsiteY4-1488" fmla="*/ 957219 h 1736469"/>
              <a:gd name="connsiteX5-1489" fmla="*/ 609601 w 1731346"/>
              <a:gd name="connsiteY5-1490" fmla="*/ 1295215 h 1736469"/>
              <a:gd name="connsiteX6-1491" fmla="*/ 434567 w 1731346"/>
              <a:gd name="connsiteY6-1492" fmla="*/ 1494390 h 1736469"/>
              <a:gd name="connsiteX7-1493" fmla="*/ 304801 w 1731346"/>
              <a:gd name="connsiteY7-1494" fmla="*/ 1593980 h 1736469"/>
              <a:gd name="connsiteX8-1495" fmla="*/ 135802 w 1731346"/>
              <a:gd name="connsiteY8-1496" fmla="*/ 1666407 h 1736469"/>
              <a:gd name="connsiteX9-1497" fmla="*/ 42250 w 1731346"/>
              <a:gd name="connsiteY9-1498" fmla="*/ 1660372 h 1736469"/>
              <a:gd name="connsiteX10-1499" fmla="*/ 3018 w 1731346"/>
              <a:gd name="connsiteY10-1500" fmla="*/ 1633211 h 1736469"/>
              <a:gd name="connsiteX11-1501" fmla="*/ 0 w 1731346"/>
              <a:gd name="connsiteY11-1502" fmla="*/ 1696585 h 1736469"/>
              <a:gd name="connsiteX12-1503" fmla="*/ 87517 w 1731346"/>
              <a:gd name="connsiteY12-1504" fmla="*/ 1732799 h 1736469"/>
              <a:gd name="connsiteX13-1505" fmla="*/ 187106 w 1731346"/>
              <a:gd name="connsiteY13-1506" fmla="*/ 1729782 h 1736469"/>
              <a:gd name="connsiteX14-1507" fmla="*/ 350068 w 1731346"/>
              <a:gd name="connsiteY14-1508" fmla="*/ 1684514 h 1736469"/>
              <a:gd name="connsiteX15-1509" fmla="*/ 485870 w 1731346"/>
              <a:gd name="connsiteY15-1510" fmla="*/ 1603033 h 1736469"/>
              <a:gd name="connsiteX16-1511" fmla="*/ 639779 w 1731346"/>
              <a:gd name="connsiteY16-1512" fmla="*/ 1470249 h 1736469"/>
              <a:gd name="connsiteX17-1513" fmla="*/ 796705 w 1731346"/>
              <a:gd name="connsiteY17-1514" fmla="*/ 1280126 h 1736469"/>
              <a:gd name="connsiteX18-1515" fmla="*/ 1213165 w 1731346"/>
              <a:gd name="connsiteY18-1516" fmla="*/ 688633 h 1736469"/>
              <a:gd name="connsiteX19-1517" fmla="*/ 1499858 w 1731346"/>
              <a:gd name="connsiteY19-1518" fmla="*/ 308387 h 1736469"/>
              <a:gd name="connsiteX20-1519" fmla="*/ 1723177 w 1731346"/>
              <a:gd name="connsiteY20-1520" fmla="*/ 63944 h 1736469"/>
              <a:gd name="connsiteX21-1521" fmla="*/ 1686963 w 1731346"/>
              <a:gd name="connsiteY21-1522" fmla="*/ 3587 h 1736469"/>
              <a:gd name="connsiteX0-1523" fmla="*/ 1686963 w 1731346"/>
              <a:gd name="connsiteY0-1524" fmla="*/ 3587 h 1736469"/>
              <a:gd name="connsiteX1-1525" fmla="*/ 1581339 w 1731346"/>
              <a:gd name="connsiteY1-1526" fmla="*/ 127318 h 1736469"/>
              <a:gd name="connsiteX2-1527" fmla="*/ 1527018 w 1731346"/>
              <a:gd name="connsiteY2-1528" fmla="*/ 166550 h 1736469"/>
              <a:gd name="connsiteX3-1529" fmla="*/ 1285593 w 1731346"/>
              <a:gd name="connsiteY3-1530" fmla="*/ 404958 h 1736469"/>
              <a:gd name="connsiteX4-1531" fmla="*/ 857062 w 1731346"/>
              <a:gd name="connsiteY4-1532" fmla="*/ 957219 h 1736469"/>
              <a:gd name="connsiteX5-1533" fmla="*/ 609601 w 1731346"/>
              <a:gd name="connsiteY5-1534" fmla="*/ 1295215 h 1736469"/>
              <a:gd name="connsiteX6-1535" fmla="*/ 434567 w 1731346"/>
              <a:gd name="connsiteY6-1536" fmla="*/ 1494390 h 1736469"/>
              <a:gd name="connsiteX7-1537" fmla="*/ 304801 w 1731346"/>
              <a:gd name="connsiteY7-1538" fmla="*/ 1593980 h 1736469"/>
              <a:gd name="connsiteX8-1539" fmla="*/ 135802 w 1731346"/>
              <a:gd name="connsiteY8-1540" fmla="*/ 1666407 h 1736469"/>
              <a:gd name="connsiteX9-1541" fmla="*/ 42250 w 1731346"/>
              <a:gd name="connsiteY9-1542" fmla="*/ 1660372 h 1736469"/>
              <a:gd name="connsiteX10-1543" fmla="*/ 3018 w 1731346"/>
              <a:gd name="connsiteY10-1544" fmla="*/ 1633211 h 1736469"/>
              <a:gd name="connsiteX11-1545" fmla="*/ 0 w 1731346"/>
              <a:gd name="connsiteY11-1546" fmla="*/ 1696585 h 1736469"/>
              <a:gd name="connsiteX12-1547" fmla="*/ 87517 w 1731346"/>
              <a:gd name="connsiteY12-1548" fmla="*/ 1732799 h 1736469"/>
              <a:gd name="connsiteX13-1549" fmla="*/ 187106 w 1731346"/>
              <a:gd name="connsiteY13-1550" fmla="*/ 1729782 h 1736469"/>
              <a:gd name="connsiteX14-1551" fmla="*/ 350068 w 1731346"/>
              <a:gd name="connsiteY14-1552" fmla="*/ 1684514 h 1736469"/>
              <a:gd name="connsiteX15-1553" fmla="*/ 485870 w 1731346"/>
              <a:gd name="connsiteY15-1554" fmla="*/ 1603033 h 1736469"/>
              <a:gd name="connsiteX16-1555" fmla="*/ 639779 w 1731346"/>
              <a:gd name="connsiteY16-1556" fmla="*/ 1470249 h 1736469"/>
              <a:gd name="connsiteX17-1557" fmla="*/ 796705 w 1731346"/>
              <a:gd name="connsiteY17-1558" fmla="*/ 1280126 h 1736469"/>
              <a:gd name="connsiteX18-1559" fmla="*/ 1213165 w 1731346"/>
              <a:gd name="connsiteY18-1560" fmla="*/ 688633 h 1736469"/>
              <a:gd name="connsiteX19-1561" fmla="*/ 1499858 w 1731346"/>
              <a:gd name="connsiteY19-1562" fmla="*/ 308387 h 1736469"/>
              <a:gd name="connsiteX20-1563" fmla="*/ 1723177 w 1731346"/>
              <a:gd name="connsiteY20-1564" fmla="*/ 63944 h 1736469"/>
              <a:gd name="connsiteX21-1565" fmla="*/ 1686963 w 1731346"/>
              <a:gd name="connsiteY21-1566" fmla="*/ 3587 h 1736469"/>
              <a:gd name="connsiteX0-1567" fmla="*/ 1686963 w 1731346"/>
              <a:gd name="connsiteY0-1568" fmla="*/ 3587 h 1736469"/>
              <a:gd name="connsiteX1-1569" fmla="*/ 1581339 w 1731346"/>
              <a:gd name="connsiteY1-1570" fmla="*/ 127318 h 1736469"/>
              <a:gd name="connsiteX2-1571" fmla="*/ 1527018 w 1731346"/>
              <a:gd name="connsiteY2-1572" fmla="*/ 166550 h 1736469"/>
              <a:gd name="connsiteX3-1573" fmla="*/ 1285593 w 1731346"/>
              <a:gd name="connsiteY3-1574" fmla="*/ 404958 h 1736469"/>
              <a:gd name="connsiteX4-1575" fmla="*/ 857062 w 1731346"/>
              <a:gd name="connsiteY4-1576" fmla="*/ 957219 h 1736469"/>
              <a:gd name="connsiteX5-1577" fmla="*/ 609601 w 1731346"/>
              <a:gd name="connsiteY5-1578" fmla="*/ 1295215 h 1736469"/>
              <a:gd name="connsiteX6-1579" fmla="*/ 428531 w 1731346"/>
              <a:gd name="connsiteY6-1580" fmla="*/ 1485337 h 1736469"/>
              <a:gd name="connsiteX7-1581" fmla="*/ 304801 w 1731346"/>
              <a:gd name="connsiteY7-1582" fmla="*/ 1593980 h 1736469"/>
              <a:gd name="connsiteX8-1583" fmla="*/ 135802 w 1731346"/>
              <a:gd name="connsiteY8-1584" fmla="*/ 1666407 h 1736469"/>
              <a:gd name="connsiteX9-1585" fmla="*/ 42250 w 1731346"/>
              <a:gd name="connsiteY9-1586" fmla="*/ 1660372 h 1736469"/>
              <a:gd name="connsiteX10-1587" fmla="*/ 3018 w 1731346"/>
              <a:gd name="connsiteY10-1588" fmla="*/ 1633211 h 1736469"/>
              <a:gd name="connsiteX11-1589" fmla="*/ 0 w 1731346"/>
              <a:gd name="connsiteY11-1590" fmla="*/ 1696585 h 1736469"/>
              <a:gd name="connsiteX12-1591" fmla="*/ 87517 w 1731346"/>
              <a:gd name="connsiteY12-1592" fmla="*/ 1732799 h 1736469"/>
              <a:gd name="connsiteX13-1593" fmla="*/ 187106 w 1731346"/>
              <a:gd name="connsiteY13-1594" fmla="*/ 1729782 h 1736469"/>
              <a:gd name="connsiteX14-1595" fmla="*/ 350068 w 1731346"/>
              <a:gd name="connsiteY14-1596" fmla="*/ 1684514 h 1736469"/>
              <a:gd name="connsiteX15-1597" fmla="*/ 485870 w 1731346"/>
              <a:gd name="connsiteY15-1598" fmla="*/ 1603033 h 1736469"/>
              <a:gd name="connsiteX16-1599" fmla="*/ 639779 w 1731346"/>
              <a:gd name="connsiteY16-1600" fmla="*/ 1470249 h 1736469"/>
              <a:gd name="connsiteX17-1601" fmla="*/ 796705 w 1731346"/>
              <a:gd name="connsiteY17-1602" fmla="*/ 1280126 h 1736469"/>
              <a:gd name="connsiteX18-1603" fmla="*/ 1213165 w 1731346"/>
              <a:gd name="connsiteY18-1604" fmla="*/ 688633 h 1736469"/>
              <a:gd name="connsiteX19-1605" fmla="*/ 1499858 w 1731346"/>
              <a:gd name="connsiteY19-1606" fmla="*/ 308387 h 1736469"/>
              <a:gd name="connsiteX20-1607" fmla="*/ 1723177 w 1731346"/>
              <a:gd name="connsiteY20-1608" fmla="*/ 63944 h 1736469"/>
              <a:gd name="connsiteX21-1609" fmla="*/ 1686963 w 1731346"/>
              <a:gd name="connsiteY21-1610" fmla="*/ 3587 h 1736469"/>
              <a:gd name="connsiteX0-1611" fmla="*/ 1686963 w 1731346"/>
              <a:gd name="connsiteY0-1612" fmla="*/ 3587 h 1736469"/>
              <a:gd name="connsiteX1-1613" fmla="*/ 1581339 w 1731346"/>
              <a:gd name="connsiteY1-1614" fmla="*/ 127318 h 1736469"/>
              <a:gd name="connsiteX2-1615" fmla="*/ 1527018 w 1731346"/>
              <a:gd name="connsiteY2-1616" fmla="*/ 166550 h 1736469"/>
              <a:gd name="connsiteX3-1617" fmla="*/ 1285593 w 1731346"/>
              <a:gd name="connsiteY3-1618" fmla="*/ 404958 h 1736469"/>
              <a:gd name="connsiteX4-1619" fmla="*/ 857062 w 1731346"/>
              <a:gd name="connsiteY4-1620" fmla="*/ 957219 h 1736469"/>
              <a:gd name="connsiteX5-1621" fmla="*/ 609601 w 1731346"/>
              <a:gd name="connsiteY5-1622" fmla="*/ 1295215 h 1736469"/>
              <a:gd name="connsiteX6-1623" fmla="*/ 428531 w 1731346"/>
              <a:gd name="connsiteY6-1624" fmla="*/ 1485337 h 1736469"/>
              <a:gd name="connsiteX7-1625" fmla="*/ 301784 w 1731346"/>
              <a:gd name="connsiteY7-1626" fmla="*/ 1593980 h 1736469"/>
              <a:gd name="connsiteX8-1627" fmla="*/ 135802 w 1731346"/>
              <a:gd name="connsiteY8-1628" fmla="*/ 1666407 h 1736469"/>
              <a:gd name="connsiteX9-1629" fmla="*/ 42250 w 1731346"/>
              <a:gd name="connsiteY9-1630" fmla="*/ 1660372 h 1736469"/>
              <a:gd name="connsiteX10-1631" fmla="*/ 3018 w 1731346"/>
              <a:gd name="connsiteY10-1632" fmla="*/ 1633211 h 1736469"/>
              <a:gd name="connsiteX11-1633" fmla="*/ 0 w 1731346"/>
              <a:gd name="connsiteY11-1634" fmla="*/ 1696585 h 1736469"/>
              <a:gd name="connsiteX12-1635" fmla="*/ 87517 w 1731346"/>
              <a:gd name="connsiteY12-1636" fmla="*/ 1732799 h 1736469"/>
              <a:gd name="connsiteX13-1637" fmla="*/ 187106 w 1731346"/>
              <a:gd name="connsiteY13-1638" fmla="*/ 1729782 h 1736469"/>
              <a:gd name="connsiteX14-1639" fmla="*/ 350068 w 1731346"/>
              <a:gd name="connsiteY14-1640" fmla="*/ 1684514 h 1736469"/>
              <a:gd name="connsiteX15-1641" fmla="*/ 485870 w 1731346"/>
              <a:gd name="connsiteY15-1642" fmla="*/ 1603033 h 1736469"/>
              <a:gd name="connsiteX16-1643" fmla="*/ 639779 w 1731346"/>
              <a:gd name="connsiteY16-1644" fmla="*/ 1470249 h 1736469"/>
              <a:gd name="connsiteX17-1645" fmla="*/ 796705 w 1731346"/>
              <a:gd name="connsiteY17-1646" fmla="*/ 1280126 h 1736469"/>
              <a:gd name="connsiteX18-1647" fmla="*/ 1213165 w 1731346"/>
              <a:gd name="connsiteY18-1648" fmla="*/ 688633 h 1736469"/>
              <a:gd name="connsiteX19-1649" fmla="*/ 1499858 w 1731346"/>
              <a:gd name="connsiteY19-1650" fmla="*/ 308387 h 1736469"/>
              <a:gd name="connsiteX20-1651" fmla="*/ 1723177 w 1731346"/>
              <a:gd name="connsiteY20-1652" fmla="*/ 63944 h 1736469"/>
              <a:gd name="connsiteX21-1653" fmla="*/ 1686963 w 1731346"/>
              <a:gd name="connsiteY21-1654" fmla="*/ 3587 h 1736469"/>
              <a:gd name="connsiteX0-1655" fmla="*/ 1686963 w 1731346"/>
              <a:gd name="connsiteY0-1656" fmla="*/ 3587 h 1736469"/>
              <a:gd name="connsiteX1-1657" fmla="*/ 1581339 w 1731346"/>
              <a:gd name="connsiteY1-1658" fmla="*/ 127318 h 1736469"/>
              <a:gd name="connsiteX2-1659" fmla="*/ 1527018 w 1731346"/>
              <a:gd name="connsiteY2-1660" fmla="*/ 166550 h 1736469"/>
              <a:gd name="connsiteX3-1661" fmla="*/ 1285593 w 1731346"/>
              <a:gd name="connsiteY3-1662" fmla="*/ 404958 h 1736469"/>
              <a:gd name="connsiteX4-1663" fmla="*/ 857062 w 1731346"/>
              <a:gd name="connsiteY4-1664" fmla="*/ 957219 h 1736469"/>
              <a:gd name="connsiteX5-1665" fmla="*/ 609601 w 1731346"/>
              <a:gd name="connsiteY5-1666" fmla="*/ 1295215 h 1736469"/>
              <a:gd name="connsiteX6-1667" fmla="*/ 428531 w 1731346"/>
              <a:gd name="connsiteY6-1668" fmla="*/ 1485337 h 1736469"/>
              <a:gd name="connsiteX7-1669" fmla="*/ 301784 w 1731346"/>
              <a:gd name="connsiteY7-1670" fmla="*/ 1593980 h 1736469"/>
              <a:gd name="connsiteX8-1671" fmla="*/ 135802 w 1731346"/>
              <a:gd name="connsiteY8-1672" fmla="*/ 1666407 h 1736469"/>
              <a:gd name="connsiteX9-1673" fmla="*/ 42250 w 1731346"/>
              <a:gd name="connsiteY9-1674" fmla="*/ 1660372 h 1736469"/>
              <a:gd name="connsiteX10-1675" fmla="*/ 3018 w 1731346"/>
              <a:gd name="connsiteY10-1676" fmla="*/ 1633211 h 1736469"/>
              <a:gd name="connsiteX11-1677" fmla="*/ 0 w 1731346"/>
              <a:gd name="connsiteY11-1678" fmla="*/ 1696585 h 1736469"/>
              <a:gd name="connsiteX12-1679" fmla="*/ 87517 w 1731346"/>
              <a:gd name="connsiteY12-1680" fmla="*/ 1732799 h 1736469"/>
              <a:gd name="connsiteX13-1681" fmla="*/ 187106 w 1731346"/>
              <a:gd name="connsiteY13-1682" fmla="*/ 1729782 h 1736469"/>
              <a:gd name="connsiteX14-1683" fmla="*/ 350068 w 1731346"/>
              <a:gd name="connsiteY14-1684" fmla="*/ 1684514 h 1736469"/>
              <a:gd name="connsiteX15-1685" fmla="*/ 485870 w 1731346"/>
              <a:gd name="connsiteY15-1686" fmla="*/ 1603033 h 1736469"/>
              <a:gd name="connsiteX16-1687" fmla="*/ 639779 w 1731346"/>
              <a:gd name="connsiteY16-1688" fmla="*/ 1470249 h 1736469"/>
              <a:gd name="connsiteX17-1689" fmla="*/ 796705 w 1731346"/>
              <a:gd name="connsiteY17-1690" fmla="*/ 1280126 h 1736469"/>
              <a:gd name="connsiteX18-1691" fmla="*/ 1213165 w 1731346"/>
              <a:gd name="connsiteY18-1692" fmla="*/ 688633 h 1736469"/>
              <a:gd name="connsiteX19-1693" fmla="*/ 1499858 w 1731346"/>
              <a:gd name="connsiteY19-1694" fmla="*/ 308387 h 1736469"/>
              <a:gd name="connsiteX20-1695" fmla="*/ 1723177 w 1731346"/>
              <a:gd name="connsiteY20-1696" fmla="*/ 63944 h 1736469"/>
              <a:gd name="connsiteX21-1697" fmla="*/ 1686963 w 1731346"/>
              <a:gd name="connsiteY21-1698" fmla="*/ 3587 h 1736469"/>
              <a:gd name="connsiteX0-1699" fmla="*/ 1686963 w 1731346"/>
              <a:gd name="connsiteY0-1700" fmla="*/ 3587 h 1736469"/>
              <a:gd name="connsiteX1-1701" fmla="*/ 1581339 w 1731346"/>
              <a:gd name="connsiteY1-1702" fmla="*/ 127318 h 1736469"/>
              <a:gd name="connsiteX2-1703" fmla="*/ 1527018 w 1731346"/>
              <a:gd name="connsiteY2-1704" fmla="*/ 166550 h 1736469"/>
              <a:gd name="connsiteX3-1705" fmla="*/ 1285593 w 1731346"/>
              <a:gd name="connsiteY3-1706" fmla="*/ 404958 h 1736469"/>
              <a:gd name="connsiteX4-1707" fmla="*/ 857062 w 1731346"/>
              <a:gd name="connsiteY4-1708" fmla="*/ 957219 h 1736469"/>
              <a:gd name="connsiteX5-1709" fmla="*/ 609601 w 1731346"/>
              <a:gd name="connsiteY5-1710" fmla="*/ 1295215 h 1736469"/>
              <a:gd name="connsiteX6-1711" fmla="*/ 428531 w 1731346"/>
              <a:gd name="connsiteY6-1712" fmla="*/ 1485337 h 1736469"/>
              <a:gd name="connsiteX7-1713" fmla="*/ 301784 w 1731346"/>
              <a:gd name="connsiteY7-1714" fmla="*/ 1593980 h 1736469"/>
              <a:gd name="connsiteX8-1715" fmla="*/ 135802 w 1731346"/>
              <a:gd name="connsiteY8-1716" fmla="*/ 1666407 h 1736469"/>
              <a:gd name="connsiteX9-1717" fmla="*/ 42250 w 1731346"/>
              <a:gd name="connsiteY9-1718" fmla="*/ 1660372 h 1736469"/>
              <a:gd name="connsiteX10-1719" fmla="*/ 3018 w 1731346"/>
              <a:gd name="connsiteY10-1720" fmla="*/ 1633211 h 1736469"/>
              <a:gd name="connsiteX11-1721" fmla="*/ 0 w 1731346"/>
              <a:gd name="connsiteY11-1722" fmla="*/ 1696585 h 1736469"/>
              <a:gd name="connsiteX12-1723" fmla="*/ 87517 w 1731346"/>
              <a:gd name="connsiteY12-1724" fmla="*/ 1732799 h 1736469"/>
              <a:gd name="connsiteX13-1725" fmla="*/ 187106 w 1731346"/>
              <a:gd name="connsiteY13-1726" fmla="*/ 1729782 h 1736469"/>
              <a:gd name="connsiteX14-1727" fmla="*/ 350068 w 1731346"/>
              <a:gd name="connsiteY14-1728" fmla="*/ 1684514 h 1736469"/>
              <a:gd name="connsiteX15-1729" fmla="*/ 485870 w 1731346"/>
              <a:gd name="connsiteY15-1730" fmla="*/ 1603033 h 1736469"/>
              <a:gd name="connsiteX16-1731" fmla="*/ 639779 w 1731346"/>
              <a:gd name="connsiteY16-1732" fmla="*/ 1470249 h 1736469"/>
              <a:gd name="connsiteX17-1733" fmla="*/ 796705 w 1731346"/>
              <a:gd name="connsiteY17-1734" fmla="*/ 1280126 h 1736469"/>
              <a:gd name="connsiteX18-1735" fmla="*/ 1213165 w 1731346"/>
              <a:gd name="connsiteY18-1736" fmla="*/ 688633 h 1736469"/>
              <a:gd name="connsiteX19-1737" fmla="*/ 1499858 w 1731346"/>
              <a:gd name="connsiteY19-1738" fmla="*/ 308387 h 1736469"/>
              <a:gd name="connsiteX20-1739" fmla="*/ 1723177 w 1731346"/>
              <a:gd name="connsiteY20-1740" fmla="*/ 63944 h 1736469"/>
              <a:gd name="connsiteX21-1741" fmla="*/ 1686963 w 1731346"/>
              <a:gd name="connsiteY21-1742" fmla="*/ 3587 h 1736469"/>
              <a:gd name="connsiteX0-1743" fmla="*/ 1686963 w 1731346"/>
              <a:gd name="connsiteY0-1744" fmla="*/ 3587 h 1736469"/>
              <a:gd name="connsiteX1-1745" fmla="*/ 1581339 w 1731346"/>
              <a:gd name="connsiteY1-1746" fmla="*/ 127318 h 1736469"/>
              <a:gd name="connsiteX2-1747" fmla="*/ 1527018 w 1731346"/>
              <a:gd name="connsiteY2-1748" fmla="*/ 166550 h 1736469"/>
              <a:gd name="connsiteX3-1749" fmla="*/ 1285593 w 1731346"/>
              <a:gd name="connsiteY3-1750" fmla="*/ 404958 h 1736469"/>
              <a:gd name="connsiteX4-1751" fmla="*/ 857062 w 1731346"/>
              <a:gd name="connsiteY4-1752" fmla="*/ 957219 h 1736469"/>
              <a:gd name="connsiteX5-1753" fmla="*/ 609601 w 1731346"/>
              <a:gd name="connsiteY5-1754" fmla="*/ 1295215 h 1736469"/>
              <a:gd name="connsiteX6-1755" fmla="*/ 428531 w 1731346"/>
              <a:gd name="connsiteY6-1756" fmla="*/ 1485337 h 1736469"/>
              <a:gd name="connsiteX7-1757" fmla="*/ 301784 w 1731346"/>
              <a:gd name="connsiteY7-1758" fmla="*/ 1593980 h 1736469"/>
              <a:gd name="connsiteX8-1759" fmla="*/ 135802 w 1731346"/>
              <a:gd name="connsiteY8-1760" fmla="*/ 1666407 h 1736469"/>
              <a:gd name="connsiteX9-1761" fmla="*/ 42250 w 1731346"/>
              <a:gd name="connsiteY9-1762" fmla="*/ 1660372 h 1736469"/>
              <a:gd name="connsiteX10-1763" fmla="*/ 3018 w 1731346"/>
              <a:gd name="connsiteY10-1764" fmla="*/ 1633211 h 1736469"/>
              <a:gd name="connsiteX11-1765" fmla="*/ 0 w 1731346"/>
              <a:gd name="connsiteY11-1766" fmla="*/ 1696585 h 1736469"/>
              <a:gd name="connsiteX12-1767" fmla="*/ 87517 w 1731346"/>
              <a:gd name="connsiteY12-1768" fmla="*/ 1732799 h 1736469"/>
              <a:gd name="connsiteX13-1769" fmla="*/ 187106 w 1731346"/>
              <a:gd name="connsiteY13-1770" fmla="*/ 1729782 h 1736469"/>
              <a:gd name="connsiteX14-1771" fmla="*/ 350068 w 1731346"/>
              <a:gd name="connsiteY14-1772" fmla="*/ 1684514 h 1736469"/>
              <a:gd name="connsiteX15-1773" fmla="*/ 485870 w 1731346"/>
              <a:gd name="connsiteY15-1774" fmla="*/ 1603033 h 1736469"/>
              <a:gd name="connsiteX16-1775" fmla="*/ 639779 w 1731346"/>
              <a:gd name="connsiteY16-1776" fmla="*/ 1470249 h 1736469"/>
              <a:gd name="connsiteX17-1777" fmla="*/ 796705 w 1731346"/>
              <a:gd name="connsiteY17-1778" fmla="*/ 1280126 h 1736469"/>
              <a:gd name="connsiteX18-1779" fmla="*/ 1213165 w 1731346"/>
              <a:gd name="connsiteY18-1780" fmla="*/ 688633 h 1736469"/>
              <a:gd name="connsiteX19-1781" fmla="*/ 1499858 w 1731346"/>
              <a:gd name="connsiteY19-1782" fmla="*/ 308387 h 1736469"/>
              <a:gd name="connsiteX20-1783" fmla="*/ 1723177 w 1731346"/>
              <a:gd name="connsiteY20-1784" fmla="*/ 63944 h 1736469"/>
              <a:gd name="connsiteX21-1785" fmla="*/ 1686963 w 1731346"/>
              <a:gd name="connsiteY21-1786" fmla="*/ 3587 h 1736469"/>
              <a:gd name="connsiteX0-1787" fmla="*/ 1686963 w 1731346"/>
              <a:gd name="connsiteY0-1788" fmla="*/ 3587 h 1736469"/>
              <a:gd name="connsiteX1-1789" fmla="*/ 1581339 w 1731346"/>
              <a:gd name="connsiteY1-1790" fmla="*/ 127318 h 1736469"/>
              <a:gd name="connsiteX2-1791" fmla="*/ 1527018 w 1731346"/>
              <a:gd name="connsiteY2-1792" fmla="*/ 166550 h 1736469"/>
              <a:gd name="connsiteX3-1793" fmla="*/ 1285593 w 1731346"/>
              <a:gd name="connsiteY3-1794" fmla="*/ 404958 h 1736469"/>
              <a:gd name="connsiteX4-1795" fmla="*/ 857062 w 1731346"/>
              <a:gd name="connsiteY4-1796" fmla="*/ 957219 h 1736469"/>
              <a:gd name="connsiteX5-1797" fmla="*/ 609601 w 1731346"/>
              <a:gd name="connsiteY5-1798" fmla="*/ 1295215 h 1736469"/>
              <a:gd name="connsiteX6-1799" fmla="*/ 428531 w 1731346"/>
              <a:gd name="connsiteY6-1800" fmla="*/ 1485337 h 1736469"/>
              <a:gd name="connsiteX7-1801" fmla="*/ 294640 w 1731346"/>
              <a:gd name="connsiteY7-1802" fmla="*/ 1589217 h 1736469"/>
              <a:gd name="connsiteX8-1803" fmla="*/ 135802 w 1731346"/>
              <a:gd name="connsiteY8-1804" fmla="*/ 1666407 h 1736469"/>
              <a:gd name="connsiteX9-1805" fmla="*/ 42250 w 1731346"/>
              <a:gd name="connsiteY9-1806" fmla="*/ 1660372 h 1736469"/>
              <a:gd name="connsiteX10-1807" fmla="*/ 3018 w 1731346"/>
              <a:gd name="connsiteY10-1808" fmla="*/ 1633211 h 1736469"/>
              <a:gd name="connsiteX11-1809" fmla="*/ 0 w 1731346"/>
              <a:gd name="connsiteY11-1810" fmla="*/ 1696585 h 1736469"/>
              <a:gd name="connsiteX12-1811" fmla="*/ 87517 w 1731346"/>
              <a:gd name="connsiteY12-1812" fmla="*/ 1732799 h 1736469"/>
              <a:gd name="connsiteX13-1813" fmla="*/ 187106 w 1731346"/>
              <a:gd name="connsiteY13-1814" fmla="*/ 1729782 h 1736469"/>
              <a:gd name="connsiteX14-1815" fmla="*/ 350068 w 1731346"/>
              <a:gd name="connsiteY14-1816" fmla="*/ 1684514 h 1736469"/>
              <a:gd name="connsiteX15-1817" fmla="*/ 485870 w 1731346"/>
              <a:gd name="connsiteY15-1818" fmla="*/ 1603033 h 1736469"/>
              <a:gd name="connsiteX16-1819" fmla="*/ 639779 w 1731346"/>
              <a:gd name="connsiteY16-1820" fmla="*/ 1470249 h 1736469"/>
              <a:gd name="connsiteX17-1821" fmla="*/ 796705 w 1731346"/>
              <a:gd name="connsiteY17-1822" fmla="*/ 1280126 h 1736469"/>
              <a:gd name="connsiteX18-1823" fmla="*/ 1213165 w 1731346"/>
              <a:gd name="connsiteY18-1824" fmla="*/ 688633 h 1736469"/>
              <a:gd name="connsiteX19-1825" fmla="*/ 1499858 w 1731346"/>
              <a:gd name="connsiteY19-1826" fmla="*/ 308387 h 1736469"/>
              <a:gd name="connsiteX20-1827" fmla="*/ 1723177 w 1731346"/>
              <a:gd name="connsiteY20-1828" fmla="*/ 63944 h 1736469"/>
              <a:gd name="connsiteX21-1829" fmla="*/ 1686963 w 1731346"/>
              <a:gd name="connsiteY21-1830" fmla="*/ 3587 h 1736469"/>
              <a:gd name="connsiteX0-1831" fmla="*/ 1686963 w 1731346"/>
              <a:gd name="connsiteY0-1832" fmla="*/ 3587 h 1736469"/>
              <a:gd name="connsiteX1-1833" fmla="*/ 1581339 w 1731346"/>
              <a:gd name="connsiteY1-1834" fmla="*/ 127318 h 1736469"/>
              <a:gd name="connsiteX2-1835" fmla="*/ 1527018 w 1731346"/>
              <a:gd name="connsiteY2-1836" fmla="*/ 166550 h 1736469"/>
              <a:gd name="connsiteX3-1837" fmla="*/ 1285593 w 1731346"/>
              <a:gd name="connsiteY3-1838" fmla="*/ 404958 h 1736469"/>
              <a:gd name="connsiteX4-1839" fmla="*/ 857062 w 1731346"/>
              <a:gd name="connsiteY4-1840" fmla="*/ 957219 h 1736469"/>
              <a:gd name="connsiteX5-1841" fmla="*/ 609601 w 1731346"/>
              <a:gd name="connsiteY5-1842" fmla="*/ 1295215 h 1736469"/>
              <a:gd name="connsiteX6-1843" fmla="*/ 428531 w 1731346"/>
              <a:gd name="connsiteY6-1844" fmla="*/ 1485337 h 1736469"/>
              <a:gd name="connsiteX7-1845" fmla="*/ 294640 w 1731346"/>
              <a:gd name="connsiteY7-1846" fmla="*/ 1589217 h 1736469"/>
              <a:gd name="connsiteX8-1847" fmla="*/ 135802 w 1731346"/>
              <a:gd name="connsiteY8-1848" fmla="*/ 1666407 h 1736469"/>
              <a:gd name="connsiteX9-1849" fmla="*/ 42250 w 1731346"/>
              <a:gd name="connsiteY9-1850" fmla="*/ 1660372 h 1736469"/>
              <a:gd name="connsiteX10-1851" fmla="*/ 3018 w 1731346"/>
              <a:gd name="connsiteY10-1852" fmla="*/ 1633211 h 1736469"/>
              <a:gd name="connsiteX11-1853" fmla="*/ 0 w 1731346"/>
              <a:gd name="connsiteY11-1854" fmla="*/ 1696585 h 1736469"/>
              <a:gd name="connsiteX12-1855" fmla="*/ 87517 w 1731346"/>
              <a:gd name="connsiteY12-1856" fmla="*/ 1732799 h 1736469"/>
              <a:gd name="connsiteX13-1857" fmla="*/ 187106 w 1731346"/>
              <a:gd name="connsiteY13-1858" fmla="*/ 1729782 h 1736469"/>
              <a:gd name="connsiteX14-1859" fmla="*/ 350068 w 1731346"/>
              <a:gd name="connsiteY14-1860" fmla="*/ 1684514 h 1736469"/>
              <a:gd name="connsiteX15-1861" fmla="*/ 485870 w 1731346"/>
              <a:gd name="connsiteY15-1862" fmla="*/ 1603033 h 1736469"/>
              <a:gd name="connsiteX16-1863" fmla="*/ 639779 w 1731346"/>
              <a:gd name="connsiteY16-1864" fmla="*/ 1470249 h 1736469"/>
              <a:gd name="connsiteX17-1865" fmla="*/ 796705 w 1731346"/>
              <a:gd name="connsiteY17-1866" fmla="*/ 1280126 h 1736469"/>
              <a:gd name="connsiteX18-1867" fmla="*/ 1213165 w 1731346"/>
              <a:gd name="connsiteY18-1868" fmla="*/ 688633 h 1736469"/>
              <a:gd name="connsiteX19-1869" fmla="*/ 1499858 w 1731346"/>
              <a:gd name="connsiteY19-1870" fmla="*/ 308387 h 1736469"/>
              <a:gd name="connsiteX20-1871" fmla="*/ 1723177 w 1731346"/>
              <a:gd name="connsiteY20-1872" fmla="*/ 63944 h 1736469"/>
              <a:gd name="connsiteX21-1873" fmla="*/ 1686963 w 1731346"/>
              <a:gd name="connsiteY21-1874" fmla="*/ 3587 h 1736469"/>
              <a:gd name="connsiteX0-1875" fmla="*/ 1686963 w 1731346"/>
              <a:gd name="connsiteY0-1876" fmla="*/ 3587 h 1736469"/>
              <a:gd name="connsiteX1-1877" fmla="*/ 1581339 w 1731346"/>
              <a:gd name="connsiteY1-1878" fmla="*/ 127318 h 1736469"/>
              <a:gd name="connsiteX2-1879" fmla="*/ 1527018 w 1731346"/>
              <a:gd name="connsiteY2-1880" fmla="*/ 166550 h 1736469"/>
              <a:gd name="connsiteX3-1881" fmla="*/ 1285593 w 1731346"/>
              <a:gd name="connsiteY3-1882" fmla="*/ 404958 h 1736469"/>
              <a:gd name="connsiteX4-1883" fmla="*/ 857062 w 1731346"/>
              <a:gd name="connsiteY4-1884" fmla="*/ 957219 h 1736469"/>
              <a:gd name="connsiteX5-1885" fmla="*/ 609601 w 1731346"/>
              <a:gd name="connsiteY5-1886" fmla="*/ 1295215 h 1736469"/>
              <a:gd name="connsiteX6-1887" fmla="*/ 428531 w 1731346"/>
              <a:gd name="connsiteY6-1888" fmla="*/ 1485337 h 1736469"/>
              <a:gd name="connsiteX7-1889" fmla="*/ 294640 w 1731346"/>
              <a:gd name="connsiteY7-1890" fmla="*/ 1589217 h 1736469"/>
              <a:gd name="connsiteX8-1891" fmla="*/ 135802 w 1731346"/>
              <a:gd name="connsiteY8-1892" fmla="*/ 1666407 h 1736469"/>
              <a:gd name="connsiteX9-1893" fmla="*/ 42250 w 1731346"/>
              <a:gd name="connsiteY9-1894" fmla="*/ 1660372 h 1736469"/>
              <a:gd name="connsiteX10-1895" fmla="*/ 3018 w 1731346"/>
              <a:gd name="connsiteY10-1896" fmla="*/ 1633211 h 1736469"/>
              <a:gd name="connsiteX11-1897" fmla="*/ 0 w 1731346"/>
              <a:gd name="connsiteY11-1898" fmla="*/ 1696585 h 1736469"/>
              <a:gd name="connsiteX12-1899" fmla="*/ 87517 w 1731346"/>
              <a:gd name="connsiteY12-1900" fmla="*/ 1732799 h 1736469"/>
              <a:gd name="connsiteX13-1901" fmla="*/ 187106 w 1731346"/>
              <a:gd name="connsiteY13-1902" fmla="*/ 1729782 h 1736469"/>
              <a:gd name="connsiteX14-1903" fmla="*/ 350068 w 1731346"/>
              <a:gd name="connsiteY14-1904" fmla="*/ 1684514 h 1736469"/>
              <a:gd name="connsiteX15-1905" fmla="*/ 485870 w 1731346"/>
              <a:gd name="connsiteY15-1906" fmla="*/ 1603033 h 1736469"/>
              <a:gd name="connsiteX16-1907" fmla="*/ 639779 w 1731346"/>
              <a:gd name="connsiteY16-1908" fmla="*/ 1470249 h 1736469"/>
              <a:gd name="connsiteX17-1909" fmla="*/ 796705 w 1731346"/>
              <a:gd name="connsiteY17-1910" fmla="*/ 1280126 h 1736469"/>
              <a:gd name="connsiteX18-1911" fmla="*/ 1213165 w 1731346"/>
              <a:gd name="connsiteY18-1912" fmla="*/ 688633 h 1736469"/>
              <a:gd name="connsiteX19-1913" fmla="*/ 1499858 w 1731346"/>
              <a:gd name="connsiteY19-1914" fmla="*/ 308387 h 1736469"/>
              <a:gd name="connsiteX20-1915" fmla="*/ 1723177 w 1731346"/>
              <a:gd name="connsiteY20-1916" fmla="*/ 63944 h 1736469"/>
              <a:gd name="connsiteX21-1917" fmla="*/ 1686963 w 1731346"/>
              <a:gd name="connsiteY21-1918" fmla="*/ 3587 h 1736469"/>
              <a:gd name="connsiteX0-1919" fmla="*/ 1686963 w 1731346"/>
              <a:gd name="connsiteY0-1920" fmla="*/ 3587 h 1736469"/>
              <a:gd name="connsiteX1-1921" fmla="*/ 1581339 w 1731346"/>
              <a:gd name="connsiteY1-1922" fmla="*/ 127318 h 1736469"/>
              <a:gd name="connsiteX2-1923" fmla="*/ 1527018 w 1731346"/>
              <a:gd name="connsiteY2-1924" fmla="*/ 166550 h 1736469"/>
              <a:gd name="connsiteX3-1925" fmla="*/ 1285593 w 1731346"/>
              <a:gd name="connsiteY3-1926" fmla="*/ 404958 h 1736469"/>
              <a:gd name="connsiteX4-1927" fmla="*/ 857062 w 1731346"/>
              <a:gd name="connsiteY4-1928" fmla="*/ 957219 h 1736469"/>
              <a:gd name="connsiteX5-1929" fmla="*/ 609601 w 1731346"/>
              <a:gd name="connsiteY5-1930" fmla="*/ 1295215 h 1736469"/>
              <a:gd name="connsiteX6-1931" fmla="*/ 428531 w 1731346"/>
              <a:gd name="connsiteY6-1932" fmla="*/ 1485337 h 1736469"/>
              <a:gd name="connsiteX7-1933" fmla="*/ 304165 w 1731346"/>
              <a:gd name="connsiteY7-1934" fmla="*/ 1615411 h 1736469"/>
              <a:gd name="connsiteX8-1935" fmla="*/ 135802 w 1731346"/>
              <a:gd name="connsiteY8-1936" fmla="*/ 1666407 h 1736469"/>
              <a:gd name="connsiteX9-1937" fmla="*/ 42250 w 1731346"/>
              <a:gd name="connsiteY9-1938" fmla="*/ 1660372 h 1736469"/>
              <a:gd name="connsiteX10-1939" fmla="*/ 3018 w 1731346"/>
              <a:gd name="connsiteY10-1940" fmla="*/ 1633211 h 1736469"/>
              <a:gd name="connsiteX11-1941" fmla="*/ 0 w 1731346"/>
              <a:gd name="connsiteY11-1942" fmla="*/ 1696585 h 1736469"/>
              <a:gd name="connsiteX12-1943" fmla="*/ 87517 w 1731346"/>
              <a:gd name="connsiteY12-1944" fmla="*/ 1732799 h 1736469"/>
              <a:gd name="connsiteX13-1945" fmla="*/ 187106 w 1731346"/>
              <a:gd name="connsiteY13-1946" fmla="*/ 1729782 h 1736469"/>
              <a:gd name="connsiteX14-1947" fmla="*/ 350068 w 1731346"/>
              <a:gd name="connsiteY14-1948" fmla="*/ 1684514 h 1736469"/>
              <a:gd name="connsiteX15-1949" fmla="*/ 485870 w 1731346"/>
              <a:gd name="connsiteY15-1950" fmla="*/ 1603033 h 1736469"/>
              <a:gd name="connsiteX16-1951" fmla="*/ 639779 w 1731346"/>
              <a:gd name="connsiteY16-1952" fmla="*/ 1470249 h 1736469"/>
              <a:gd name="connsiteX17-1953" fmla="*/ 796705 w 1731346"/>
              <a:gd name="connsiteY17-1954" fmla="*/ 1280126 h 1736469"/>
              <a:gd name="connsiteX18-1955" fmla="*/ 1213165 w 1731346"/>
              <a:gd name="connsiteY18-1956" fmla="*/ 688633 h 1736469"/>
              <a:gd name="connsiteX19-1957" fmla="*/ 1499858 w 1731346"/>
              <a:gd name="connsiteY19-1958" fmla="*/ 308387 h 1736469"/>
              <a:gd name="connsiteX20-1959" fmla="*/ 1723177 w 1731346"/>
              <a:gd name="connsiteY20-1960" fmla="*/ 63944 h 1736469"/>
              <a:gd name="connsiteX21-1961" fmla="*/ 1686963 w 1731346"/>
              <a:gd name="connsiteY21-1962" fmla="*/ 3587 h 1736469"/>
              <a:gd name="connsiteX0-1963" fmla="*/ 1686963 w 1731346"/>
              <a:gd name="connsiteY0-1964" fmla="*/ 3587 h 1736469"/>
              <a:gd name="connsiteX1-1965" fmla="*/ 1581339 w 1731346"/>
              <a:gd name="connsiteY1-1966" fmla="*/ 127318 h 1736469"/>
              <a:gd name="connsiteX2-1967" fmla="*/ 1527018 w 1731346"/>
              <a:gd name="connsiteY2-1968" fmla="*/ 166550 h 1736469"/>
              <a:gd name="connsiteX3-1969" fmla="*/ 1285593 w 1731346"/>
              <a:gd name="connsiteY3-1970" fmla="*/ 404958 h 1736469"/>
              <a:gd name="connsiteX4-1971" fmla="*/ 857062 w 1731346"/>
              <a:gd name="connsiteY4-1972" fmla="*/ 957219 h 1736469"/>
              <a:gd name="connsiteX5-1973" fmla="*/ 609601 w 1731346"/>
              <a:gd name="connsiteY5-1974" fmla="*/ 1295215 h 1736469"/>
              <a:gd name="connsiteX6-1975" fmla="*/ 428531 w 1731346"/>
              <a:gd name="connsiteY6-1976" fmla="*/ 1485337 h 1736469"/>
              <a:gd name="connsiteX7-1977" fmla="*/ 289877 w 1731346"/>
              <a:gd name="connsiteY7-1978" fmla="*/ 1598742 h 1736469"/>
              <a:gd name="connsiteX8-1979" fmla="*/ 135802 w 1731346"/>
              <a:gd name="connsiteY8-1980" fmla="*/ 1666407 h 1736469"/>
              <a:gd name="connsiteX9-1981" fmla="*/ 42250 w 1731346"/>
              <a:gd name="connsiteY9-1982" fmla="*/ 1660372 h 1736469"/>
              <a:gd name="connsiteX10-1983" fmla="*/ 3018 w 1731346"/>
              <a:gd name="connsiteY10-1984" fmla="*/ 1633211 h 1736469"/>
              <a:gd name="connsiteX11-1985" fmla="*/ 0 w 1731346"/>
              <a:gd name="connsiteY11-1986" fmla="*/ 1696585 h 1736469"/>
              <a:gd name="connsiteX12-1987" fmla="*/ 87517 w 1731346"/>
              <a:gd name="connsiteY12-1988" fmla="*/ 1732799 h 1736469"/>
              <a:gd name="connsiteX13-1989" fmla="*/ 187106 w 1731346"/>
              <a:gd name="connsiteY13-1990" fmla="*/ 1729782 h 1736469"/>
              <a:gd name="connsiteX14-1991" fmla="*/ 350068 w 1731346"/>
              <a:gd name="connsiteY14-1992" fmla="*/ 1684514 h 1736469"/>
              <a:gd name="connsiteX15-1993" fmla="*/ 485870 w 1731346"/>
              <a:gd name="connsiteY15-1994" fmla="*/ 1603033 h 1736469"/>
              <a:gd name="connsiteX16-1995" fmla="*/ 639779 w 1731346"/>
              <a:gd name="connsiteY16-1996" fmla="*/ 1470249 h 1736469"/>
              <a:gd name="connsiteX17-1997" fmla="*/ 796705 w 1731346"/>
              <a:gd name="connsiteY17-1998" fmla="*/ 1280126 h 1736469"/>
              <a:gd name="connsiteX18-1999" fmla="*/ 1213165 w 1731346"/>
              <a:gd name="connsiteY18-2000" fmla="*/ 688633 h 1736469"/>
              <a:gd name="connsiteX19-2001" fmla="*/ 1499858 w 1731346"/>
              <a:gd name="connsiteY19-2002" fmla="*/ 308387 h 1736469"/>
              <a:gd name="connsiteX20-2003" fmla="*/ 1723177 w 1731346"/>
              <a:gd name="connsiteY20-2004" fmla="*/ 63944 h 1736469"/>
              <a:gd name="connsiteX21-2005" fmla="*/ 1686963 w 1731346"/>
              <a:gd name="connsiteY21-2006" fmla="*/ 3587 h 1736469"/>
              <a:gd name="connsiteX0-2007" fmla="*/ 1686963 w 1731346"/>
              <a:gd name="connsiteY0-2008" fmla="*/ 3587 h 1736469"/>
              <a:gd name="connsiteX1-2009" fmla="*/ 1581339 w 1731346"/>
              <a:gd name="connsiteY1-2010" fmla="*/ 127318 h 1736469"/>
              <a:gd name="connsiteX2-2011" fmla="*/ 1527018 w 1731346"/>
              <a:gd name="connsiteY2-2012" fmla="*/ 166550 h 1736469"/>
              <a:gd name="connsiteX3-2013" fmla="*/ 1285593 w 1731346"/>
              <a:gd name="connsiteY3-2014" fmla="*/ 404958 h 1736469"/>
              <a:gd name="connsiteX4-2015" fmla="*/ 857062 w 1731346"/>
              <a:gd name="connsiteY4-2016" fmla="*/ 957219 h 1736469"/>
              <a:gd name="connsiteX5-2017" fmla="*/ 609601 w 1731346"/>
              <a:gd name="connsiteY5-2018" fmla="*/ 1295215 h 1736469"/>
              <a:gd name="connsiteX6-2019" fmla="*/ 428531 w 1731346"/>
              <a:gd name="connsiteY6-2020" fmla="*/ 1485337 h 1736469"/>
              <a:gd name="connsiteX7-2021" fmla="*/ 289877 w 1731346"/>
              <a:gd name="connsiteY7-2022" fmla="*/ 1598742 h 1736469"/>
              <a:gd name="connsiteX8-2023" fmla="*/ 135802 w 1731346"/>
              <a:gd name="connsiteY8-2024" fmla="*/ 1666407 h 1736469"/>
              <a:gd name="connsiteX9-2025" fmla="*/ 42250 w 1731346"/>
              <a:gd name="connsiteY9-2026" fmla="*/ 1660372 h 1736469"/>
              <a:gd name="connsiteX10-2027" fmla="*/ 3018 w 1731346"/>
              <a:gd name="connsiteY10-2028" fmla="*/ 1633211 h 1736469"/>
              <a:gd name="connsiteX11-2029" fmla="*/ 0 w 1731346"/>
              <a:gd name="connsiteY11-2030" fmla="*/ 1696585 h 1736469"/>
              <a:gd name="connsiteX12-2031" fmla="*/ 87517 w 1731346"/>
              <a:gd name="connsiteY12-2032" fmla="*/ 1732799 h 1736469"/>
              <a:gd name="connsiteX13-2033" fmla="*/ 187106 w 1731346"/>
              <a:gd name="connsiteY13-2034" fmla="*/ 1729782 h 1736469"/>
              <a:gd name="connsiteX14-2035" fmla="*/ 350068 w 1731346"/>
              <a:gd name="connsiteY14-2036" fmla="*/ 1684514 h 1736469"/>
              <a:gd name="connsiteX15-2037" fmla="*/ 485870 w 1731346"/>
              <a:gd name="connsiteY15-2038" fmla="*/ 1603033 h 1736469"/>
              <a:gd name="connsiteX16-2039" fmla="*/ 639779 w 1731346"/>
              <a:gd name="connsiteY16-2040" fmla="*/ 1470249 h 1736469"/>
              <a:gd name="connsiteX17-2041" fmla="*/ 796705 w 1731346"/>
              <a:gd name="connsiteY17-2042" fmla="*/ 1280126 h 1736469"/>
              <a:gd name="connsiteX18-2043" fmla="*/ 1213165 w 1731346"/>
              <a:gd name="connsiteY18-2044" fmla="*/ 688633 h 1736469"/>
              <a:gd name="connsiteX19-2045" fmla="*/ 1499858 w 1731346"/>
              <a:gd name="connsiteY19-2046" fmla="*/ 308387 h 1736469"/>
              <a:gd name="connsiteX20-2047" fmla="*/ 1723177 w 1731346"/>
              <a:gd name="connsiteY20-2048" fmla="*/ 63944 h 1736469"/>
              <a:gd name="connsiteX21-2049" fmla="*/ 1686963 w 1731346"/>
              <a:gd name="connsiteY21-2050" fmla="*/ 3587 h 1736469"/>
              <a:gd name="connsiteX0-2051" fmla="*/ 1686963 w 1731346"/>
              <a:gd name="connsiteY0-2052" fmla="*/ 3587 h 1736469"/>
              <a:gd name="connsiteX1-2053" fmla="*/ 1581339 w 1731346"/>
              <a:gd name="connsiteY1-2054" fmla="*/ 127318 h 1736469"/>
              <a:gd name="connsiteX2-2055" fmla="*/ 1527018 w 1731346"/>
              <a:gd name="connsiteY2-2056" fmla="*/ 166550 h 1736469"/>
              <a:gd name="connsiteX3-2057" fmla="*/ 1285593 w 1731346"/>
              <a:gd name="connsiteY3-2058" fmla="*/ 404958 h 1736469"/>
              <a:gd name="connsiteX4-2059" fmla="*/ 857062 w 1731346"/>
              <a:gd name="connsiteY4-2060" fmla="*/ 957219 h 1736469"/>
              <a:gd name="connsiteX5-2061" fmla="*/ 609601 w 1731346"/>
              <a:gd name="connsiteY5-2062" fmla="*/ 1295215 h 1736469"/>
              <a:gd name="connsiteX6-2063" fmla="*/ 428531 w 1731346"/>
              <a:gd name="connsiteY6-2064" fmla="*/ 1485337 h 1736469"/>
              <a:gd name="connsiteX7-2065" fmla="*/ 289877 w 1731346"/>
              <a:gd name="connsiteY7-2066" fmla="*/ 1598742 h 1736469"/>
              <a:gd name="connsiteX8-2067" fmla="*/ 135802 w 1731346"/>
              <a:gd name="connsiteY8-2068" fmla="*/ 1666407 h 1736469"/>
              <a:gd name="connsiteX9-2069" fmla="*/ 42250 w 1731346"/>
              <a:gd name="connsiteY9-2070" fmla="*/ 1660372 h 1736469"/>
              <a:gd name="connsiteX10-2071" fmla="*/ 3018 w 1731346"/>
              <a:gd name="connsiteY10-2072" fmla="*/ 1633211 h 1736469"/>
              <a:gd name="connsiteX11-2073" fmla="*/ 0 w 1731346"/>
              <a:gd name="connsiteY11-2074" fmla="*/ 1696585 h 1736469"/>
              <a:gd name="connsiteX12-2075" fmla="*/ 87517 w 1731346"/>
              <a:gd name="connsiteY12-2076" fmla="*/ 1732799 h 1736469"/>
              <a:gd name="connsiteX13-2077" fmla="*/ 187106 w 1731346"/>
              <a:gd name="connsiteY13-2078" fmla="*/ 1729782 h 1736469"/>
              <a:gd name="connsiteX14-2079" fmla="*/ 350068 w 1731346"/>
              <a:gd name="connsiteY14-2080" fmla="*/ 1684514 h 1736469"/>
              <a:gd name="connsiteX15-2081" fmla="*/ 485870 w 1731346"/>
              <a:gd name="connsiteY15-2082" fmla="*/ 1603033 h 1736469"/>
              <a:gd name="connsiteX16-2083" fmla="*/ 639779 w 1731346"/>
              <a:gd name="connsiteY16-2084" fmla="*/ 1470249 h 1736469"/>
              <a:gd name="connsiteX17-2085" fmla="*/ 796705 w 1731346"/>
              <a:gd name="connsiteY17-2086" fmla="*/ 1280126 h 1736469"/>
              <a:gd name="connsiteX18-2087" fmla="*/ 1213165 w 1731346"/>
              <a:gd name="connsiteY18-2088" fmla="*/ 688633 h 1736469"/>
              <a:gd name="connsiteX19-2089" fmla="*/ 1499858 w 1731346"/>
              <a:gd name="connsiteY19-2090" fmla="*/ 308387 h 1736469"/>
              <a:gd name="connsiteX20-2091" fmla="*/ 1723177 w 1731346"/>
              <a:gd name="connsiteY20-2092" fmla="*/ 63944 h 1736469"/>
              <a:gd name="connsiteX21-2093" fmla="*/ 1686963 w 1731346"/>
              <a:gd name="connsiteY21-2094" fmla="*/ 3587 h 1736469"/>
              <a:gd name="connsiteX0-2095" fmla="*/ 1686963 w 1731346"/>
              <a:gd name="connsiteY0-2096" fmla="*/ 3587 h 1736469"/>
              <a:gd name="connsiteX1-2097" fmla="*/ 1581339 w 1731346"/>
              <a:gd name="connsiteY1-2098" fmla="*/ 127318 h 1736469"/>
              <a:gd name="connsiteX2-2099" fmla="*/ 1527018 w 1731346"/>
              <a:gd name="connsiteY2-2100" fmla="*/ 166550 h 1736469"/>
              <a:gd name="connsiteX3-2101" fmla="*/ 1285593 w 1731346"/>
              <a:gd name="connsiteY3-2102" fmla="*/ 404958 h 1736469"/>
              <a:gd name="connsiteX4-2103" fmla="*/ 857062 w 1731346"/>
              <a:gd name="connsiteY4-2104" fmla="*/ 957219 h 1736469"/>
              <a:gd name="connsiteX5-2105" fmla="*/ 609601 w 1731346"/>
              <a:gd name="connsiteY5-2106" fmla="*/ 1295215 h 1736469"/>
              <a:gd name="connsiteX6-2107" fmla="*/ 449962 w 1731346"/>
              <a:gd name="connsiteY6-2108" fmla="*/ 1504387 h 1736469"/>
              <a:gd name="connsiteX7-2109" fmla="*/ 289877 w 1731346"/>
              <a:gd name="connsiteY7-2110" fmla="*/ 1598742 h 1736469"/>
              <a:gd name="connsiteX8-2111" fmla="*/ 135802 w 1731346"/>
              <a:gd name="connsiteY8-2112" fmla="*/ 1666407 h 1736469"/>
              <a:gd name="connsiteX9-2113" fmla="*/ 42250 w 1731346"/>
              <a:gd name="connsiteY9-2114" fmla="*/ 1660372 h 1736469"/>
              <a:gd name="connsiteX10-2115" fmla="*/ 3018 w 1731346"/>
              <a:gd name="connsiteY10-2116" fmla="*/ 1633211 h 1736469"/>
              <a:gd name="connsiteX11-2117" fmla="*/ 0 w 1731346"/>
              <a:gd name="connsiteY11-2118" fmla="*/ 1696585 h 1736469"/>
              <a:gd name="connsiteX12-2119" fmla="*/ 87517 w 1731346"/>
              <a:gd name="connsiteY12-2120" fmla="*/ 1732799 h 1736469"/>
              <a:gd name="connsiteX13-2121" fmla="*/ 187106 w 1731346"/>
              <a:gd name="connsiteY13-2122" fmla="*/ 1729782 h 1736469"/>
              <a:gd name="connsiteX14-2123" fmla="*/ 350068 w 1731346"/>
              <a:gd name="connsiteY14-2124" fmla="*/ 1684514 h 1736469"/>
              <a:gd name="connsiteX15-2125" fmla="*/ 485870 w 1731346"/>
              <a:gd name="connsiteY15-2126" fmla="*/ 1603033 h 1736469"/>
              <a:gd name="connsiteX16-2127" fmla="*/ 639779 w 1731346"/>
              <a:gd name="connsiteY16-2128" fmla="*/ 1470249 h 1736469"/>
              <a:gd name="connsiteX17-2129" fmla="*/ 796705 w 1731346"/>
              <a:gd name="connsiteY17-2130" fmla="*/ 1280126 h 1736469"/>
              <a:gd name="connsiteX18-2131" fmla="*/ 1213165 w 1731346"/>
              <a:gd name="connsiteY18-2132" fmla="*/ 688633 h 1736469"/>
              <a:gd name="connsiteX19-2133" fmla="*/ 1499858 w 1731346"/>
              <a:gd name="connsiteY19-2134" fmla="*/ 308387 h 1736469"/>
              <a:gd name="connsiteX20-2135" fmla="*/ 1723177 w 1731346"/>
              <a:gd name="connsiteY20-2136" fmla="*/ 63944 h 1736469"/>
              <a:gd name="connsiteX21-2137" fmla="*/ 1686963 w 1731346"/>
              <a:gd name="connsiteY21-2138" fmla="*/ 3587 h 1736469"/>
              <a:gd name="connsiteX0-2139" fmla="*/ 1686963 w 1731346"/>
              <a:gd name="connsiteY0-2140" fmla="*/ 3587 h 1736469"/>
              <a:gd name="connsiteX1-2141" fmla="*/ 1581339 w 1731346"/>
              <a:gd name="connsiteY1-2142" fmla="*/ 127318 h 1736469"/>
              <a:gd name="connsiteX2-2143" fmla="*/ 1527018 w 1731346"/>
              <a:gd name="connsiteY2-2144" fmla="*/ 166550 h 1736469"/>
              <a:gd name="connsiteX3-2145" fmla="*/ 1285593 w 1731346"/>
              <a:gd name="connsiteY3-2146" fmla="*/ 404958 h 1736469"/>
              <a:gd name="connsiteX4-2147" fmla="*/ 857062 w 1731346"/>
              <a:gd name="connsiteY4-2148" fmla="*/ 957219 h 1736469"/>
              <a:gd name="connsiteX5-2149" fmla="*/ 609601 w 1731346"/>
              <a:gd name="connsiteY5-2150" fmla="*/ 1295215 h 1736469"/>
              <a:gd name="connsiteX6-2151" fmla="*/ 433293 w 1731346"/>
              <a:gd name="connsiteY6-2152" fmla="*/ 1478193 h 1736469"/>
              <a:gd name="connsiteX7-2153" fmla="*/ 289877 w 1731346"/>
              <a:gd name="connsiteY7-2154" fmla="*/ 1598742 h 1736469"/>
              <a:gd name="connsiteX8-2155" fmla="*/ 135802 w 1731346"/>
              <a:gd name="connsiteY8-2156" fmla="*/ 1666407 h 1736469"/>
              <a:gd name="connsiteX9-2157" fmla="*/ 42250 w 1731346"/>
              <a:gd name="connsiteY9-2158" fmla="*/ 1660372 h 1736469"/>
              <a:gd name="connsiteX10-2159" fmla="*/ 3018 w 1731346"/>
              <a:gd name="connsiteY10-2160" fmla="*/ 1633211 h 1736469"/>
              <a:gd name="connsiteX11-2161" fmla="*/ 0 w 1731346"/>
              <a:gd name="connsiteY11-2162" fmla="*/ 1696585 h 1736469"/>
              <a:gd name="connsiteX12-2163" fmla="*/ 87517 w 1731346"/>
              <a:gd name="connsiteY12-2164" fmla="*/ 1732799 h 1736469"/>
              <a:gd name="connsiteX13-2165" fmla="*/ 187106 w 1731346"/>
              <a:gd name="connsiteY13-2166" fmla="*/ 1729782 h 1736469"/>
              <a:gd name="connsiteX14-2167" fmla="*/ 350068 w 1731346"/>
              <a:gd name="connsiteY14-2168" fmla="*/ 1684514 h 1736469"/>
              <a:gd name="connsiteX15-2169" fmla="*/ 485870 w 1731346"/>
              <a:gd name="connsiteY15-2170" fmla="*/ 1603033 h 1736469"/>
              <a:gd name="connsiteX16-2171" fmla="*/ 639779 w 1731346"/>
              <a:gd name="connsiteY16-2172" fmla="*/ 1470249 h 1736469"/>
              <a:gd name="connsiteX17-2173" fmla="*/ 796705 w 1731346"/>
              <a:gd name="connsiteY17-2174" fmla="*/ 1280126 h 1736469"/>
              <a:gd name="connsiteX18-2175" fmla="*/ 1213165 w 1731346"/>
              <a:gd name="connsiteY18-2176" fmla="*/ 688633 h 1736469"/>
              <a:gd name="connsiteX19-2177" fmla="*/ 1499858 w 1731346"/>
              <a:gd name="connsiteY19-2178" fmla="*/ 308387 h 1736469"/>
              <a:gd name="connsiteX20-2179" fmla="*/ 1723177 w 1731346"/>
              <a:gd name="connsiteY20-2180" fmla="*/ 63944 h 1736469"/>
              <a:gd name="connsiteX21-2181" fmla="*/ 1686963 w 1731346"/>
              <a:gd name="connsiteY21-2182" fmla="*/ 3587 h 1736469"/>
              <a:gd name="connsiteX0-2183" fmla="*/ 1686963 w 1731346"/>
              <a:gd name="connsiteY0-2184" fmla="*/ 3587 h 1736469"/>
              <a:gd name="connsiteX1-2185" fmla="*/ 1581339 w 1731346"/>
              <a:gd name="connsiteY1-2186" fmla="*/ 127318 h 1736469"/>
              <a:gd name="connsiteX2-2187" fmla="*/ 1527018 w 1731346"/>
              <a:gd name="connsiteY2-2188" fmla="*/ 166550 h 1736469"/>
              <a:gd name="connsiteX3-2189" fmla="*/ 1285593 w 1731346"/>
              <a:gd name="connsiteY3-2190" fmla="*/ 404958 h 1736469"/>
              <a:gd name="connsiteX4-2191" fmla="*/ 857062 w 1731346"/>
              <a:gd name="connsiteY4-2192" fmla="*/ 957219 h 1736469"/>
              <a:gd name="connsiteX5-2193" fmla="*/ 633414 w 1731346"/>
              <a:gd name="connsiteY5-2194" fmla="*/ 1345221 h 1736469"/>
              <a:gd name="connsiteX6-2195" fmla="*/ 433293 w 1731346"/>
              <a:gd name="connsiteY6-2196" fmla="*/ 1478193 h 1736469"/>
              <a:gd name="connsiteX7-2197" fmla="*/ 289877 w 1731346"/>
              <a:gd name="connsiteY7-2198" fmla="*/ 1598742 h 1736469"/>
              <a:gd name="connsiteX8-2199" fmla="*/ 135802 w 1731346"/>
              <a:gd name="connsiteY8-2200" fmla="*/ 1666407 h 1736469"/>
              <a:gd name="connsiteX9-2201" fmla="*/ 42250 w 1731346"/>
              <a:gd name="connsiteY9-2202" fmla="*/ 1660372 h 1736469"/>
              <a:gd name="connsiteX10-2203" fmla="*/ 3018 w 1731346"/>
              <a:gd name="connsiteY10-2204" fmla="*/ 1633211 h 1736469"/>
              <a:gd name="connsiteX11-2205" fmla="*/ 0 w 1731346"/>
              <a:gd name="connsiteY11-2206" fmla="*/ 1696585 h 1736469"/>
              <a:gd name="connsiteX12-2207" fmla="*/ 87517 w 1731346"/>
              <a:gd name="connsiteY12-2208" fmla="*/ 1732799 h 1736469"/>
              <a:gd name="connsiteX13-2209" fmla="*/ 187106 w 1731346"/>
              <a:gd name="connsiteY13-2210" fmla="*/ 1729782 h 1736469"/>
              <a:gd name="connsiteX14-2211" fmla="*/ 350068 w 1731346"/>
              <a:gd name="connsiteY14-2212" fmla="*/ 1684514 h 1736469"/>
              <a:gd name="connsiteX15-2213" fmla="*/ 485870 w 1731346"/>
              <a:gd name="connsiteY15-2214" fmla="*/ 1603033 h 1736469"/>
              <a:gd name="connsiteX16-2215" fmla="*/ 639779 w 1731346"/>
              <a:gd name="connsiteY16-2216" fmla="*/ 1470249 h 1736469"/>
              <a:gd name="connsiteX17-2217" fmla="*/ 796705 w 1731346"/>
              <a:gd name="connsiteY17-2218" fmla="*/ 1280126 h 1736469"/>
              <a:gd name="connsiteX18-2219" fmla="*/ 1213165 w 1731346"/>
              <a:gd name="connsiteY18-2220" fmla="*/ 688633 h 1736469"/>
              <a:gd name="connsiteX19-2221" fmla="*/ 1499858 w 1731346"/>
              <a:gd name="connsiteY19-2222" fmla="*/ 308387 h 1736469"/>
              <a:gd name="connsiteX20-2223" fmla="*/ 1723177 w 1731346"/>
              <a:gd name="connsiteY20-2224" fmla="*/ 63944 h 1736469"/>
              <a:gd name="connsiteX21-2225" fmla="*/ 1686963 w 1731346"/>
              <a:gd name="connsiteY21-2226" fmla="*/ 3587 h 1736469"/>
              <a:gd name="connsiteX0-2227" fmla="*/ 1686963 w 1731346"/>
              <a:gd name="connsiteY0-2228" fmla="*/ 3587 h 1736469"/>
              <a:gd name="connsiteX1-2229" fmla="*/ 1581339 w 1731346"/>
              <a:gd name="connsiteY1-2230" fmla="*/ 127318 h 1736469"/>
              <a:gd name="connsiteX2-2231" fmla="*/ 1527018 w 1731346"/>
              <a:gd name="connsiteY2-2232" fmla="*/ 166550 h 1736469"/>
              <a:gd name="connsiteX3-2233" fmla="*/ 1285593 w 1731346"/>
              <a:gd name="connsiteY3-2234" fmla="*/ 404958 h 1736469"/>
              <a:gd name="connsiteX4-2235" fmla="*/ 857062 w 1731346"/>
              <a:gd name="connsiteY4-2236" fmla="*/ 957219 h 1736469"/>
              <a:gd name="connsiteX5-2237" fmla="*/ 595314 w 1731346"/>
              <a:gd name="connsiteY5-2238" fmla="*/ 1309503 h 1736469"/>
              <a:gd name="connsiteX6-2239" fmla="*/ 433293 w 1731346"/>
              <a:gd name="connsiteY6-2240" fmla="*/ 1478193 h 1736469"/>
              <a:gd name="connsiteX7-2241" fmla="*/ 289877 w 1731346"/>
              <a:gd name="connsiteY7-2242" fmla="*/ 1598742 h 1736469"/>
              <a:gd name="connsiteX8-2243" fmla="*/ 135802 w 1731346"/>
              <a:gd name="connsiteY8-2244" fmla="*/ 1666407 h 1736469"/>
              <a:gd name="connsiteX9-2245" fmla="*/ 42250 w 1731346"/>
              <a:gd name="connsiteY9-2246" fmla="*/ 1660372 h 1736469"/>
              <a:gd name="connsiteX10-2247" fmla="*/ 3018 w 1731346"/>
              <a:gd name="connsiteY10-2248" fmla="*/ 1633211 h 1736469"/>
              <a:gd name="connsiteX11-2249" fmla="*/ 0 w 1731346"/>
              <a:gd name="connsiteY11-2250" fmla="*/ 1696585 h 1736469"/>
              <a:gd name="connsiteX12-2251" fmla="*/ 87517 w 1731346"/>
              <a:gd name="connsiteY12-2252" fmla="*/ 1732799 h 1736469"/>
              <a:gd name="connsiteX13-2253" fmla="*/ 187106 w 1731346"/>
              <a:gd name="connsiteY13-2254" fmla="*/ 1729782 h 1736469"/>
              <a:gd name="connsiteX14-2255" fmla="*/ 350068 w 1731346"/>
              <a:gd name="connsiteY14-2256" fmla="*/ 1684514 h 1736469"/>
              <a:gd name="connsiteX15-2257" fmla="*/ 485870 w 1731346"/>
              <a:gd name="connsiteY15-2258" fmla="*/ 1603033 h 1736469"/>
              <a:gd name="connsiteX16-2259" fmla="*/ 639779 w 1731346"/>
              <a:gd name="connsiteY16-2260" fmla="*/ 1470249 h 1736469"/>
              <a:gd name="connsiteX17-2261" fmla="*/ 796705 w 1731346"/>
              <a:gd name="connsiteY17-2262" fmla="*/ 1280126 h 1736469"/>
              <a:gd name="connsiteX18-2263" fmla="*/ 1213165 w 1731346"/>
              <a:gd name="connsiteY18-2264" fmla="*/ 688633 h 1736469"/>
              <a:gd name="connsiteX19-2265" fmla="*/ 1499858 w 1731346"/>
              <a:gd name="connsiteY19-2266" fmla="*/ 308387 h 1736469"/>
              <a:gd name="connsiteX20-2267" fmla="*/ 1723177 w 1731346"/>
              <a:gd name="connsiteY20-2268" fmla="*/ 63944 h 1736469"/>
              <a:gd name="connsiteX21-2269" fmla="*/ 1686963 w 1731346"/>
              <a:gd name="connsiteY21-2270" fmla="*/ 3587 h 1736469"/>
              <a:gd name="connsiteX0-2271" fmla="*/ 1686963 w 1731346"/>
              <a:gd name="connsiteY0-2272" fmla="*/ 3587 h 1736469"/>
              <a:gd name="connsiteX1-2273" fmla="*/ 1581339 w 1731346"/>
              <a:gd name="connsiteY1-2274" fmla="*/ 127318 h 1736469"/>
              <a:gd name="connsiteX2-2275" fmla="*/ 1527018 w 1731346"/>
              <a:gd name="connsiteY2-2276" fmla="*/ 166550 h 1736469"/>
              <a:gd name="connsiteX3-2277" fmla="*/ 1285593 w 1731346"/>
              <a:gd name="connsiteY3-2278" fmla="*/ 404958 h 1736469"/>
              <a:gd name="connsiteX4-2279" fmla="*/ 857062 w 1731346"/>
              <a:gd name="connsiteY4-2280" fmla="*/ 957219 h 1736469"/>
              <a:gd name="connsiteX5-2281" fmla="*/ 595314 w 1731346"/>
              <a:gd name="connsiteY5-2282" fmla="*/ 1309503 h 1736469"/>
              <a:gd name="connsiteX6-2283" fmla="*/ 433293 w 1731346"/>
              <a:gd name="connsiteY6-2284" fmla="*/ 1478193 h 1736469"/>
              <a:gd name="connsiteX7-2285" fmla="*/ 289877 w 1731346"/>
              <a:gd name="connsiteY7-2286" fmla="*/ 1598742 h 1736469"/>
              <a:gd name="connsiteX8-2287" fmla="*/ 140564 w 1731346"/>
              <a:gd name="connsiteY8-2288" fmla="*/ 1692601 h 1736469"/>
              <a:gd name="connsiteX9-2289" fmla="*/ 42250 w 1731346"/>
              <a:gd name="connsiteY9-2290" fmla="*/ 1660372 h 1736469"/>
              <a:gd name="connsiteX10-2291" fmla="*/ 3018 w 1731346"/>
              <a:gd name="connsiteY10-2292" fmla="*/ 1633211 h 1736469"/>
              <a:gd name="connsiteX11-2293" fmla="*/ 0 w 1731346"/>
              <a:gd name="connsiteY11-2294" fmla="*/ 1696585 h 1736469"/>
              <a:gd name="connsiteX12-2295" fmla="*/ 87517 w 1731346"/>
              <a:gd name="connsiteY12-2296" fmla="*/ 1732799 h 1736469"/>
              <a:gd name="connsiteX13-2297" fmla="*/ 187106 w 1731346"/>
              <a:gd name="connsiteY13-2298" fmla="*/ 1729782 h 1736469"/>
              <a:gd name="connsiteX14-2299" fmla="*/ 350068 w 1731346"/>
              <a:gd name="connsiteY14-2300" fmla="*/ 1684514 h 1736469"/>
              <a:gd name="connsiteX15-2301" fmla="*/ 485870 w 1731346"/>
              <a:gd name="connsiteY15-2302" fmla="*/ 1603033 h 1736469"/>
              <a:gd name="connsiteX16-2303" fmla="*/ 639779 w 1731346"/>
              <a:gd name="connsiteY16-2304" fmla="*/ 1470249 h 1736469"/>
              <a:gd name="connsiteX17-2305" fmla="*/ 796705 w 1731346"/>
              <a:gd name="connsiteY17-2306" fmla="*/ 1280126 h 1736469"/>
              <a:gd name="connsiteX18-2307" fmla="*/ 1213165 w 1731346"/>
              <a:gd name="connsiteY18-2308" fmla="*/ 688633 h 1736469"/>
              <a:gd name="connsiteX19-2309" fmla="*/ 1499858 w 1731346"/>
              <a:gd name="connsiteY19-2310" fmla="*/ 308387 h 1736469"/>
              <a:gd name="connsiteX20-2311" fmla="*/ 1723177 w 1731346"/>
              <a:gd name="connsiteY20-2312" fmla="*/ 63944 h 1736469"/>
              <a:gd name="connsiteX21-2313" fmla="*/ 1686963 w 1731346"/>
              <a:gd name="connsiteY21-2314" fmla="*/ 3587 h 1736469"/>
              <a:gd name="connsiteX0-2315" fmla="*/ 1686963 w 1731346"/>
              <a:gd name="connsiteY0-2316" fmla="*/ 3587 h 1736469"/>
              <a:gd name="connsiteX1-2317" fmla="*/ 1581339 w 1731346"/>
              <a:gd name="connsiteY1-2318" fmla="*/ 127318 h 1736469"/>
              <a:gd name="connsiteX2-2319" fmla="*/ 1527018 w 1731346"/>
              <a:gd name="connsiteY2-2320" fmla="*/ 166550 h 1736469"/>
              <a:gd name="connsiteX3-2321" fmla="*/ 1285593 w 1731346"/>
              <a:gd name="connsiteY3-2322" fmla="*/ 404958 h 1736469"/>
              <a:gd name="connsiteX4-2323" fmla="*/ 857062 w 1731346"/>
              <a:gd name="connsiteY4-2324" fmla="*/ 957219 h 1736469"/>
              <a:gd name="connsiteX5-2325" fmla="*/ 595314 w 1731346"/>
              <a:gd name="connsiteY5-2326" fmla="*/ 1309503 h 1736469"/>
              <a:gd name="connsiteX6-2327" fmla="*/ 433293 w 1731346"/>
              <a:gd name="connsiteY6-2328" fmla="*/ 1478193 h 1736469"/>
              <a:gd name="connsiteX7-2329" fmla="*/ 289877 w 1731346"/>
              <a:gd name="connsiteY7-2330" fmla="*/ 1598742 h 1736469"/>
              <a:gd name="connsiteX8-2331" fmla="*/ 142945 w 1731346"/>
              <a:gd name="connsiteY8-2332" fmla="*/ 1664026 h 1736469"/>
              <a:gd name="connsiteX9-2333" fmla="*/ 42250 w 1731346"/>
              <a:gd name="connsiteY9-2334" fmla="*/ 1660372 h 1736469"/>
              <a:gd name="connsiteX10-2335" fmla="*/ 3018 w 1731346"/>
              <a:gd name="connsiteY10-2336" fmla="*/ 1633211 h 1736469"/>
              <a:gd name="connsiteX11-2337" fmla="*/ 0 w 1731346"/>
              <a:gd name="connsiteY11-2338" fmla="*/ 1696585 h 1736469"/>
              <a:gd name="connsiteX12-2339" fmla="*/ 87517 w 1731346"/>
              <a:gd name="connsiteY12-2340" fmla="*/ 1732799 h 1736469"/>
              <a:gd name="connsiteX13-2341" fmla="*/ 187106 w 1731346"/>
              <a:gd name="connsiteY13-2342" fmla="*/ 1729782 h 1736469"/>
              <a:gd name="connsiteX14-2343" fmla="*/ 350068 w 1731346"/>
              <a:gd name="connsiteY14-2344" fmla="*/ 1684514 h 1736469"/>
              <a:gd name="connsiteX15-2345" fmla="*/ 485870 w 1731346"/>
              <a:gd name="connsiteY15-2346" fmla="*/ 1603033 h 1736469"/>
              <a:gd name="connsiteX16-2347" fmla="*/ 639779 w 1731346"/>
              <a:gd name="connsiteY16-2348" fmla="*/ 1470249 h 1736469"/>
              <a:gd name="connsiteX17-2349" fmla="*/ 796705 w 1731346"/>
              <a:gd name="connsiteY17-2350" fmla="*/ 1280126 h 1736469"/>
              <a:gd name="connsiteX18-2351" fmla="*/ 1213165 w 1731346"/>
              <a:gd name="connsiteY18-2352" fmla="*/ 688633 h 1736469"/>
              <a:gd name="connsiteX19-2353" fmla="*/ 1499858 w 1731346"/>
              <a:gd name="connsiteY19-2354" fmla="*/ 308387 h 1736469"/>
              <a:gd name="connsiteX20-2355" fmla="*/ 1723177 w 1731346"/>
              <a:gd name="connsiteY20-2356" fmla="*/ 63944 h 1736469"/>
              <a:gd name="connsiteX21-2357" fmla="*/ 1686963 w 1731346"/>
              <a:gd name="connsiteY21-2358" fmla="*/ 3587 h 1736469"/>
              <a:gd name="connsiteX0-2359" fmla="*/ 1686963 w 1731346"/>
              <a:gd name="connsiteY0-2360" fmla="*/ 3587 h 1739991"/>
              <a:gd name="connsiteX1-2361" fmla="*/ 1581339 w 1731346"/>
              <a:gd name="connsiteY1-2362" fmla="*/ 127318 h 1739991"/>
              <a:gd name="connsiteX2-2363" fmla="*/ 1527018 w 1731346"/>
              <a:gd name="connsiteY2-2364" fmla="*/ 166550 h 1739991"/>
              <a:gd name="connsiteX3-2365" fmla="*/ 1285593 w 1731346"/>
              <a:gd name="connsiteY3-2366" fmla="*/ 404958 h 1739991"/>
              <a:gd name="connsiteX4-2367" fmla="*/ 857062 w 1731346"/>
              <a:gd name="connsiteY4-2368" fmla="*/ 957219 h 1739991"/>
              <a:gd name="connsiteX5-2369" fmla="*/ 595314 w 1731346"/>
              <a:gd name="connsiteY5-2370" fmla="*/ 1309503 h 1739991"/>
              <a:gd name="connsiteX6-2371" fmla="*/ 433293 w 1731346"/>
              <a:gd name="connsiteY6-2372" fmla="*/ 1478193 h 1739991"/>
              <a:gd name="connsiteX7-2373" fmla="*/ 289877 w 1731346"/>
              <a:gd name="connsiteY7-2374" fmla="*/ 1598742 h 1739991"/>
              <a:gd name="connsiteX8-2375" fmla="*/ 142945 w 1731346"/>
              <a:gd name="connsiteY8-2376" fmla="*/ 1664026 h 1739991"/>
              <a:gd name="connsiteX9-2377" fmla="*/ 42250 w 1731346"/>
              <a:gd name="connsiteY9-2378" fmla="*/ 1660372 h 1739991"/>
              <a:gd name="connsiteX10-2379" fmla="*/ 3018 w 1731346"/>
              <a:gd name="connsiteY10-2380" fmla="*/ 1633211 h 1739991"/>
              <a:gd name="connsiteX11-2381" fmla="*/ 0 w 1731346"/>
              <a:gd name="connsiteY11-2382" fmla="*/ 1696585 h 1739991"/>
              <a:gd name="connsiteX12-2383" fmla="*/ 89898 w 1731346"/>
              <a:gd name="connsiteY12-2384" fmla="*/ 1737561 h 1739991"/>
              <a:gd name="connsiteX13-2385" fmla="*/ 187106 w 1731346"/>
              <a:gd name="connsiteY13-2386" fmla="*/ 1729782 h 1739991"/>
              <a:gd name="connsiteX14-2387" fmla="*/ 350068 w 1731346"/>
              <a:gd name="connsiteY14-2388" fmla="*/ 1684514 h 1739991"/>
              <a:gd name="connsiteX15-2389" fmla="*/ 485870 w 1731346"/>
              <a:gd name="connsiteY15-2390" fmla="*/ 1603033 h 1739991"/>
              <a:gd name="connsiteX16-2391" fmla="*/ 639779 w 1731346"/>
              <a:gd name="connsiteY16-2392" fmla="*/ 1470249 h 1739991"/>
              <a:gd name="connsiteX17-2393" fmla="*/ 796705 w 1731346"/>
              <a:gd name="connsiteY17-2394" fmla="*/ 1280126 h 1739991"/>
              <a:gd name="connsiteX18-2395" fmla="*/ 1213165 w 1731346"/>
              <a:gd name="connsiteY18-2396" fmla="*/ 688633 h 1739991"/>
              <a:gd name="connsiteX19-2397" fmla="*/ 1499858 w 1731346"/>
              <a:gd name="connsiteY19-2398" fmla="*/ 308387 h 1739991"/>
              <a:gd name="connsiteX20-2399" fmla="*/ 1723177 w 1731346"/>
              <a:gd name="connsiteY20-2400" fmla="*/ 63944 h 1739991"/>
              <a:gd name="connsiteX21-2401" fmla="*/ 1686963 w 1731346"/>
              <a:gd name="connsiteY21-2402" fmla="*/ 3587 h 1739991"/>
              <a:gd name="connsiteX0-2403" fmla="*/ 1686963 w 1731346"/>
              <a:gd name="connsiteY0-2404" fmla="*/ 3587 h 1739991"/>
              <a:gd name="connsiteX1-2405" fmla="*/ 1581339 w 1731346"/>
              <a:gd name="connsiteY1-2406" fmla="*/ 127318 h 1739991"/>
              <a:gd name="connsiteX2-2407" fmla="*/ 1527018 w 1731346"/>
              <a:gd name="connsiteY2-2408" fmla="*/ 166550 h 1739991"/>
              <a:gd name="connsiteX3-2409" fmla="*/ 1285593 w 1731346"/>
              <a:gd name="connsiteY3-2410" fmla="*/ 404958 h 1739991"/>
              <a:gd name="connsiteX4-2411" fmla="*/ 857062 w 1731346"/>
              <a:gd name="connsiteY4-2412" fmla="*/ 957219 h 1739991"/>
              <a:gd name="connsiteX5-2413" fmla="*/ 595314 w 1731346"/>
              <a:gd name="connsiteY5-2414" fmla="*/ 1309503 h 1739991"/>
              <a:gd name="connsiteX6-2415" fmla="*/ 433293 w 1731346"/>
              <a:gd name="connsiteY6-2416" fmla="*/ 1478193 h 1739991"/>
              <a:gd name="connsiteX7-2417" fmla="*/ 289877 w 1731346"/>
              <a:gd name="connsiteY7-2418" fmla="*/ 1598742 h 1739991"/>
              <a:gd name="connsiteX8-2419" fmla="*/ 142945 w 1731346"/>
              <a:gd name="connsiteY8-2420" fmla="*/ 1664026 h 1739991"/>
              <a:gd name="connsiteX9-2421" fmla="*/ 42250 w 1731346"/>
              <a:gd name="connsiteY9-2422" fmla="*/ 1660372 h 1739991"/>
              <a:gd name="connsiteX10-2423" fmla="*/ 3018 w 1731346"/>
              <a:gd name="connsiteY10-2424" fmla="*/ 1633211 h 1739991"/>
              <a:gd name="connsiteX11-2425" fmla="*/ 0 w 1731346"/>
              <a:gd name="connsiteY11-2426" fmla="*/ 1696585 h 1739991"/>
              <a:gd name="connsiteX12-2427" fmla="*/ 89898 w 1731346"/>
              <a:gd name="connsiteY12-2428" fmla="*/ 1737561 h 1739991"/>
              <a:gd name="connsiteX13-2429" fmla="*/ 220444 w 1731346"/>
              <a:gd name="connsiteY13-2430" fmla="*/ 1729782 h 1739991"/>
              <a:gd name="connsiteX14-2431" fmla="*/ 350068 w 1731346"/>
              <a:gd name="connsiteY14-2432" fmla="*/ 1684514 h 1739991"/>
              <a:gd name="connsiteX15-2433" fmla="*/ 485870 w 1731346"/>
              <a:gd name="connsiteY15-2434" fmla="*/ 1603033 h 1739991"/>
              <a:gd name="connsiteX16-2435" fmla="*/ 639779 w 1731346"/>
              <a:gd name="connsiteY16-2436" fmla="*/ 1470249 h 1739991"/>
              <a:gd name="connsiteX17-2437" fmla="*/ 796705 w 1731346"/>
              <a:gd name="connsiteY17-2438" fmla="*/ 1280126 h 1739991"/>
              <a:gd name="connsiteX18-2439" fmla="*/ 1213165 w 1731346"/>
              <a:gd name="connsiteY18-2440" fmla="*/ 688633 h 1739991"/>
              <a:gd name="connsiteX19-2441" fmla="*/ 1499858 w 1731346"/>
              <a:gd name="connsiteY19-2442" fmla="*/ 308387 h 1739991"/>
              <a:gd name="connsiteX20-2443" fmla="*/ 1723177 w 1731346"/>
              <a:gd name="connsiteY20-2444" fmla="*/ 63944 h 1739991"/>
              <a:gd name="connsiteX21-2445" fmla="*/ 1686963 w 1731346"/>
              <a:gd name="connsiteY21-2446" fmla="*/ 3587 h 17399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731346" h="1739991">
                <a:moveTo>
                  <a:pt x="1686963" y="3587"/>
                </a:moveTo>
                <a:cubicBezTo>
                  <a:pt x="1632389" y="42818"/>
                  <a:pt x="1607996" y="100158"/>
                  <a:pt x="1581339" y="127318"/>
                </a:cubicBezTo>
                <a:cubicBezTo>
                  <a:pt x="1554681" y="154479"/>
                  <a:pt x="1576309" y="120277"/>
                  <a:pt x="1527018" y="166550"/>
                </a:cubicBezTo>
                <a:cubicBezTo>
                  <a:pt x="1477727" y="212823"/>
                  <a:pt x="1397252" y="273180"/>
                  <a:pt x="1285593" y="404958"/>
                </a:cubicBezTo>
                <a:cubicBezTo>
                  <a:pt x="1121624" y="592063"/>
                  <a:pt x="975763" y="800292"/>
                  <a:pt x="857062" y="957219"/>
                </a:cubicBezTo>
                <a:cubicBezTo>
                  <a:pt x="774575" y="1069884"/>
                  <a:pt x="691382" y="1187784"/>
                  <a:pt x="595314" y="1309503"/>
                </a:cubicBezTo>
                <a:cubicBezTo>
                  <a:pt x="536969" y="1375895"/>
                  <a:pt x="484199" y="1429987"/>
                  <a:pt x="433293" y="1478193"/>
                </a:cubicBezTo>
                <a:cubicBezTo>
                  <a:pt x="382387" y="1526399"/>
                  <a:pt x="338268" y="1567770"/>
                  <a:pt x="289877" y="1598742"/>
                </a:cubicBezTo>
                <a:cubicBezTo>
                  <a:pt x="241486" y="1629714"/>
                  <a:pt x="184216" y="1653754"/>
                  <a:pt x="142945" y="1664026"/>
                </a:cubicBezTo>
                <a:cubicBezTo>
                  <a:pt x="101674" y="1674298"/>
                  <a:pt x="65571" y="1665508"/>
                  <a:pt x="42250" y="1660372"/>
                </a:cubicBezTo>
                <a:cubicBezTo>
                  <a:pt x="18929" y="1655236"/>
                  <a:pt x="6036" y="1637738"/>
                  <a:pt x="3018" y="1633211"/>
                </a:cubicBezTo>
                <a:cubicBezTo>
                  <a:pt x="2012" y="1654336"/>
                  <a:pt x="4527" y="1678478"/>
                  <a:pt x="0" y="1696585"/>
                </a:cubicBezTo>
                <a:cubicBezTo>
                  <a:pt x="27160" y="1708656"/>
                  <a:pt x="53157" y="1732028"/>
                  <a:pt x="89898" y="1737561"/>
                </a:cubicBezTo>
                <a:cubicBezTo>
                  <a:pt x="126639" y="1743094"/>
                  <a:pt x="177082" y="1738623"/>
                  <a:pt x="220444" y="1729782"/>
                </a:cubicBezTo>
                <a:cubicBezTo>
                  <a:pt x="263806" y="1720941"/>
                  <a:pt x="305830" y="1705639"/>
                  <a:pt x="350068" y="1684514"/>
                </a:cubicBezTo>
                <a:cubicBezTo>
                  <a:pt x="394306" y="1663389"/>
                  <a:pt x="437585" y="1638744"/>
                  <a:pt x="485870" y="1603033"/>
                </a:cubicBezTo>
                <a:cubicBezTo>
                  <a:pt x="534155" y="1567322"/>
                  <a:pt x="587973" y="1524067"/>
                  <a:pt x="639779" y="1470249"/>
                </a:cubicBezTo>
                <a:cubicBezTo>
                  <a:pt x="691585" y="1416431"/>
                  <a:pt x="699632" y="1411401"/>
                  <a:pt x="796705" y="1280126"/>
                </a:cubicBezTo>
                <a:cubicBezTo>
                  <a:pt x="937537" y="1078938"/>
                  <a:pt x="1095973" y="850589"/>
                  <a:pt x="1213165" y="688633"/>
                </a:cubicBezTo>
                <a:cubicBezTo>
                  <a:pt x="1330357" y="526677"/>
                  <a:pt x="1414353" y="410993"/>
                  <a:pt x="1499858" y="308387"/>
                </a:cubicBezTo>
                <a:cubicBezTo>
                  <a:pt x="1585363" y="205781"/>
                  <a:pt x="1685957" y="111223"/>
                  <a:pt x="1723177" y="63944"/>
                </a:cubicBezTo>
                <a:cubicBezTo>
                  <a:pt x="1735249" y="28736"/>
                  <a:pt x="1741284" y="-12507"/>
                  <a:pt x="1686963" y="358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1672619" y="3576625"/>
            <a:ext cx="404813" cy="581025"/>
          </a:xfrm>
          <a:custGeom>
            <a:avLst/>
            <a:gdLst>
              <a:gd name="connsiteX0" fmla="*/ 371650 w 392510"/>
              <a:gd name="connsiteY0" fmla="*/ 10 h 565923"/>
              <a:gd name="connsiteX1" fmla="*/ 245444 w 392510"/>
              <a:gd name="connsiteY1" fmla="*/ 66685 h 565923"/>
              <a:gd name="connsiteX2" fmla="*/ 126381 w 392510"/>
              <a:gd name="connsiteY2" fmla="*/ 152410 h 565923"/>
              <a:gd name="connsiteX3" fmla="*/ 28750 w 392510"/>
              <a:gd name="connsiteY3" fmla="*/ 283379 h 565923"/>
              <a:gd name="connsiteX4" fmla="*/ 175 w 392510"/>
              <a:gd name="connsiteY4" fmla="*/ 416729 h 565923"/>
              <a:gd name="connsiteX5" fmla="*/ 38275 w 392510"/>
              <a:gd name="connsiteY5" fmla="*/ 557223 h 565923"/>
              <a:gd name="connsiteX6" fmla="*/ 83519 w 392510"/>
              <a:gd name="connsiteY6" fmla="*/ 547698 h 565923"/>
              <a:gd name="connsiteX7" fmla="*/ 66850 w 392510"/>
              <a:gd name="connsiteY7" fmla="*/ 521504 h 565923"/>
              <a:gd name="connsiteX8" fmla="*/ 59706 w 392510"/>
              <a:gd name="connsiteY8" fmla="*/ 461973 h 565923"/>
              <a:gd name="connsiteX9" fmla="*/ 78756 w 392510"/>
              <a:gd name="connsiteY9" fmla="*/ 357198 h 565923"/>
              <a:gd name="connsiteX10" fmla="*/ 169244 w 392510"/>
              <a:gd name="connsiteY10" fmla="*/ 233373 h 565923"/>
              <a:gd name="connsiteX11" fmla="*/ 302594 w 392510"/>
              <a:gd name="connsiteY11" fmla="*/ 121454 h 565923"/>
              <a:gd name="connsiteX12" fmla="*/ 383556 w 392510"/>
              <a:gd name="connsiteY12" fmla="*/ 61923 h 565923"/>
              <a:gd name="connsiteX13" fmla="*/ 371650 w 392510"/>
              <a:gd name="connsiteY13" fmla="*/ 10 h 565923"/>
              <a:gd name="connsiteX0-1" fmla="*/ 371650 w 392510"/>
              <a:gd name="connsiteY0-2" fmla="*/ 10 h 565923"/>
              <a:gd name="connsiteX1-3" fmla="*/ 245444 w 392510"/>
              <a:gd name="connsiteY1-4" fmla="*/ 66685 h 565923"/>
              <a:gd name="connsiteX2-5" fmla="*/ 126381 w 392510"/>
              <a:gd name="connsiteY2-6" fmla="*/ 152410 h 565923"/>
              <a:gd name="connsiteX3-7" fmla="*/ 28750 w 392510"/>
              <a:gd name="connsiteY3-8" fmla="*/ 283379 h 565923"/>
              <a:gd name="connsiteX4-9" fmla="*/ 175 w 392510"/>
              <a:gd name="connsiteY4-10" fmla="*/ 416729 h 565923"/>
              <a:gd name="connsiteX5-11" fmla="*/ 38275 w 392510"/>
              <a:gd name="connsiteY5-12" fmla="*/ 557223 h 565923"/>
              <a:gd name="connsiteX6-13" fmla="*/ 83519 w 392510"/>
              <a:gd name="connsiteY6-14" fmla="*/ 547698 h 565923"/>
              <a:gd name="connsiteX7-15" fmla="*/ 66850 w 392510"/>
              <a:gd name="connsiteY7-16" fmla="*/ 521504 h 565923"/>
              <a:gd name="connsiteX8-17" fmla="*/ 66849 w 392510"/>
              <a:gd name="connsiteY8-18" fmla="*/ 459592 h 565923"/>
              <a:gd name="connsiteX9-19" fmla="*/ 78756 w 392510"/>
              <a:gd name="connsiteY9-20" fmla="*/ 357198 h 565923"/>
              <a:gd name="connsiteX10-21" fmla="*/ 169244 w 392510"/>
              <a:gd name="connsiteY10-22" fmla="*/ 233373 h 565923"/>
              <a:gd name="connsiteX11-23" fmla="*/ 302594 w 392510"/>
              <a:gd name="connsiteY11-24" fmla="*/ 121454 h 565923"/>
              <a:gd name="connsiteX12-25" fmla="*/ 383556 w 392510"/>
              <a:gd name="connsiteY12-26" fmla="*/ 61923 h 565923"/>
              <a:gd name="connsiteX13-27" fmla="*/ 371650 w 392510"/>
              <a:gd name="connsiteY13-28" fmla="*/ 10 h 565923"/>
              <a:gd name="connsiteX0-29" fmla="*/ 354982 w 386147"/>
              <a:gd name="connsiteY0-30" fmla="*/ 25 h 537363"/>
              <a:gd name="connsiteX1-31" fmla="*/ 245444 w 386147"/>
              <a:gd name="connsiteY1-32" fmla="*/ 38125 h 537363"/>
              <a:gd name="connsiteX2-33" fmla="*/ 126381 w 386147"/>
              <a:gd name="connsiteY2-34" fmla="*/ 123850 h 537363"/>
              <a:gd name="connsiteX3-35" fmla="*/ 28750 w 386147"/>
              <a:gd name="connsiteY3-36" fmla="*/ 254819 h 537363"/>
              <a:gd name="connsiteX4-37" fmla="*/ 175 w 386147"/>
              <a:gd name="connsiteY4-38" fmla="*/ 388169 h 537363"/>
              <a:gd name="connsiteX5-39" fmla="*/ 38275 w 386147"/>
              <a:gd name="connsiteY5-40" fmla="*/ 528663 h 537363"/>
              <a:gd name="connsiteX6-41" fmla="*/ 83519 w 386147"/>
              <a:gd name="connsiteY6-42" fmla="*/ 519138 h 537363"/>
              <a:gd name="connsiteX7-43" fmla="*/ 66850 w 386147"/>
              <a:gd name="connsiteY7-44" fmla="*/ 492944 h 537363"/>
              <a:gd name="connsiteX8-45" fmla="*/ 66849 w 386147"/>
              <a:gd name="connsiteY8-46" fmla="*/ 431032 h 537363"/>
              <a:gd name="connsiteX9-47" fmla="*/ 78756 w 386147"/>
              <a:gd name="connsiteY9-48" fmla="*/ 328638 h 537363"/>
              <a:gd name="connsiteX10-49" fmla="*/ 169244 w 386147"/>
              <a:gd name="connsiteY10-50" fmla="*/ 204813 h 537363"/>
              <a:gd name="connsiteX11-51" fmla="*/ 302594 w 386147"/>
              <a:gd name="connsiteY11-52" fmla="*/ 92894 h 537363"/>
              <a:gd name="connsiteX12-53" fmla="*/ 383556 w 386147"/>
              <a:gd name="connsiteY12-54" fmla="*/ 33363 h 537363"/>
              <a:gd name="connsiteX13-55" fmla="*/ 354982 w 386147"/>
              <a:gd name="connsiteY13-56" fmla="*/ 25 h 537363"/>
              <a:gd name="connsiteX0-57" fmla="*/ 354982 w 386147"/>
              <a:gd name="connsiteY0-58" fmla="*/ 16 h 549260"/>
              <a:gd name="connsiteX1-59" fmla="*/ 245444 w 386147"/>
              <a:gd name="connsiteY1-60" fmla="*/ 50022 h 549260"/>
              <a:gd name="connsiteX2-61" fmla="*/ 126381 w 386147"/>
              <a:gd name="connsiteY2-62" fmla="*/ 135747 h 549260"/>
              <a:gd name="connsiteX3-63" fmla="*/ 28750 w 386147"/>
              <a:gd name="connsiteY3-64" fmla="*/ 266716 h 549260"/>
              <a:gd name="connsiteX4-65" fmla="*/ 175 w 386147"/>
              <a:gd name="connsiteY4-66" fmla="*/ 400066 h 549260"/>
              <a:gd name="connsiteX5-67" fmla="*/ 38275 w 386147"/>
              <a:gd name="connsiteY5-68" fmla="*/ 540560 h 549260"/>
              <a:gd name="connsiteX6-69" fmla="*/ 83519 w 386147"/>
              <a:gd name="connsiteY6-70" fmla="*/ 531035 h 549260"/>
              <a:gd name="connsiteX7-71" fmla="*/ 66850 w 386147"/>
              <a:gd name="connsiteY7-72" fmla="*/ 504841 h 549260"/>
              <a:gd name="connsiteX8-73" fmla="*/ 66849 w 386147"/>
              <a:gd name="connsiteY8-74" fmla="*/ 442929 h 549260"/>
              <a:gd name="connsiteX9-75" fmla="*/ 78756 w 386147"/>
              <a:gd name="connsiteY9-76" fmla="*/ 340535 h 549260"/>
              <a:gd name="connsiteX10-77" fmla="*/ 169244 w 386147"/>
              <a:gd name="connsiteY10-78" fmla="*/ 216710 h 549260"/>
              <a:gd name="connsiteX11-79" fmla="*/ 302594 w 386147"/>
              <a:gd name="connsiteY11-80" fmla="*/ 104791 h 549260"/>
              <a:gd name="connsiteX12-81" fmla="*/ 383556 w 386147"/>
              <a:gd name="connsiteY12-82" fmla="*/ 45260 h 549260"/>
              <a:gd name="connsiteX13-83" fmla="*/ 354982 w 386147"/>
              <a:gd name="connsiteY13-84" fmla="*/ 16 h 549260"/>
              <a:gd name="connsiteX0-85" fmla="*/ 354982 w 387403"/>
              <a:gd name="connsiteY0-86" fmla="*/ 3159 h 552403"/>
              <a:gd name="connsiteX1-87" fmla="*/ 245444 w 387403"/>
              <a:gd name="connsiteY1-88" fmla="*/ 53165 h 552403"/>
              <a:gd name="connsiteX2-89" fmla="*/ 126381 w 387403"/>
              <a:gd name="connsiteY2-90" fmla="*/ 138890 h 552403"/>
              <a:gd name="connsiteX3-91" fmla="*/ 28750 w 387403"/>
              <a:gd name="connsiteY3-92" fmla="*/ 269859 h 552403"/>
              <a:gd name="connsiteX4-93" fmla="*/ 175 w 387403"/>
              <a:gd name="connsiteY4-94" fmla="*/ 403209 h 552403"/>
              <a:gd name="connsiteX5-95" fmla="*/ 38275 w 387403"/>
              <a:gd name="connsiteY5-96" fmla="*/ 543703 h 552403"/>
              <a:gd name="connsiteX6-97" fmla="*/ 83519 w 387403"/>
              <a:gd name="connsiteY6-98" fmla="*/ 534178 h 552403"/>
              <a:gd name="connsiteX7-99" fmla="*/ 66850 w 387403"/>
              <a:gd name="connsiteY7-100" fmla="*/ 507984 h 552403"/>
              <a:gd name="connsiteX8-101" fmla="*/ 66849 w 387403"/>
              <a:gd name="connsiteY8-102" fmla="*/ 446072 h 552403"/>
              <a:gd name="connsiteX9-103" fmla="*/ 78756 w 387403"/>
              <a:gd name="connsiteY9-104" fmla="*/ 343678 h 552403"/>
              <a:gd name="connsiteX10-105" fmla="*/ 169244 w 387403"/>
              <a:gd name="connsiteY10-106" fmla="*/ 219853 h 552403"/>
              <a:gd name="connsiteX11-107" fmla="*/ 302594 w 387403"/>
              <a:gd name="connsiteY11-108" fmla="*/ 107934 h 552403"/>
              <a:gd name="connsiteX12-109" fmla="*/ 383556 w 387403"/>
              <a:gd name="connsiteY12-110" fmla="*/ 48403 h 552403"/>
              <a:gd name="connsiteX13-111" fmla="*/ 354982 w 387403"/>
              <a:gd name="connsiteY13-112" fmla="*/ 3159 h 552403"/>
              <a:gd name="connsiteX0-113" fmla="*/ 354982 w 388329"/>
              <a:gd name="connsiteY0-114" fmla="*/ 189 h 549433"/>
              <a:gd name="connsiteX1-115" fmla="*/ 245444 w 388329"/>
              <a:gd name="connsiteY1-116" fmla="*/ 50195 h 549433"/>
              <a:gd name="connsiteX2-117" fmla="*/ 126381 w 388329"/>
              <a:gd name="connsiteY2-118" fmla="*/ 135920 h 549433"/>
              <a:gd name="connsiteX3-119" fmla="*/ 28750 w 388329"/>
              <a:gd name="connsiteY3-120" fmla="*/ 266889 h 549433"/>
              <a:gd name="connsiteX4-121" fmla="*/ 175 w 388329"/>
              <a:gd name="connsiteY4-122" fmla="*/ 400239 h 549433"/>
              <a:gd name="connsiteX5-123" fmla="*/ 38275 w 388329"/>
              <a:gd name="connsiteY5-124" fmla="*/ 540733 h 549433"/>
              <a:gd name="connsiteX6-125" fmla="*/ 83519 w 388329"/>
              <a:gd name="connsiteY6-126" fmla="*/ 531208 h 549433"/>
              <a:gd name="connsiteX7-127" fmla="*/ 66850 w 388329"/>
              <a:gd name="connsiteY7-128" fmla="*/ 505014 h 549433"/>
              <a:gd name="connsiteX8-129" fmla="*/ 66849 w 388329"/>
              <a:gd name="connsiteY8-130" fmla="*/ 443102 h 549433"/>
              <a:gd name="connsiteX9-131" fmla="*/ 78756 w 388329"/>
              <a:gd name="connsiteY9-132" fmla="*/ 340708 h 549433"/>
              <a:gd name="connsiteX10-133" fmla="*/ 169244 w 388329"/>
              <a:gd name="connsiteY10-134" fmla="*/ 216883 h 549433"/>
              <a:gd name="connsiteX11-135" fmla="*/ 302594 w 388329"/>
              <a:gd name="connsiteY11-136" fmla="*/ 104964 h 549433"/>
              <a:gd name="connsiteX12-137" fmla="*/ 385938 w 388329"/>
              <a:gd name="connsiteY12-138" fmla="*/ 35908 h 549433"/>
              <a:gd name="connsiteX13-139" fmla="*/ 354982 w 388329"/>
              <a:gd name="connsiteY13-140" fmla="*/ 189 h 549433"/>
              <a:gd name="connsiteX0-141" fmla="*/ 354982 w 394104"/>
              <a:gd name="connsiteY0-142" fmla="*/ 562 h 549806"/>
              <a:gd name="connsiteX1-143" fmla="*/ 245444 w 394104"/>
              <a:gd name="connsiteY1-144" fmla="*/ 50568 h 549806"/>
              <a:gd name="connsiteX2-145" fmla="*/ 126381 w 394104"/>
              <a:gd name="connsiteY2-146" fmla="*/ 136293 h 549806"/>
              <a:gd name="connsiteX3-147" fmla="*/ 28750 w 394104"/>
              <a:gd name="connsiteY3-148" fmla="*/ 267262 h 549806"/>
              <a:gd name="connsiteX4-149" fmla="*/ 175 w 394104"/>
              <a:gd name="connsiteY4-150" fmla="*/ 400612 h 549806"/>
              <a:gd name="connsiteX5-151" fmla="*/ 38275 w 394104"/>
              <a:gd name="connsiteY5-152" fmla="*/ 541106 h 549806"/>
              <a:gd name="connsiteX6-153" fmla="*/ 83519 w 394104"/>
              <a:gd name="connsiteY6-154" fmla="*/ 531581 h 549806"/>
              <a:gd name="connsiteX7-155" fmla="*/ 66850 w 394104"/>
              <a:gd name="connsiteY7-156" fmla="*/ 505387 h 549806"/>
              <a:gd name="connsiteX8-157" fmla="*/ 66849 w 394104"/>
              <a:gd name="connsiteY8-158" fmla="*/ 443475 h 549806"/>
              <a:gd name="connsiteX9-159" fmla="*/ 78756 w 394104"/>
              <a:gd name="connsiteY9-160" fmla="*/ 341081 h 549806"/>
              <a:gd name="connsiteX10-161" fmla="*/ 169244 w 394104"/>
              <a:gd name="connsiteY10-162" fmla="*/ 217256 h 549806"/>
              <a:gd name="connsiteX11-163" fmla="*/ 302594 w 394104"/>
              <a:gd name="connsiteY11-164" fmla="*/ 105337 h 549806"/>
              <a:gd name="connsiteX12-165" fmla="*/ 385938 w 394104"/>
              <a:gd name="connsiteY12-166" fmla="*/ 36281 h 549806"/>
              <a:gd name="connsiteX13-167" fmla="*/ 354982 w 394104"/>
              <a:gd name="connsiteY13-168" fmla="*/ 562 h 549806"/>
              <a:gd name="connsiteX0-169" fmla="*/ 354982 w 397053"/>
              <a:gd name="connsiteY0-170" fmla="*/ 5245 h 554489"/>
              <a:gd name="connsiteX1-171" fmla="*/ 245444 w 397053"/>
              <a:gd name="connsiteY1-172" fmla="*/ 55251 h 554489"/>
              <a:gd name="connsiteX2-173" fmla="*/ 126381 w 397053"/>
              <a:gd name="connsiteY2-174" fmla="*/ 140976 h 554489"/>
              <a:gd name="connsiteX3-175" fmla="*/ 28750 w 397053"/>
              <a:gd name="connsiteY3-176" fmla="*/ 271945 h 554489"/>
              <a:gd name="connsiteX4-177" fmla="*/ 175 w 397053"/>
              <a:gd name="connsiteY4-178" fmla="*/ 405295 h 554489"/>
              <a:gd name="connsiteX5-179" fmla="*/ 38275 w 397053"/>
              <a:gd name="connsiteY5-180" fmla="*/ 545789 h 554489"/>
              <a:gd name="connsiteX6-181" fmla="*/ 83519 w 397053"/>
              <a:gd name="connsiteY6-182" fmla="*/ 536264 h 554489"/>
              <a:gd name="connsiteX7-183" fmla="*/ 66850 w 397053"/>
              <a:gd name="connsiteY7-184" fmla="*/ 510070 h 554489"/>
              <a:gd name="connsiteX8-185" fmla="*/ 66849 w 397053"/>
              <a:gd name="connsiteY8-186" fmla="*/ 448158 h 554489"/>
              <a:gd name="connsiteX9-187" fmla="*/ 78756 w 397053"/>
              <a:gd name="connsiteY9-188" fmla="*/ 345764 h 554489"/>
              <a:gd name="connsiteX10-189" fmla="*/ 169244 w 397053"/>
              <a:gd name="connsiteY10-190" fmla="*/ 221939 h 554489"/>
              <a:gd name="connsiteX11-191" fmla="*/ 302594 w 397053"/>
              <a:gd name="connsiteY11-192" fmla="*/ 110020 h 554489"/>
              <a:gd name="connsiteX12-193" fmla="*/ 385938 w 397053"/>
              <a:gd name="connsiteY12-194" fmla="*/ 40964 h 554489"/>
              <a:gd name="connsiteX13-195" fmla="*/ 354982 w 397053"/>
              <a:gd name="connsiteY13-196" fmla="*/ 5245 h 554489"/>
              <a:gd name="connsiteX0-197" fmla="*/ 354982 w 384129"/>
              <a:gd name="connsiteY0-198" fmla="*/ 9 h 549253"/>
              <a:gd name="connsiteX1-199" fmla="*/ 245444 w 384129"/>
              <a:gd name="connsiteY1-200" fmla="*/ 50015 h 549253"/>
              <a:gd name="connsiteX2-201" fmla="*/ 126381 w 384129"/>
              <a:gd name="connsiteY2-202" fmla="*/ 135740 h 549253"/>
              <a:gd name="connsiteX3-203" fmla="*/ 28750 w 384129"/>
              <a:gd name="connsiteY3-204" fmla="*/ 266709 h 549253"/>
              <a:gd name="connsiteX4-205" fmla="*/ 175 w 384129"/>
              <a:gd name="connsiteY4-206" fmla="*/ 400059 h 549253"/>
              <a:gd name="connsiteX5-207" fmla="*/ 38275 w 384129"/>
              <a:gd name="connsiteY5-208" fmla="*/ 540553 h 549253"/>
              <a:gd name="connsiteX6-209" fmla="*/ 83519 w 384129"/>
              <a:gd name="connsiteY6-210" fmla="*/ 531028 h 549253"/>
              <a:gd name="connsiteX7-211" fmla="*/ 66850 w 384129"/>
              <a:gd name="connsiteY7-212" fmla="*/ 504834 h 549253"/>
              <a:gd name="connsiteX8-213" fmla="*/ 66849 w 384129"/>
              <a:gd name="connsiteY8-214" fmla="*/ 442922 h 549253"/>
              <a:gd name="connsiteX9-215" fmla="*/ 78756 w 384129"/>
              <a:gd name="connsiteY9-216" fmla="*/ 340528 h 549253"/>
              <a:gd name="connsiteX10-217" fmla="*/ 169244 w 384129"/>
              <a:gd name="connsiteY10-218" fmla="*/ 216703 h 549253"/>
              <a:gd name="connsiteX11-219" fmla="*/ 302594 w 384129"/>
              <a:gd name="connsiteY11-220" fmla="*/ 104784 h 549253"/>
              <a:gd name="connsiteX12-221" fmla="*/ 374031 w 384129"/>
              <a:gd name="connsiteY12-222" fmla="*/ 47634 h 549253"/>
              <a:gd name="connsiteX13-223" fmla="*/ 354982 w 384129"/>
              <a:gd name="connsiteY13-224" fmla="*/ 9 h 549253"/>
              <a:gd name="connsiteX0-225" fmla="*/ 354982 w 395312"/>
              <a:gd name="connsiteY0-226" fmla="*/ 8744 h 557988"/>
              <a:gd name="connsiteX1-227" fmla="*/ 245444 w 395312"/>
              <a:gd name="connsiteY1-228" fmla="*/ 58750 h 557988"/>
              <a:gd name="connsiteX2-229" fmla="*/ 126381 w 395312"/>
              <a:gd name="connsiteY2-230" fmla="*/ 144475 h 557988"/>
              <a:gd name="connsiteX3-231" fmla="*/ 28750 w 395312"/>
              <a:gd name="connsiteY3-232" fmla="*/ 275444 h 557988"/>
              <a:gd name="connsiteX4-233" fmla="*/ 175 w 395312"/>
              <a:gd name="connsiteY4-234" fmla="*/ 408794 h 557988"/>
              <a:gd name="connsiteX5-235" fmla="*/ 38275 w 395312"/>
              <a:gd name="connsiteY5-236" fmla="*/ 549288 h 557988"/>
              <a:gd name="connsiteX6-237" fmla="*/ 83519 w 395312"/>
              <a:gd name="connsiteY6-238" fmla="*/ 539763 h 557988"/>
              <a:gd name="connsiteX7-239" fmla="*/ 66850 w 395312"/>
              <a:gd name="connsiteY7-240" fmla="*/ 513569 h 557988"/>
              <a:gd name="connsiteX8-241" fmla="*/ 66849 w 395312"/>
              <a:gd name="connsiteY8-242" fmla="*/ 451657 h 557988"/>
              <a:gd name="connsiteX9-243" fmla="*/ 78756 w 395312"/>
              <a:gd name="connsiteY9-244" fmla="*/ 349263 h 557988"/>
              <a:gd name="connsiteX10-245" fmla="*/ 169244 w 395312"/>
              <a:gd name="connsiteY10-246" fmla="*/ 225438 h 557988"/>
              <a:gd name="connsiteX11-247" fmla="*/ 302594 w 395312"/>
              <a:gd name="connsiteY11-248" fmla="*/ 113519 h 557988"/>
              <a:gd name="connsiteX12-249" fmla="*/ 374031 w 395312"/>
              <a:gd name="connsiteY12-250" fmla="*/ 56369 h 557988"/>
              <a:gd name="connsiteX13-251" fmla="*/ 394650 w 395312"/>
              <a:gd name="connsiteY13-252" fmla="*/ 4556 h 557988"/>
              <a:gd name="connsiteX14" fmla="*/ 354982 w 395312"/>
              <a:gd name="connsiteY14" fmla="*/ 8744 h 557988"/>
              <a:gd name="connsiteX0-253" fmla="*/ 354982 w 397977"/>
              <a:gd name="connsiteY0-254" fmla="*/ 8744 h 557988"/>
              <a:gd name="connsiteX1-255" fmla="*/ 245444 w 397977"/>
              <a:gd name="connsiteY1-256" fmla="*/ 58750 h 557988"/>
              <a:gd name="connsiteX2-257" fmla="*/ 126381 w 397977"/>
              <a:gd name="connsiteY2-258" fmla="*/ 144475 h 557988"/>
              <a:gd name="connsiteX3-259" fmla="*/ 28750 w 397977"/>
              <a:gd name="connsiteY3-260" fmla="*/ 275444 h 557988"/>
              <a:gd name="connsiteX4-261" fmla="*/ 175 w 397977"/>
              <a:gd name="connsiteY4-262" fmla="*/ 408794 h 557988"/>
              <a:gd name="connsiteX5-263" fmla="*/ 38275 w 397977"/>
              <a:gd name="connsiteY5-264" fmla="*/ 549288 h 557988"/>
              <a:gd name="connsiteX6-265" fmla="*/ 83519 w 397977"/>
              <a:gd name="connsiteY6-266" fmla="*/ 539763 h 557988"/>
              <a:gd name="connsiteX7-267" fmla="*/ 66850 w 397977"/>
              <a:gd name="connsiteY7-268" fmla="*/ 513569 h 557988"/>
              <a:gd name="connsiteX8-269" fmla="*/ 66849 w 397977"/>
              <a:gd name="connsiteY8-270" fmla="*/ 451657 h 557988"/>
              <a:gd name="connsiteX9-271" fmla="*/ 78756 w 397977"/>
              <a:gd name="connsiteY9-272" fmla="*/ 349263 h 557988"/>
              <a:gd name="connsiteX10-273" fmla="*/ 169244 w 397977"/>
              <a:gd name="connsiteY10-274" fmla="*/ 225438 h 557988"/>
              <a:gd name="connsiteX11-275" fmla="*/ 302594 w 397977"/>
              <a:gd name="connsiteY11-276" fmla="*/ 113519 h 557988"/>
              <a:gd name="connsiteX12-277" fmla="*/ 374031 w 397977"/>
              <a:gd name="connsiteY12-278" fmla="*/ 56369 h 557988"/>
              <a:gd name="connsiteX13-279" fmla="*/ 394650 w 397977"/>
              <a:gd name="connsiteY13-280" fmla="*/ 4556 h 557988"/>
              <a:gd name="connsiteX14-281" fmla="*/ 354982 w 397977"/>
              <a:gd name="connsiteY14-282" fmla="*/ 8744 h 557988"/>
              <a:gd name="connsiteX0-283" fmla="*/ 354982 w 404483"/>
              <a:gd name="connsiteY0-284" fmla="*/ 7166 h 556410"/>
              <a:gd name="connsiteX1-285" fmla="*/ 245444 w 404483"/>
              <a:gd name="connsiteY1-286" fmla="*/ 57172 h 556410"/>
              <a:gd name="connsiteX2-287" fmla="*/ 126381 w 404483"/>
              <a:gd name="connsiteY2-288" fmla="*/ 142897 h 556410"/>
              <a:gd name="connsiteX3-289" fmla="*/ 28750 w 404483"/>
              <a:gd name="connsiteY3-290" fmla="*/ 273866 h 556410"/>
              <a:gd name="connsiteX4-291" fmla="*/ 175 w 404483"/>
              <a:gd name="connsiteY4-292" fmla="*/ 407216 h 556410"/>
              <a:gd name="connsiteX5-293" fmla="*/ 38275 w 404483"/>
              <a:gd name="connsiteY5-294" fmla="*/ 547710 h 556410"/>
              <a:gd name="connsiteX6-295" fmla="*/ 83519 w 404483"/>
              <a:gd name="connsiteY6-296" fmla="*/ 538185 h 556410"/>
              <a:gd name="connsiteX7-297" fmla="*/ 66850 w 404483"/>
              <a:gd name="connsiteY7-298" fmla="*/ 511991 h 556410"/>
              <a:gd name="connsiteX8-299" fmla="*/ 66849 w 404483"/>
              <a:gd name="connsiteY8-300" fmla="*/ 450079 h 556410"/>
              <a:gd name="connsiteX9-301" fmla="*/ 78756 w 404483"/>
              <a:gd name="connsiteY9-302" fmla="*/ 347685 h 556410"/>
              <a:gd name="connsiteX10-303" fmla="*/ 169244 w 404483"/>
              <a:gd name="connsiteY10-304" fmla="*/ 223860 h 556410"/>
              <a:gd name="connsiteX11-305" fmla="*/ 302594 w 404483"/>
              <a:gd name="connsiteY11-306" fmla="*/ 111941 h 556410"/>
              <a:gd name="connsiteX12-307" fmla="*/ 374031 w 404483"/>
              <a:gd name="connsiteY12-308" fmla="*/ 54791 h 556410"/>
              <a:gd name="connsiteX13-309" fmla="*/ 401794 w 404483"/>
              <a:gd name="connsiteY13-310" fmla="*/ 5360 h 556410"/>
              <a:gd name="connsiteX14-311" fmla="*/ 354982 w 404483"/>
              <a:gd name="connsiteY14-312" fmla="*/ 7166 h 556410"/>
              <a:gd name="connsiteX0-313" fmla="*/ 354982 w 404483"/>
              <a:gd name="connsiteY0-314" fmla="*/ 7166 h 556410"/>
              <a:gd name="connsiteX1-315" fmla="*/ 245444 w 404483"/>
              <a:gd name="connsiteY1-316" fmla="*/ 57172 h 556410"/>
              <a:gd name="connsiteX2-317" fmla="*/ 126381 w 404483"/>
              <a:gd name="connsiteY2-318" fmla="*/ 142897 h 556410"/>
              <a:gd name="connsiteX3-319" fmla="*/ 28750 w 404483"/>
              <a:gd name="connsiteY3-320" fmla="*/ 273866 h 556410"/>
              <a:gd name="connsiteX4-321" fmla="*/ 175 w 404483"/>
              <a:gd name="connsiteY4-322" fmla="*/ 407216 h 556410"/>
              <a:gd name="connsiteX5-323" fmla="*/ 38275 w 404483"/>
              <a:gd name="connsiteY5-324" fmla="*/ 547710 h 556410"/>
              <a:gd name="connsiteX6-325" fmla="*/ 83519 w 404483"/>
              <a:gd name="connsiteY6-326" fmla="*/ 538185 h 556410"/>
              <a:gd name="connsiteX7-327" fmla="*/ 66850 w 404483"/>
              <a:gd name="connsiteY7-328" fmla="*/ 511991 h 556410"/>
              <a:gd name="connsiteX8-329" fmla="*/ 62086 w 404483"/>
              <a:gd name="connsiteY8-330" fmla="*/ 450079 h 556410"/>
              <a:gd name="connsiteX9-331" fmla="*/ 78756 w 404483"/>
              <a:gd name="connsiteY9-332" fmla="*/ 347685 h 556410"/>
              <a:gd name="connsiteX10-333" fmla="*/ 169244 w 404483"/>
              <a:gd name="connsiteY10-334" fmla="*/ 223860 h 556410"/>
              <a:gd name="connsiteX11-335" fmla="*/ 302594 w 404483"/>
              <a:gd name="connsiteY11-336" fmla="*/ 111941 h 556410"/>
              <a:gd name="connsiteX12-337" fmla="*/ 374031 w 404483"/>
              <a:gd name="connsiteY12-338" fmla="*/ 54791 h 556410"/>
              <a:gd name="connsiteX13-339" fmla="*/ 401794 w 404483"/>
              <a:gd name="connsiteY13-340" fmla="*/ 5360 h 556410"/>
              <a:gd name="connsiteX14-341" fmla="*/ 354982 w 404483"/>
              <a:gd name="connsiteY14-342" fmla="*/ 7166 h 556410"/>
              <a:gd name="connsiteX0-343" fmla="*/ 354982 w 404483"/>
              <a:gd name="connsiteY0-344" fmla="*/ 7166 h 580155"/>
              <a:gd name="connsiteX1-345" fmla="*/ 245444 w 404483"/>
              <a:gd name="connsiteY1-346" fmla="*/ 57172 h 580155"/>
              <a:gd name="connsiteX2-347" fmla="*/ 126381 w 404483"/>
              <a:gd name="connsiteY2-348" fmla="*/ 142897 h 580155"/>
              <a:gd name="connsiteX3-349" fmla="*/ 28750 w 404483"/>
              <a:gd name="connsiteY3-350" fmla="*/ 273866 h 580155"/>
              <a:gd name="connsiteX4-351" fmla="*/ 175 w 404483"/>
              <a:gd name="connsiteY4-352" fmla="*/ 407216 h 580155"/>
              <a:gd name="connsiteX5-353" fmla="*/ 38275 w 404483"/>
              <a:gd name="connsiteY5-354" fmla="*/ 547710 h 580155"/>
              <a:gd name="connsiteX6-355" fmla="*/ 75562 w 404483"/>
              <a:gd name="connsiteY6-356" fmla="*/ 579893 h 580155"/>
              <a:gd name="connsiteX7-357" fmla="*/ 83519 w 404483"/>
              <a:gd name="connsiteY7-358" fmla="*/ 538185 h 580155"/>
              <a:gd name="connsiteX8-359" fmla="*/ 66850 w 404483"/>
              <a:gd name="connsiteY8-360" fmla="*/ 511991 h 580155"/>
              <a:gd name="connsiteX9-361" fmla="*/ 62086 w 404483"/>
              <a:gd name="connsiteY9-362" fmla="*/ 450079 h 580155"/>
              <a:gd name="connsiteX10-363" fmla="*/ 78756 w 404483"/>
              <a:gd name="connsiteY10-364" fmla="*/ 347685 h 580155"/>
              <a:gd name="connsiteX11-365" fmla="*/ 169244 w 404483"/>
              <a:gd name="connsiteY11-366" fmla="*/ 223860 h 580155"/>
              <a:gd name="connsiteX12-367" fmla="*/ 302594 w 404483"/>
              <a:gd name="connsiteY12-368" fmla="*/ 111941 h 580155"/>
              <a:gd name="connsiteX13-369" fmla="*/ 374031 w 404483"/>
              <a:gd name="connsiteY13-370" fmla="*/ 54791 h 580155"/>
              <a:gd name="connsiteX14-371" fmla="*/ 401794 w 404483"/>
              <a:gd name="connsiteY14-372" fmla="*/ 5360 h 580155"/>
              <a:gd name="connsiteX15" fmla="*/ 354982 w 404483"/>
              <a:gd name="connsiteY15" fmla="*/ 7166 h 58015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81" y="connsiteY14-282"/>
              </a:cxn>
              <a:cxn ang="0">
                <a:pos x="connsiteX15" y="connsiteY15"/>
              </a:cxn>
            </a:cxnLst>
            <a:rect l="l" t="t" r="r" b="b"/>
            <a:pathLst>
              <a:path w="404483" h="580155">
                <a:moveTo>
                  <a:pt x="354982" y="7166"/>
                </a:moveTo>
                <a:cubicBezTo>
                  <a:pt x="328924" y="15801"/>
                  <a:pt x="283544" y="34550"/>
                  <a:pt x="245444" y="57172"/>
                </a:cubicBezTo>
                <a:cubicBezTo>
                  <a:pt x="207344" y="79794"/>
                  <a:pt x="162497" y="106781"/>
                  <a:pt x="126381" y="142897"/>
                </a:cubicBezTo>
                <a:cubicBezTo>
                  <a:pt x="90265" y="179013"/>
                  <a:pt x="49784" y="229813"/>
                  <a:pt x="28750" y="273866"/>
                </a:cubicBezTo>
                <a:cubicBezTo>
                  <a:pt x="7716" y="317919"/>
                  <a:pt x="-1412" y="361575"/>
                  <a:pt x="175" y="407216"/>
                </a:cubicBezTo>
                <a:cubicBezTo>
                  <a:pt x="1762" y="452857"/>
                  <a:pt x="25711" y="518931"/>
                  <a:pt x="38275" y="547710"/>
                </a:cubicBezTo>
                <a:cubicBezTo>
                  <a:pt x="50840" y="576490"/>
                  <a:pt x="68021" y="581481"/>
                  <a:pt x="75562" y="579893"/>
                </a:cubicBezTo>
                <a:cubicBezTo>
                  <a:pt x="83103" y="578305"/>
                  <a:pt x="84971" y="549502"/>
                  <a:pt x="83519" y="538185"/>
                </a:cubicBezTo>
                <a:cubicBezTo>
                  <a:pt x="82067" y="526868"/>
                  <a:pt x="70422" y="526675"/>
                  <a:pt x="66850" y="511991"/>
                </a:cubicBezTo>
                <a:cubicBezTo>
                  <a:pt x="63278" y="497307"/>
                  <a:pt x="60102" y="477463"/>
                  <a:pt x="62086" y="450079"/>
                </a:cubicBezTo>
                <a:cubicBezTo>
                  <a:pt x="64070" y="422695"/>
                  <a:pt x="60896" y="385388"/>
                  <a:pt x="78756" y="347685"/>
                </a:cubicBezTo>
                <a:cubicBezTo>
                  <a:pt x="96616" y="309982"/>
                  <a:pt x="131938" y="263151"/>
                  <a:pt x="169244" y="223860"/>
                </a:cubicBezTo>
                <a:cubicBezTo>
                  <a:pt x="206550" y="184569"/>
                  <a:pt x="266875" y="140516"/>
                  <a:pt x="302594" y="111941"/>
                </a:cubicBezTo>
                <a:cubicBezTo>
                  <a:pt x="338313" y="83366"/>
                  <a:pt x="357498" y="72554"/>
                  <a:pt x="374031" y="54791"/>
                </a:cubicBezTo>
                <a:cubicBezTo>
                  <a:pt x="390564" y="37028"/>
                  <a:pt x="412112" y="22822"/>
                  <a:pt x="401794" y="5360"/>
                </a:cubicBezTo>
                <a:cubicBezTo>
                  <a:pt x="398619" y="-2577"/>
                  <a:pt x="381040" y="-1469"/>
                  <a:pt x="354982" y="71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2610832" y="2755887"/>
            <a:ext cx="1057275" cy="1263650"/>
          </a:xfrm>
          <a:custGeom>
            <a:avLst/>
            <a:gdLst>
              <a:gd name="connsiteX0" fmla="*/ 1023891 w 1050603"/>
              <a:gd name="connsiteY0" fmla="*/ 666 h 1261295"/>
              <a:gd name="connsiteX1" fmla="*/ 905522 w 1050603"/>
              <a:gd name="connsiteY1" fmla="*/ 113116 h 1261295"/>
              <a:gd name="connsiteX2" fmla="*/ 429087 w 1050603"/>
              <a:gd name="connsiteY2" fmla="*/ 660572 h 1261295"/>
              <a:gd name="connsiteX3" fmla="*/ 331433 w 1050603"/>
              <a:gd name="connsiteY3" fmla="*/ 781900 h 1261295"/>
              <a:gd name="connsiteX4" fmla="*/ 233779 w 1050603"/>
              <a:gd name="connsiteY4" fmla="*/ 903229 h 1261295"/>
              <a:gd name="connsiteX5" fmla="*/ 0 w 1050603"/>
              <a:gd name="connsiteY5" fmla="*/ 1213947 h 1261295"/>
              <a:gd name="connsiteX6" fmla="*/ 14796 w 1050603"/>
              <a:gd name="connsiteY6" fmla="*/ 1261295 h 1261295"/>
              <a:gd name="connsiteX7" fmla="*/ 76940 w 1050603"/>
              <a:gd name="connsiteY7" fmla="*/ 1255376 h 1261295"/>
              <a:gd name="connsiteX8" fmla="*/ 88777 w 1050603"/>
              <a:gd name="connsiteY8" fmla="*/ 1219866 h 1261295"/>
              <a:gd name="connsiteX9" fmla="*/ 337351 w 1050603"/>
              <a:gd name="connsiteY9" fmla="*/ 915066 h 1261295"/>
              <a:gd name="connsiteX10" fmla="*/ 704295 w 1050603"/>
              <a:gd name="connsiteY10" fmla="*/ 488937 h 1261295"/>
              <a:gd name="connsiteX11" fmla="*/ 958788 w 1050603"/>
              <a:gd name="connsiteY11" fmla="*/ 187097 h 1261295"/>
              <a:gd name="connsiteX12" fmla="*/ 1044606 w 1050603"/>
              <a:gd name="connsiteY12" fmla="*/ 71687 h 1261295"/>
              <a:gd name="connsiteX13" fmla="*/ 1023891 w 1050603"/>
              <a:gd name="connsiteY13" fmla="*/ 666 h 1261295"/>
              <a:gd name="connsiteX0-1" fmla="*/ 1023891 w 1050603"/>
              <a:gd name="connsiteY0-2" fmla="*/ 666 h 1264254"/>
              <a:gd name="connsiteX1-3" fmla="*/ 905522 w 1050603"/>
              <a:gd name="connsiteY1-4" fmla="*/ 113116 h 1264254"/>
              <a:gd name="connsiteX2-5" fmla="*/ 429087 w 1050603"/>
              <a:gd name="connsiteY2-6" fmla="*/ 660572 h 1264254"/>
              <a:gd name="connsiteX3-7" fmla="*/ 331433 w 1050603"/>
              <a:gd name="connsiteY3-8" fmla="*/ 781900 h 1264254"/>
              <a:gd name="connsiteX4-9" fmla="*/ 233779 w 1050603"/>
              <a:gd name="connsiteY4-10" fmla="*/ 903229 h 1264254"/>
              <a:gd name="connsiteX5-11" fmla="*/ 0 w 1050603"/>
              <a:gd name="connsiteY5-12" fmla="*/ 1213947 h 1264254"/>
              <a:gd name="connsiteX6-13" fmla="*/ 14796 w 1050603"/>
              <a:gd name="connsiteY6-14" fmla="*/ 1261295 h 1264254"/>
              <a:gd name="connsiteX7-15" fmla="*/ 82858 w 1050603"/>
              <a:gd name="connsiteY7-16" fmla="*/ 1264254 h 1264254"/>
              <a:gd name="connsiteX8-17" fmla="*/ 88777 w 1050603"/>
              <a:gd name="connsiteY8-18" fmla="*/ 1219866 h 1264254"/>
              <a:gd name="connsiteX9-19" fmla="*/ 337351 w 1050603"/>
              <a:gd name="connsiteY9-20" fmla="*/ 915066 h 1264254"/>
              <a:gd name="connsiteX10-21" fmla="*/ 704295 w 1050603"/>
              <a:gd name="connsiteY10-22" fmla="*/ 488937 h 1264254"/>
              <a:gd name="connsiteX11-23" fmla="*/ 958788 w 1050603"/>
              <a:gd name="connsiteY11-24" fmla="*/ 187097 h 1264254"/>
              <a:gd name="connsiteX12-25" fmla="*/ 1044606 w 1050603"/>
              <a:gd name="connsiteY12-26" fmla="*/ 71687 h 1264254"/>
              <a:gd name="connsiteX13-27" fmla="*/ 1023891 w 1050603"/>
              <a:gd name="connsiteY13-28" fmla="*/ 666 h 1264254"/>
              <a:gd name="connsiteX0-29" fmla="*/ 1023891 w 1050603"/>
              <a:gd name="connsiteY0-30" fmla="*/ 666 h 1264254"/>
              <a:gd name="connsiteX1-31" fmla="*/ 905522 w 1050603"/>
              <a:gd name="connsiteY1-32" fmla="*/ 113116 h 1264254"/>
              <a:gd name="connsiteX2-33" fmla="*/ 429087 w 1050603"/>
              <a:gd name="connsiteY2-34" fmla="*/ 660572 h 1264254"/>
              <a:gd name="connsiteX3-35" fmla="*/ 331433 w 1050603"/>
              <a:gd name="connsiteY3-36" fmla="*/ 781900 h 1264254"/>
              <a:gd name="connsiteX4-37" fmla="*/ 233779 w 1050603"/>
              <a:gd name="connsiteY4-38" fmla="*/ 903229 h 1264254"/>
              <a:gd name="connsiteX5-39" fmla="*/ 0 w 1050603"/>
              <a:gd name="connsiteY5-40" fmla="*/ 1213947 h 1264254"/>
              <a:gd name="connsiteX6-41" fmla="*/ 14796 w 1050603"/>
              <a:gd name="connsiteY6-42" fmla="*/ 1261295 h 1264254"/>
              <a:gd name="connsiteX7-43" fmla="*/ 82858 w 1050603"/>
              <a:gd name="connsiteY7-44" fmla="*/ 1264254 h 1264254"/>
              <a:gd name="connsiteX8-45" fmla="*/ 97655 w 1050603"/>
              <a:gd name="connsiteY8-46" fmla="*/ 1216907 h 1264254"/>
              <a:gd name="connsiteX9-47" fmla="*/ 337351 w 1050603"/>
              <a:gd name="connsiteY9-48" fmla="*/ 915066 h 1264254"/>
              <a:gd name="connsiteX10-49" fmla="*/ 704295 w 1050603"/>
              <a:gd name="connsiteY10-50" fmla="*/ 488937 h 1264254"/>
              <a:gd name="connsiteX11-51" fmla="*/ 958788 w 1050603"/>
              <a:gd name="connsiteY11-52" fmla="*/ 187097 h 1264254"/>
              <a:gd name="connsiteX12-53" fmla="*/ 1044606 w 1050603"/>
              <a:gd name="connsiteY12-54" fmla="*/ 71687 h 1264254"/>
              <a:gd name="connsiteX13-55" fmla="*/ 1023891 w 1050603"/>
              <a:gd name="connsiteY13-56" fmla="*/ 666 h 1264254"/>
              <a:gd name="connsiteX0-57" fmla="*/ 1023891 w 1050603"/>
              <a:gd name="connsiteY0-58" fmla="*/ 666 h 1264254"/>
              <a:gd name="connsiteX1-59" fmla="*/ 905522 w 1050603"/>
              <a:gd name="connsiteY1-60" fmla="*/ 113116 h 1264254"/>
              <a:gd name="connsiteX2-61" fmla="*/ 429087 w 1050603"/>
              <a:gd name="connsiteY2-62" fmla="*/ 660572 h 1264254"/>
              <a:gd name="connsiteX3-63" fmla="*/ 331433 w 1050603"/>
              <a:gd name="connsiteY3-64" fmla="*/ 787819 h 1264254"/>
              <a:gd name="connsiteX4-65" fmla="*/ 233779 w 1050603"/>
              <a:gd name="connsiteY4-66" fmla="*/ 903229 h 1264254"/>
              <a:gd name="connsiteX5-67" fmla="*/ 0 w 1050603"/>
              <a:gd name="connsiteY5-68" fmla="*/ 1213947 h 1264254"/>
              <a:gd name="connsiteX6-69" fmla="*/ 14796 w 1050603"/>
              <a:gd name="connsiteY6-70" fmla="*/ 1261295 h 1264254"/>
              <a:gd name="connsiteX7-71" fmla="*/ 82858 w 1050603"/>
              <a:gd name="connsiteY7-72" fmla="*/ 1264254 h 1264254"/>
              <a:gd name="connsiteX8-73" fmla="*/ 97655 w 1050603"/>
              <a:gd name="connsiteY8-74" fmla="*/ 1216907 h 1264254"/>
              <a:gd name="connsiteX9-75" fmla="*/ 337351 w 1050603"/>
              <a:gd name="connsiteY9-76" fmla="*/ 915066 h 1264254"/>
              <a:gd name="connsiteX10-77" fmla="*/ 704295 w 1050603"/>
              <a:gd name="connsiteY10-78" fmla="*/ 488937 h 1264254"/>
              <a:gd name="connsiteX11-79" fmla="*/ 958788 w 1050603"/>
              <a:gd name="connsiteY11-80" fmla="*/ 187097 h 1264254"/>
              <a:gd name="connsiteX12-81" fmla="*/ 1044606 w 1050603"/>
              <a:gd name="connsiteY12-82" fmla="*/ 71687 h 1264254"/>
              <a:gd name="connsiteX13-83" fmla="*/ 1023891 w 1050603"/>
              <a:gd name="connsiteY13-84" fmla="*/ 666 h 1264254"/>
              <a:gd name="connsiteX0-85" fmla="*/ 1023891 w 1050603"/>
              <a:gd name="connsiteY0-86" fmla="*/ 666 h 1264254"/>
              <a:gd name="connsiteX1-87" fmla="*/ 905522 w 1050603"/>
              <a:gd name="connsiteY1-88" fmla="*/ 113116 h 1264254"/>
              <a:gd name="connsiteX2-89" fmla="*/ 429087 w 1050603"/>
              <a:gd name="connsiteY2-90" fmla="*/ 660572 h 1264254"/>
              <a:gd name="connsiteX3-91" fmla="*/ 325514 w 1050603"/>
              <a:gd name="connsiteY3-92" fmla="*/ 790778 h 1264254"/>
              <a:gd name="connsiteX4-93" fmla="*/ 233779 w 1050603"/>
              <a:gd name="connsiteY4-94" fmla="*/ 903229 h 1264254"/>
              <a:gd name="connsiteX5-95" fmla="*/ 0 w 1050603"/>
              <a:gd name="connsiteY5-96" fmla="*/ 1213947 h 1264254"/>
              <a:gd name="connsiteX6-97" fmla="*/ 14796 w 1050603"/>
              <a:gd name="connsiteY6-98" fmla="*/ 1261295 h 1264254"/>
              <a:gd name="connsiteX7-99" fmla="*/ 82858 w 1050603"/>
              <a:gd name="connsiteY7-100" fmla="*/ 1264254 h 1264254"/>
              <a:gd name="connsiteX8-101" fmla="*/ 97655 w 1050603"/>
              <a:gd name="connsiteY8-102" fmla="*/ 1216907 h 1264254"/>
              <a:gd name="connsiteX9-103" fmla="*/ 337351 w 1050603"/>
              <a:gd name="connsiteY9-104" fmla="*/ 915066 h 1264254"/>
              <a:gd name="connsiteX10-105" fmla="*/ 704295 w 1050603"/>
              <a:gd name="connsiteY10-106" fmla="*/ 488937 h 1264254"/>
              <a:gd name="connsiteX11-107" fmla="*/ 958788 w 1050603"/>
              <a:gd name="connsiteY11-108" fmla="*/ 187097 h 1264254"/>
              <a:gd name="connsiteX12-109" fmla="*/ 1044606 w 1050603"/>
              <a:gd name="connsiteY12-110" fmla="*/ 71687 h 1264254"/>
              <a:gd name="connsiteX13-111" fmla="*/ 1023891 w 1050603"/>
              <a:gd name="connsiteY13-112" fmla="*/ 666 h 1264254"/>
              <a:gd name="connsiteX0-113" fmla="*/ 1023891 w 1050603"/>
              <a:gd name="connsiteY0-114" fmla="*/ 666 h 1264254"/>
              <a:gd name="connsiteX1-115" fmla="*/ 905522 w 1050603"/>
              <a:gd name="connsiteY1-116" fmla="*/ 113116 h 1264254"/>
              <a:gd name="connsiteX2-117" fmla="*/ 429087 w 1050603"/>
              <a:gd name="connsiteY2-118" fmla="*/ 660572 h 1264254"/>
              <a:gd name="connsiteX3-119" fmla="*/ 322555 w 1050603"/>
              <a:gd name="connsiteY3-120" fmla="*/ 781900 h 1264254"/>
              <a:gd name="connsiteX4-121" fmla="*/ 233779 w 1050603"/>
              <a:gd name="connsiteY4-122" fmla="*/ 903229 h 1264254"/>
              <a:gd name="connsiteX5-123" fmla="*/ 0 w 1050603"/>
              <a:gd name="connsiteY5-124" fmla="*/ 1213947 h 1264254"/>
              <a:gd name="connsiteX6-125" fmla="*/ 14796 w 1050603"/>
              <a:gd name="connsiteY6-126" fmla="*/ 1261295 h 1264254"/>
              <a:gd name="connsiteX7-127" fmla="*/ 82858 w 1050603"/>
              <a:gd name="connsiteY7-128" fmla="*/ 1264254 h 1264254"/>
              <a:gd name="connsiteX8-129" fmla="*/ 97655 w 1050603"/>
              <a:gd name="connsiteY8-130" fmla="*/ 1216907 h 1264254"/>
              <a:gd name="connsiteX9-131" fmla="*/ 337351 w 1050603"/>
              <a:gd name="connsiteY9-132" fmla="*/ 915066 h 1264254"/>
              <a:gd name="connsiteX10-133" fmla="*/ 704295 w 1050603"/>
              <a:gd name="connsiteY10-134" fmla="*/ 488937 h 1264254"/>
              <a:gd name="connsiteX11-135" fmla="*/ 958788 w 1050603"/>
              <a:gd name="connsiteY11-136" fmla="*/ 187097 h 1264254"/>
              <a:gd name="connsiteX12-137" fmla="*/ 1044606 w 1050603"/>
              <a:gd name="connsiteY12-138" fmla="*/ 71687 h 1264254"/>
              <a:gd name="connsiteX13-139" fmla="*/ 1023891 w 1050603"/>
              <a:gd name="connsiteY13-140" fmla="*/ 666 h 1264254"/>
              <a:gd name="connsiteX0-141" fmla="*/ 1023891 w 1057146"/>
              <a:gd name="connsiteY0-142" fmla="*/ 792 h 1264380"/>
              <a:gd name="connsiteX1-143" fmla="*/ 905522 w 1057146"/>
              <a:gd name="connsiteY1-144" fmla="*/ 113242 h 1264380"/>
              <a:gd name="connsiteX2-145" fmla="*/ 429087 w 1057146"/>
              <a:gd name="connsiteY2-146" fmla="*/ 660698 h 1264380"/>
              <a:gd name="connsiteX3-147" fmla="*/ 322555 w 1057146"/>
              <a:gd name="connsiteY3-148" fmla="*/ 782026 h 1264380"/>
              <a:gd name="connsiteX4-149" fmla="*/ 233779 w 1057146"/>
              <a:gd name="connsiteY4-150" fmla="*/ 903355 h 1264380"/>
              <a:gd name="connsiteX5-151" fmla="*/ 0 w 1057146"/>
              <a:gd name="connsiteY5-152" fmla="*/ 1214073 h 1264380"/>
              <a:gd name="connsiteX6-153" fmla="*/ 14796 w 1057146"/>
              <a:gd name="connsiteY6-154" fmla="*/ 1261421 h 1264380"/>
              <a:gd name="connsiteX7-155" fmla="*/ 82858 w 1057146"/>
              <a:gd name="connsiteY7-156" fmla="*/ 1264380 h 1264380"/>
              <a:gd name="connsiteX8-157" fmla="*/ 97655 w 1057146"/>
              <a:gd name="connsiteY8-158" fmla="*/ 1217033 h 1264380"/>
              <a:gd name="connsiteX9-159" fmla="*/ 337351 w 1057146"/>
              <a:gd name="connsiteY9-160" fmla="*/ 915192 h 1264380"/>
              <a:gd name="connsiteX10-161" fmla="*/ 704295 w 1057146"/>
              <a:gd name="connsiteY10-162" fmla="*/ 489063 h 1264380"/>
              <a:gd name="connsiteX11-163" fmla="*/ 958788 w 1057146"/>
              <a:gd name="connsiteY11-164" fmla="*/ 187223 h 1264380"/>
              <a:gd name="connsiteX12-165" fmla="*/ 1044606 w 1057146"/>
              <a:gd name="connsiteY12-166" fmla="*/ 71813 h 1264380"/>
              <a:gd name="connsiteX13-167" fmla="*/ 1023891 w 1057146"/>
              <a:gd name="connsiteY13-168" fmla="*/ 792 h 12643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1057146" h="1264380">
                <a:moveTo>
                  <a:pt x="1023891" y="792"/>
                </a:moveTo>
                <a:cubicBezTo>
                  <a:pt x="1000710" y="7697"/>
                  <a:pt x="1004656" y="3258"/>
                  <a:pt x="905522" y="113242"/>
                </a:cubicBezTo>
                <a:cubicBezTo>
                  <a:pt x="806388" y="223226"/>
                  <a:pt x="526248" y="549234"/>
                  <a:pt x="429087" y="660698"/>
                </a:cubicBezTo>
                <a:lnTo>
                  <a:pt x="322555" y="782026"/>
                </a:lnTo>
                <a:cubicBezTo>
                  <a:pt x="290004" y="822469"/>
                  <a:pt x="287538" y="831347"/>
                  <a:pt x="233779" y="903355"/>
                </a:cubicBezTo>
                <a:cubicBezTo>
                  <a:pt x="180020" y="975363"/>
                  <a:pt x="30085" y="1158341"/>
                  <a:pt x="0" y="1214073"/>
                </a:cubicBezTo>
                <a:lnTo>
                  <a:pt x="14796" y="1261421"/>
                </a:lnTo>
                <a:cubicBezTo>
                  <a:pt x="35511" y="1259448"/>
                  <a:pt x="75953" y="1257475"/>
                  <a:pt x="82858" y="1264380"/>
                </a:cubicBezTo>
                <a:cubicBezTo>
                  <a:pt x="86804" y="1252543"/>
                  <a:pt x="55240" y="1275231"/>
                  <a:pt x="97655" y="1217033"/>
                </a:cubicBezTo>
                <a:cubicBezTo>
                  <a:pt x="140070" y="1158835"/>
                  <a:pt x="236244" y="1036520"/>
                  <a:pt x="337351" y="915192"/>
                </a:cubicBezTo>
                <a:cubicBezTo>
                  <a:pt x="438458" y="793864"/>
                  <a:pt x="600722" y="610391"/>
                  <a:pt x="704295" y="489063"/>
                </a:cubicBezTo>
                <a:cubicBezTo>
                  <a:pt x="807868" y="367735"/>
                  <a:pt x="902070" y="256765"/>
                  <a:pt x="958788" y="187223"/>
                </a:cubicBezTo>
                <a:cubicBezTo>
                  <a:pt x="1015506" y="117681"/>
                  <a:pt x="1016000" y="110283"/>
                  <a:pt x="1044606" y="71813"/>
                </a:cubicBezTo>
                <a:cubicBezTo>
                  <a:pt x="1073212" y="33343"/>
                  <a:pt x="1047072" y="-6113"/>
                  <a:pt x="1023891" y="7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2237769" y="2751125"/>
            <a:ext cx="1397000" cy="1270000"/>
          </a:xfrm>
          <a:custGeom>
            <a:avLst/>
            <a:gdLst>
              <a:gd name="connsiteX0" fmla="*/ 1395523 w 1396163"/>
              <a:gd name="connsiteY0" fmla="*/ 525 h 1269199"/>
              <a:gd name="connsiteX1" fmla="*/ 1334386 w 1396163"/>
              <a:gd name="connsiteY1" fmla="*/ 43055 h 1269199"/>
              <a:gd name="connsiteX2" fmla="*/ 1190846 w 1396163"/>
              <a:gd name="connsiteY2" fmla="*/ 213176 h 1269199"/>
              <a:gd name="connsiteX3" fmla="*/ 893134 w 1396163"/>
              <a:gd name="connsiteY3" fmla="*/ 553418 h 1269199"/>
              <a:gd name="connsiteX4" fmla="*/ 720355 w 1396163"/>
              <a:gd name="connsiteY4" fmla="*/ 739488 h 1269199"/>
              <a:gd name="connsiteX5" fmla="*/ 281762 w 1396163"/>
              <a:gd name="connsiteY5" fmla="*/ 1090362 h 1269199"/>
              <a:gd name="connsiteX6" fmla="*/ 69111 w 1396163"/>
              <a:gd name="connsiteY6" fmla="*/ 1236560 h 1269199"/>
              <a:gd name="connsiteX7" fmla="*/ 0 w 1396163"/>
              <a:gd name="connsiteY7" fmla="*/ 1233902 h 1269199"/>
              <a:gd name="connsiteX8" fmla="*/ 0 w 1396163"/>
              <a:gd name="connsiteY8" fmla="*/ 1265799 h 1269199"/>
              <a:gd name="connsiteX9" fmla="*/ 85060 w 1396163"/>
              <a:gd name="connsiteY9" fmla="*/ 1263141 h 1269199"/>
              <a:gd name="connsiteX10" fmla="*/ 202018 w 1396163"/>
              <a:gd name="connsiteY10" fmla="*/ 1191372 h 1269199"/>
              <a:gd name="connsiteX11" fmla="*/ 704406 w 1396163"/>
              <a:gd name="connsiteY11" fmla="*/ 789992 h 1269199"/>
              <a:gd name="connsiteX12" fmla="*/ 1105786 w 1396163"/>
              <a:gd name="connsiteY12" fmla="*/ 364690 h 1269199"/>
              <a:gd name="connsiteX13" fmla="*/ 1347676 w 1396163"/>
              <a:gd name="connsiteY13" fmla="*/ 61662 h 1269199"/>
              <a:gd name="connsiteX14" fmla="*/ 1395523 w 1396163"/>
              <a:gd name="connsiteY14" fmla="*/ 525 h 126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96163" h="1269199">
                <a:moveTo>
                  <a:pt x="1395523" y="525"/>
                </a:moveTo>
                <a:cubicBezTo>
                  <a:pt x="1393308" y="-2576"/>
                  <a:pt x="1368499" y="7613"/>
                  <a:pt x="1334386" y="43055"/>
                </a:cubicBezTo>
                <a:cubicBezTo>
                  <a:pt x="1300273" y="78497"/>
                  <a:pt x="1264388" y="128116"/>
                  <a:pt x="1190846" y="213176"/>
                </a:cubicBezTo>
                <a:cubicBezTo>
                  <a:pt x="1117304" y="298237"/>
                  <a:pt x="971549" y="465699"/>
                  <a:pt x="893134" y="553418"/>
                </a:cubicBezTo>
                <a:cubicBezTo>
                  <a:pt x="814719" y="641137"/>
                  <a:pt x="822250" y="649997"/>
                  <a:pt x="720355" y="739488"/>
                </a:cubicBezTo>
                <a:cubicBezTo>
                  <a:pt x="618460" y="828979"/>
                  <a:pt x="390303" y="1007517"/>
                  <a:pt x="281762" y="1090362"/>
                </a:cubicBezTo>
                <a:cubicBezTo>
                  <a:pt x="173221" y="1173207"/>
                  <a:pt x="124932" y="1213523"/>
                  <a:pt x="69111" y="1236560"/>
                </a:cubicBezTo>
                <a:lnTo>
                  <a:pt x="0" y="1233902"/>
                </a:lnTo>
                <a:lnTo>
                  <a:pt x="0" y="1265799"/>
                </a:lnTo>
                <a:cubicBezTo>
                  <a:pt x="28353" y="1264913"/>
                  <a:pt x="51390" y="1275546"/>
                  <a:pt x="85060" y="1263141"/>
                </a:cubicBezTo>
                <a:cubicBezTo>
                  <a:pt x="118730" y="1250737"/>
                  <a:pt x="98794" y="1270230"/>
                  <a:pt x="202018" y="1191372"/>
                </a:cubicBezTo>
                <a:cubicBezTo>
                  <a:pt x="305242" y="1112514"/>
                  <a:pt x="553778" y="927772"/>
                  <a:pt x="704406" y="789992"/>
                </a:cubicBezTo>
                <a:cubicBezTo>
                  <a:pt x="855034" y="652212"/>
                  <a:pt x="998574" y="486078"/>
                  <a:pt x="1105786" y="364690"/>
                </a:cubicBezTo>
                <a:cubicBezTo>
                  <a:pt x="1212998" y="243302"/>
                  <a:pt x="1298501" y="120141"/>
                  <a:pt x="1347676" y="61662"/>
                </a:cubicBezTo>
                <a:cubicBezTo>
                  <a:pt x="1396851" y="3183"/>
                  <a:pt x="1397738" y="3626"/>
                  <a:pt x="1395523" y="5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2618769" y="3459150"/>
            <a:ext cx="779463" cy="546100"/>
          </a:xfrm>
          <a:custGeom>
            <a:avLst/>
            <a:gdLst>
              <a:gd name="connsiteX0" fmla="*/ 0 w 778923"/>
              <a:gd name="connsiteY0" fmla="*/ 501123 h 546312"/>
              <a:gd name="connsiteX1" fmla="*/ 66453 w 778923"/>
              <a:gd name="connsiteY1" fmla="*/ 482516 h 546312"/>
              <a:gd name="connsiteX2" fmla="*/ 170121 w 778923"/>
              <a:gd name="connsiteY2" fmla="*/ 402772 h 546312"/>
              <a:gd name="connsiteX3" fmla="*/ 265814 w 778923"/>
              <a:gd name="connsiteY3" fmla="*/ 301763 h 546312"/>
              <a:gd name="connsiteX4" fmla="*/ 457200 w 778923"/>
              <a:gd name="connsiteY4" fmla="*/ 147591 h 546312"/>
              <a:gd name="connsiteX5" fmla="*/ 616688 w 778923"/>
              <a:gd name="connsiteY5" fmla="*/ 46582 h 546312"/>
              <a:gd name="connsiteX6" fmla="*/ 728330 w 778923"/>
              <a:gd name="connsiteY6" fmla="*/ 1393 h 546312"/>
              <a:gd name="connsiteX7" fmla="*/ 778835 w 778923"/>
              <a:gd name="connsiteY7" fmla="*/ 14684 h 546312"/>
              <a:gd name="connsiteX8" fmla="*/ 717697 w 778923"/>
              <a:gd name="connsiteY8" fmla="*/ 46582 h 546312"/>
              <a:gd name="connsiteX9" fmla="*/ 664535 w 778923"/>
              <a:gd name="connsiteY9" fmla="*/ 62530 h 546312"/>
              <a:gd name="connsiteX10" fmla="*/ 582132 w 778923"/>
              <a:gd name="connsiteY10" fmla="*/ 107719 h 546312"/>
              <a:gd name="connsiteX11" fmla="*/ 358849 w 778923"/>
              <a:gd name="connsiteY11" fmla="*/ 269865 h 546312"/>
              <a:gd name="connsiteX12" fmla="*/ 159488 w 778923"/>
              <a:gd name="connsiteY12" fmla="*/ 453277 h 546312"/>
              <a:gd name="connsiteX13" fmla="*/ 63795 w 778923"/>
              <a:gd name="connsiteY13" fmla="*/ 546312 h 546312"/>
              <a:gd name="connsiteX14" fmla="*/ 0 w 778923"/>
              <a:gd name="connsiteY14" fmla="*/ 501123 h 546312"/>
              <a:gd name="connsiteX0-1" fmla="*/ 0 w 778923"/>
              <a:gd name="connsiteY0-2" fmla="*/ 501123 h 546312"/>
              <a:gd name="connsiteX1-3" fmla="*/ 66453 w 778923"/>
              <a:gd name="connsiteY1-4" fmla="*/ 482516 h 546312"/>
              <a:gd name="connsiteX2-5" fmla="*/ 170121 w 778923"/>
              <a:gd name="connsiteY2-6" fmla="*/ 402772 h 546312"/>
              <a:gd name="connsiteX3-7" fmla="*/ 265814 w 778923"/>
              <a:gd name="connsiteY3-8" fmla="*/ 301763 h 546312"/>
              <a:gd name="connsiteX4-9" fmla="*/ 457200 w 778923"/>
              <a:gd name="connsiteY4-10" fmla="*/ 147591 h 546312"/>
              <a:gd name="connsiteX5-11" fmla="*/ 616688 w 778923"/>
              <a:gd name="connsiteY5-12" fmla="*/ 46582 h 546312"/>
              <a:gd name="connsiteX6-13" fmla="*/ 728330 w 778923"/>
              <a:gd name="connsiteY6-14" fmla="*/ 1393 h 546312"/>
              <a:gd name="connsiteX7-15" fmla="*/ 778835 w 778923"/>
              <a:gd name="connsiteY7-16" fmla="*/ 14684 h 546312"/>
              <a:gd name="connsiteX8-17" fmla="*/ 717697 w 778923"/>
              <a:gd name="connsiteY8-18" fmla="*/ 46582 h 546312"/>
              <a:gd name="connsiteX9-19" fmla="*/ 664535 w 778923"/>
              <a:gd name="connsiteY9-20" fmla="*/ 62530 h 546312"/>
              <a:gd name="connsiteX10-21" fmla="*/ 582132 w 778923"/>
              <a:gd name="connsiteY10-22" fmla="*/ 107719 h 546312"/>
              <a:gd name="connsiteX11-23" fmla="*/ 358849 w 778923"/>
              <a:gd name="connsiteY11-24" fmla="*/ 269865 h 546312"/>
              <a:gd name="connsiteX12-25" fmla="*/ 159488 w 778923"/>
              <a:gd name="connsiteY12-26" fmla="*/ 453277 h 546312"/>
              <a:gd name="connsiteX13-27" fmla="*/ 63795 w 778923"/>
              <a:gd name="connsiteY13-28" fmla="*/ 546312 h 546312"/>
              <a:gd name="connsiteX14-29" fmla="*/ 18607 w 778923"/>
              <a:gd name="connsiteY14-30" fmla="*/ 540996 h 546312"/>
              <a:gd name="connsiteX15" fmla="*/ 0 w 778923"/>
              <a:gd name="connsiteY15" fmla="*/ 501123 h 546312"/>
              <a:gd name="connsiteX0-31" fmla="*/ 0 w 778923"/>
              <a:gd name="connsiteY0-32" fmla="*/ 501123 h 546312"/>
              <a:gd name="connsiteX1-33" fmla="*/ 66453 w 778923"/>
              <a:gd name="connsiteY1-34" fmla="*/ 482516 h 546312"/>
              <a:gd name="connsiteX2-35" fmla="*/ 170121 w 778923"/>
              <a:gd name="connsiteY2-36" fmla="*/ 402772 h 546312"/>
              <a:gd name="connsiteX3-37" fmla="*/ 265814 w 778923"/>
              <a:gd name="connsiteY3-38" fmla="*/ 301763 h 546312"/>
              <a:gd name="connsiteX4-39" fmla="*/ 457200 w 778923"/>
              <a:gd name="connsiteY4-40" fmla="*/ 147591 h 546312"/>
              <a:gd name="connsiteX5-41" fmla="*/ 616688 w 778923"/>
              <a:gd name="connsiteY5-42" fmla="*/ 46582 h 546312"/>
              <a:gd name="connsiteX6-43" fmla="*/ 728330 w 778923"/>
              <a:gd name="connsiteY6-44" fmla="*/ 1393 h 546312"/>
              <a:gd name="connsiteX7-45" fmla="*/ 778835 w 778923"/>
              <a:gd name="connsiteY7-46" fmla="*/ 14684 h 546312"/>
              <a:gd name="connsiteX8-47" fmla="*/ 717697 w 778923"/>
              <a:gd name="connsiteY8-48" fmla="*/ 46582 h 546312"/>
              <a:gd name="connsiteX9-49" fmla="*/ 664535 w 778923"/>
              <a:gd name="connsiteY9-50" fmla="*/ 62530 h 546312"/>
              <a:gd name="connsiteX10-51" fmla="*/ 582132 w 778923"/>
              <a:gd name="connsiteY10-52" fmla="*/ 107719 h 546312"/>
              <a:gd name="connsiteX11-53" fmla="*/ 361508 w 778923"/>
              <a:gd name="connsiteY11-54" fmla="*/ 277840 h 546312"/>
              <a:gd name="connsiteX12-55" fmla="*/ 159488 w 778923"/>
              <a:gd name="connsiteY12-56" fmla="*/ 453277 h 546312"/>
              <a:gd name="connsiteX13-57" fmla="*/ 63795 w 778923"/>
              <a:gd name="connsiteY13-58" fmla="*/ 546312 h 546312"/>
              <a:gd name="connsiteX14-59" fmla="*/ 18607 w 778923"/>
              <a:gd name="connsiteY14-60" fmla="*/ 540996 h 546312"/>
              <a:gd name="connsiteX15-61" fmla="*/ 0 w 778923"/>
              <a:gd name="connsiteY15-62" fmla="*/ 501123 h 546312"/>
              <a:gd name="connsiteX0-63" fmla="*/ 0 w 778923"/>
              <a:gd name="connsiteY0-64" fmla="*/ 501123 h 546312"/>
              <a:gd name="connsiteX1-65" fmla="*/ 66453 w 778923"/>
              <a:gd name="connsiteY1-66" fmla="*/ 482516 h 546312"/>
              <a:gd name="connsiteX2-67" fmla="*/ 164804 w 778923"/>
              <a:gd name="connsiteY2-68" fmla="*/ 402772 h 546312"/>
              <a:gd name="connsiteX3-69" fmla="*/ 265814 w 778923"/>
              <a:gd name="connsiteY3-70" fmla="*/ 301763 h 546312"/>
              <a:gd name="connsiteX4-71" fmla="*/ 457200 w 778923"/>
              <a:gd name="connsiteY4-72" fmla="*/ 147591 h 546312"/>
              <a:gd name="connsiteX5-73" fmla="*/ 616688 w 778923"/>
              <a:gd name="connsiteY5-74" fmla="*/ 46582 h 546312"/>
              <a:gd name="connsiteX6-75" fmla="*/ 728330 w 778923"/>
              <a:gd name="connsiteY6-76" fmla="*/ 1393 h 546312"/>
              <a:gd name="connsiteX7-77" fmla="*/ 778835 w 778923"/>
              <a:gd name="connsiteY7-78" fmla="*/ 14684 h 546312"/>
              <a:gd name="connsiteX8-79" fmla="*/ 717697 w 778923"/>
              <a:gd name="connsiteY8-80" fmla="*/ 46582 h 546312"/>
              <a:gd name="connsiteX9-81" fmla="*/ 664535 w 778923"/>
              <a:gd name="connsiteY9-82" fmla="*/ 62530 h 546312"/>
              <a:gd name="connsiteX10-83" fmla="*/ 582132 w 778923"/>
              <a:gd name="connsiteY10-84" fmla="*/ 107719 h 546312"/>
              <a:gd name="connsiteX11-85" fmla="*/ 361508 w 778923"/>
              <a:gd name="connsiteY11-86" fmla="*/ 277840 h 546312"/>
              <a:gd name="connsiteX12-87" fmla="*/ 159488 w 778923"/>
              <a:gd name="connsiteY12-88" fmla="*/ 453277 h 546312"/>
              <a:gd name="connsiteX13-89" fmla="*/ 63795 w 778923"/>
              <a:gd name="connsiteY13-90" fmla="*/ 546312 h 546312"/>
              <a:gd name="connsiteX14-91" fmla="*/ 18607 w 778923"/>
              <a:gd name="connsiteY14-92" fmla="*/ 540996 h 546312"/>
              <a:gd name="connsiteX15-93" fmla="*/ 0 w 778923"/>
              <a:gd name="connsiteY15-94" fmla="*/ 501123 h 546312"/>
              <a:gd name="connsiteX0-95" fmla="*/ 0 w 778923"/>
              <a:gd name="connsiteY0-96" fmla="*/ 501123 h 546312"/>
              <a:gd name="connsiteX1-97" fmla="*/ 66453 w 778923"/>
              <a:gd name="connsiteY1-98" fmla="*/ 482516 h 546312"/>
              <a:gd name="connsiteX2-99" fmla="*/ 164804 w 778923"/>
              <a:gd name="connsiteY2-100" fmla="*/ 402772 h 546312"/>
              <a:gd name="connsiteX3-101" fmla="*/ 265814 w 778923"/>
              <a:gd name="connsiteY3-102" fmla="*/ 301763 h 546312"/>
              <a:gd name="connsiteX4-103" fmla="*/ 457200 w 778923"/>
              <a:gd name="connsiteY4-104" fmla="*/ 147591 h 546312"/>
              <a:gd name="connsiteX5-105" fmla="*/ 616688 w 778923"/>
              <a:gd name="connsiteY5-106" fmla="*/ 46582 h 546312"/>
              <a:gd name="connsiteX6-107" fmla="*/ 728330 w 778923"/>
              <a:gd name="connsiteY6-108" fmla="*/ 1393 h 546312"/>
              <a:gd name="connsiteX7-109" fmla="*/ 778835 w 778923"/>
              <a:gd name="connsiteY7-110" fmla="*/ 14684 h 546312"/>
              <a:gd name="connsiteX8-111" fmla="*/ 717697 w 778923"/>
              <a:gd name="connsiteY8-112" fmla="*/ 46582 h 546312"/>
              <a:gd name="connsiteX9-113" fmla="*/ 664535 w 778923"/>
              <a:gd name="connsiteY9-114" fmla="*/ 62530 h 546312"/>
              <a:gd name="connsiteX10-115" fmla="*/ 582132 w 778923"/>
              <a:gd name="connsiteY10-116" fmla="*/ 107719 h 546312"/>
              <a:gd name="connsiteX11-117" fmla="*/ 361508 w 778923"/>
              <a:gd name="connsiteY11-118" fmla="*/ 277840 h 546312"/>
              <a:gd name="connsiteX12-119" fmla="*/ 159488 w 778923"/>
              <a:gd name="connsiteY12-120" fmla="*/ 453277 h 546312"/>
              <a:gd name="connsiteX13-121" fmla="*/ 63795 w 778923"/>
              <a:gd name="connsiteY13-122" fmla="*/ 546312 h 546312"/>
              <a:gd name="connsiteX14-123" fmla="*/ 18607 w 778923"/>
              <a:gd name="connsiteY14-124" fmla="*/ 540996 h 546312"/>
              <a:gd name="connsiteX15-125" fmla="*/ 0 w 778923"/>
              <a:gd name="connsiteY15-126" fmla="*/ 501123 h 5463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61" y="connsiteY15-62"/>
              </a:cxn>
            </a:cxnLst>
            <a:rect l="l" t="t" r="r" b="b"/>
            <a:pathLst>
              <a:path w="778923" h="546312">
                <a:moveTo>
                  <a:pt x="0" y="501123"/>
                </a:moveTo>
                <a:lnTo>
                  <a:pt x="66453" y="482516"/>
                </a:lnTo>
                <a:lnTo>
                  <a:pt x="164804" y="402772"/>
                </a:lnTo>
                <a:lnTo>
                  <a:pt x="265814" y="301763"/>
                </a:lnTo>
                <a:cubicBezTo>
                  <a:pt x="329609" y="250372"/>
                  <a:pt x="398721" y="190121"/>
                  <a:pt x="457200" y="147591"/>
                </a:cubicBezTo>
                <a:cubicBezTo>
                  <a:pt x="515679" y="105061"/>
                  <a:pt x="571500" y="70948"/>
                  <a:pt x="616688" y="46582"/>
                </a:cubicBezTo>
                <a:cubicBezTo>
                  <a:pt x="661876" y="22216"/>
                  <a:pt x="701306" y="6709"/>
                  <a:pt x="728330" y="1393"/>
                </a:cubicBezTo>
                <a:cubicBezTo>
                  <a:pt x="755354" y="-3923"/>
                  <a:pt x="780607" y="7153"/>
                  <a:pt x="778835" y="14684"/>
                </a:cubicBezTo>
                <a:cubicBezTo>
                  <a:pt x="777063" y="22215"/>
                  <a:pt x="736747" y="38608"/>
                  <a:pt x="717697" y="46582"/>
                </a:cubicBezTo>
                <a:cubicBezTo>
                  <a:pt x="698647" y="54556"/>
                  <a:pt x="692445" y="57656"/>
                  <a:pt x="664535" y="62530"/>
                </a:cubicBezTo>
                <a:cubicBezTo>
                  <a:pt x="636625" y="67404"/>
                  <a:pt x="632636" y="71834"/>
                  <a:pt x="582132" y="107719"/>
                </a:cubicBezTo>
                <a:cubicBezTo>
                  <a:pt x="531628" y="143604"/>
                  <a:pt x="431949" y="220247"/>
                  <a:pt x="361508" y="277840"/>
                </a:cubicBezTo>
                <a:cubicBezTo>
                  <a:pt x="291067" y="335433"/>
                  <a:pt x="208664" y="407202"/>
                  <a:pt x="159488" y="453277"/>
                </a:cubicBezTo>
                <a:cubicBezTo>
                  <a:pt x="110312" y="499351"/>
                  <a:pt x="85503" y="534350"/>
                  <a:pt x="63795" y="546312"/>
                </a:cubicBezTo>
                <a:cubicBezTo>
                  <a:pt x="52276" y="539224"/>
                  <a:pt x="30126" y="548084"/>
                  <a:pt x="18607" y="540996"/>
                </a:cubicBezTo>
                <a:lnTo>
                  <a:pt x="0" y="50112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2993419" y="3465500"/>
            <a:ext cx="425450" cy="536575"/>
          </a:xfrm>
          <a:custGeom>
            <a:avLst/>
            <a:gdLst>
              <a:gd name="connsiteX0" fmla="*/ 326953 w 425310"/>
              <a:gd name="connsiteY0" fmla="*/ 11223 h 553492"/>
              <a:gd name="connsiteX1" fmla="*/ 388090 w 425310"/>
              <a:gd name="connsiteY1" fmla="*/ 3248 h 553492"/>
              <a:gd name="connsiteX2" fmla="*/ 425304 w 425310"/>
              <a:gd name="connsiteY2" fmla="*/ 51095 h 553492"/>
              <a:gd name="connsiteX3" fmla="*/ 385432 w 425310"/>
              <a:gd name="connsiteY3" fmla="*/ 141471 h 553492"/>
              <a:gd name="connsiteX4" fmla="*/ 260500 w 425310"/>
              <a:gd name="connsiteY4" fmla="*/ 279695 h 553492"/>
              <a:gd name="connsiteX5" fmla="*/ 82404 w 425310"/>
              <a:gd name="connsiteY5" fmla="*/ 471081 h 553492"/>
              <a:gd name="connsiteX6" fmla="*/ 69114 w 425310"/>
              <a:gd name="connsiteY6" fmla="*/ 516269 h 553492"/>
              <a:gd name="connsiteX7" fmla="*/ 42532 w 425310"/>
              <a:gd name="connsiteY7" fmla="*/ 553483 h 553492"/>
              <a:gd name="connsiteX8" fmla="*/ 5318 w 425310"/>
              <a:gd name="connsiteY8" fmla="*/ 518927 h 553492"/>
              <a:gd name="connsiteX9" fmla="*/ 13293 w 425310"/>
              <a:gd name="connsiteY9" fmla="*/ 436525 h 553492"/>
              <a:gd name="connsiteX10" fmla="*/ 124935 w 425310"/>
              <a:gd name="connsiteY10" fmla="*/ 292985 h 553492"/>
              <a:gd name="connsiteX11" fmla="*/ 316321 w 425310"/>
              <a:gd name="connsiteY11" fmla="*/ 101599 h 553492"/>
              <a:gd name="connsiteX12" fmla="*/ 329611 w 425310"/>
              <a:gd name="connsiteY12" fmla="*/ 67044 h 553492"/>
              <a:gd name="connsiteX13" fmla="*/ 326953 w 425310"/>
              <a:gd name="connsiteY13" fmla="*/ 11223 h 553492"/>
              <a:gd name="connsiteX0-1" fmla="*/ 326953 w 425333"/>
              <a:gd name="connsiteY0-2" fmla="*/ 1588 h 543857"/>
              <a:gd name="connsiteX1-3" fmla="*/ 390749 w 425333"/>
              <a:gd name="connsiteY1-4" fmla="*/ 17536 h 543857"/>
              <a:gd name="connsiteX2-5" fmla="*/ 425304 w 425333"/>
              <a:gd name="connsiteY2-6" fmla="*/ 41460 h 543857"/>
              <a:gd name="connsiteX3-7" fmla="*/ 385432 w 425333"/>
              <a:gd name="connsiteY3-8" fmla="*/ 131836 h 543857"/>
              <a:gd name="connsiteX4-9" fmla="*/ 260500 w 425333"/>
              <a:gd name="connsiteY4-10" fmla="*/ 270060 h 543857"/>
              <a:gd name="connsiteX5-11" fmla="*/ 82404 w 425333"/>
              <a:gd name="connsiteY5-12" fmla="*/ 461446 h 543857"/>
              <a:gd name="connsiteX6-13" fmla="*/ 69114 w 425333"/>
              <a:gd name="connsiteY6-14" fmla="*/ 506634 h 543857"/>
              <a:gd name="connsiteX7-15" fmla="*/ 42532 w 425333"/>
              <a:gd name="connsiteY7-16" fmla="*/ 543848 h 543857"/>
              <a:gd name="connsiteX8-17" fmla="*/ 5318 w 425333"/>
              <a:gd name="connsiteY8-18" fmla="*/ 509292 h 543857"/>
              <a:gd name="connsiteX9-19" fmla="*/ 13293 w 425333"/>
              <a:gd name="connsiteY9-20" fmla="*/ 426890 h 543857"/>
              <a:gd name="connsiteX10-21" fmla="*/ 124935 w 425333"/>
              <a:gd name="connsiteY10-22" fmla="*/ 283350 h 543857"/>
              <a:gd name="connsiteX11-23" fmla="*/ 316321 w 425333"/>
              <a:gd name="connsiteY11-24" fmla="*/ 91964 h 543857"/>
              <a:gd name="connsiteX12-25" fmla="*/ 329611 w 425333"/>
              <a:gd name="connsiteY12-26" fmla="*/ 57409 h 543857"/>
              <a:gd name="connsiteX13-27" fmla="*/ 326953 w 425333"/>
              <a:gd name="connsiteY13-28" fmla="*/ 1588 h 543857"/>
              <a:gd name="connsiteX0-29" fmla="*/ 313662 w 425337"/>
              <a:gd name="connsiteY0-30" fmla="*/ 16064 h 526435"/>
              <a:gd name="connsiteX1-31" fmla="*/ 390749 w 425337"/>
              <a:gd name="connsiteY1-32" fmla="*/ 114 h 526435"/>
              <a:gd name="connsiteX2-33" fmla="*/ 425304 w 425337"/>
              <a:gd name="connsiteY2-34" fmla="*/ 24038 h 526435"/>
              <a:gd name="connsiteX3-35" fmla="*/ 385432 w 425337"/>
              <a:gd name="connsiteY3-36" fmla="*/ 114414 h 526435"/>
              <a:gd name="connsiteX4-37" fmla="*/ 260500 w 425337"/>
              <a:gd name="connsiteY4-38" fmla="*/ 252638 h 526435"/>
              <a:gd name="connsiteX5-39" fmla="*/ 82404 w 425337"/>
              <a:gd name="connsiteY5-40" fmla="*/ 444024 h 526435"/>
              <a:gd name="connsiteX6-41" fmla="*/ 69114 w 425337"/>
              <a:gd name="connsiteY6-42" fmla="*/ 489212 h 526435"/>
              <a:gd name="connsiteX7-43" fmla="*/ 42532 w 425337"/>
              <a:gd name="connsiteY7-44" fmla="*/ 526426 h 526435"/>
              <a:gd name="connsiteX8-45" fmla="*/ 5318 w 425337"/>
              <a:gd name="connsiteY8-46" fmla="*/ 491870 h 526435"/>
              <a:gd name="connsiteX9-47" fmla="*/ 13293 w 425337"/>
              <a:gd name="connsiteY9-48" fmla="*/ 409468 h 526435"/>
              <a:gd name="connsiteX10-49" fmla="*/ 124935 w 425337"/>
              <a:gd name="connsiteY10-50" fmla="*/ 265928 h 526435"/>
              <a:gd name="connsiteX11-51" fmla="*/ 316321 w 425337"/>
              <a:gd name="connsiteY11-52" fmla="*/ 74542 h 526435"/>
              <a:gd name="connsiteX12-53" fmla="*/ 329611 w 425337"/>
              <a:gd name="connsiteY12-54" fmla="*/ 39987 h 526435"/>
              <a:gd name="connsiteX13-55" fmla="*/ 313662 w 425337"/>
              <a:gd name="connsiteY13-56" fmla="*/ 16064 h 526435"/>
              <a:gd name="connsiteX0-57" fmla="*/ 313662 w 425315"/>
              <a:gd name="connsiteY0-58" fmla="*/ 31952 h 542323"/>
              <a:gd name="connsiteX1-59" fmla="*/ 382774 w 425315"/>
              <a:gd name="connsiteY1-60" fmla="*/ 53 h 542323"/>
              <a:gd name="connsiteX2-61" fmla="*/ 425304 w 425315"/>
              <a:gd name="connsiteY2-62" fmla="*/ 39926 h 542323"/>
              <a:gd name="connsiteX3-63" fmla="*/ 385432 w 425315"/>
              <a:gd name="connsiteY3-64" fmla="*/ 130302 h 542323"/>
              <a:gd name="connsiteX4-65" fmla="*/ 260500 w 425315"/>
              <a:gd name="connsiteY4-66" fmla="*/ 268526 h 542323"/>
              <a:gd name="connsiteX5-67" fmla="*/ 82404 w 425315"/>
              <a:gd name="connsiteY5-68" fmla="*/ 459912 h 542323"/>
              <a:gd name="connsiteX6-69" fmla="*/ 69114 w 425315"/>
              <a:gd name="connsiteY6-70" fmla="*/ 505100 h 542323"/>
              <a:gd name="connsiteX7-71" fmla="*/ 42532 w 425315"/>
              <a:gd name="connsiteY7-72" fmla="*/ 542314 h 542323"/>
              <a:gd name="connsiteX8-73" fmla="*/ 5318 w 425315"/>
              <a:gd name="connsiteY8-74" fmla="*/ 507758 h 542323"/>
              <a:gd name="connsiteX9-75" fmla="*/ 13293 w 425315"/>
              <a:gd name="connsiteY9-76" fmla="*/ 425356 h 542323"/>
              <a:gd name="connsiteX10-77" fmla="*/ 124935 w 425315"/>
              <a:gd name="connsiteY10-78" fmla="*/ 281816 h 542323"/>
              <a:gd name="connsiteX11-79" fmla="*/ 316321 w 425315"/>
              <a:gd name="connsiteY11-80" fmla="*/ 90430 h 542323"/>
              <a:gd name="connsiteX12-81" fmla="*/ 329611 w 425315"/>
              <a:gd name="connsiteY12-82" fmla="*/ 55875 h 542323"/>
              <a:gd name="connsiteX13-83" fmla="*/ 313662 w 425315"/>
              <a:gd name="connsiteY13-84" fmla="*/ 31952 h 542323"/>
              <a:gd name="connsiteX0-85" fmla="*/ 393406 w 425315"/>
              <a:gd name="connsiteY0-86" fmla="*/ 61521 h 542652"/>
              <a:gd name="connsiteX1-87" fmla="*/ 382774 w 425315"/>
              <a:gd name="connsiteY1-88" fmla="*/ 382 h 542652"/>
              <a:gd name="connsiteX2-89" fmla="*/ 425304 w 425315"/>
              <a:gd name="connsiteY2-90" fmla="*/ 40255 h 542652"/>
              <a:gd name="connsiteX3-91" fmla="*/ 385432 w 425315"/>
              <a:gd name="connsiteY3-92" fmla="*/ 130631 h 542652"/>
              <a:gd name="connsiteX4-93" fmla="*/ 260500 w 425315"/>
              <a:gd name="connsiteY4-94" fmla="*/ 268855 h 542652"/>
              <a:gd name="connsiteX5-95" fmla="*/ 82404 w 425315"/>
              <a:gd name="connsiteY5-96" fmla="*/ 460241 h 542652"/>
              <a:gd name="connsiteX6-97" fmla="*/ 69114 w 425315"/>
              <a:gd name="connsiteY6-98" fmla="*/ 505429 h 542652"/>
              <a:gd name="connsiteX7-99" fmla="*/ 42532 w 425315"/>
              <a:gd name="connsiteY7-100" fmla="*/ 542643 h 542652"/>
              <a:gd name="connsiteX8-101" fmla="*/ 5318 w 425315"/>
              <a:gd name="connsiteY8-102" fmla="*/ 508087 h 542652"/>
              <a:gd name="connsiteX9-103" fmla="*/ 13293 w 425315"/>
              <a:gd name="connsiteY9-104" fmla="*/ 425685 h 542652"/>
              <a:gd name="connsiteX10-105" fmla="*/ 124935 w 425315"/>
              <a:gd name="connsiteY10-106" fmla="*/ 282145 h 542652"/>
              <a:gd name="connsiteX11-107" fmla="*/ 316321 w 425315"/>
              <a:gd name="connsiteY11-108" fmla="*/ 90759 h 542652"/>
              <a:gd name="connsiteX12-109" fmla="*/ 329611 w 425315"/>
              <a:gd name="connsiteY12-110" fmla="*/ 56204 h 542652"/>
              <a:gd name="connsiteX13-111" fmla="*/ 393406 w 425315"/>
              <a:gd name="connsiteY13-112" fmla="*/ 61521 h 542652"/>
              <a:gd name="connsiteX0-113" fmla="*/ 329610 w 425315"/>
              <a:gd name="connsiteY0-114" fmla="*/ 24200 h 542545"/>
              <a:gd name="connsiteX1-115" fmla="*/ 382774 w 425315"/>
              <a:gd name="connsiteY1-116" fmla="*/ 275 h 542545"/>
              <a:gd name="connsiteX2-117" fmla="*/ 425304 w 425315"/>
              <a:gd name="connsiteY2-118" fmla="*/ 40148 h 542545"/>
              <a:gd name="connsiteX3-119" fmla="*/ 385432 w 425315"/>
              <a:gd name="connsiteY3-120" fmla="*/ 130524 h 542545"/>
              <a:gd name="connsiteX4-121" fmla="*/ 260500 w 425315"/>
              <a:gd name="connsiteY4-122" fmla="*/ 268748 h 542545"/>
              <a:gd name="connsiteX5-123" fmla="*/ 82404 w 425315"/>
              <a:gd name="connsiteY5-124" fmla="*/ 460134 h 542545"/>
              <a:gd name="connsiteX6-125" fmla="*/ 69114 w 425315"/>
              <a:gd name="connsiteY6-126" fmla="*/ 505322 h 542545"/>
              <a:gd name="connsiteX7-127" fmla="*/ 42532 w 425315"/>
              <a:gd name="connsiteY7-128" fmla="*/ 542536 h 542545"/>
              <a:gd name="connsiteX8-129" fmla="*/ 5318 w 425315"/>
              <a:gd name="connsiteY8-130" fmla="*/ 507980 h 542545"/>
              <a:gd name="connsiteX9-131" fmla="*/ 13293 w 425315"/>
              <a:gd name="connsiteY9-132" fmla="*/ 425578 h 542545"/>
              <a:gd name="connsiteX10-133" fmla="*/ 124935 w 425315"/>
              <a:gd name="connsiteY10-134" fmla="*/ 282038 h 542545"/>
              <a:gd name="connsiteX11-135" fmla="*/ 316321 w 425315"/>
              <a:gd name="connsiteY11-136" fmla="*/ 90652 h 542545"/>
              <a:gd name="connsiteX12-137" fmla="*/ 329611 w 425315"/>
              <a:gd name="connsiteY12-138" fmla="*/ 56097 h 542545"/>
              <a:gd name="connsiteX13-139" fmla="*/ 329610 w 425315"/>
              <a:gd name="connsiteY13-140" fmla="*/ 24200 h 542545"/>
              <a:gd name="connsiteX0-141" fmla="*/ 329610 w 425315"/>
              <a:gd name="connsiteY0-142" fmla="*/ 24645 h 542990"/>
              <a:gd name="connsiteX1-143" fmla="*/ 382774 w 425315"/>
              <a:gd name="connsiteY1-144" fmla="*/ 720 h 542990"/>
              <a:gd name="connsiteX2-145" fmla="*/ 425304 w 425315"/>
              <a:gd name="connsiteY2-146" fmla="*/ 40593 h 542990"/>
              <a:gd name="connsiteX3-147" fmla="*/ 385432 w 425315"/>
              <a:gd name="connsiteY3-148" fmla="*/ 130969 h 542990"/>
              <a:gd name="connsiteX4-149" fmla="*/ 260500 w 425315"/>
              <a:gd name="connsiteY4-150" fmla="*/ 269193 h 542990"/>
              <a:gd name="connsiteX5-151" fmla="*/ 82404 w 425315"/>
              <a:gd name="connsiteY5-152" fmla="*/ 460579 h 542990"/>
              <a:gd name="connsiteX6-153" fmla="*/ 69114 w 425315"/>
              <a:gd name="connsiteY6-154" fmla="*/ 505767 h 542990"/>
              <a:gd name="connsiteX7-155" fmla="*/ 42532 w 425315"/>
              <a:gd name="connsiteY7-156" fmla="*/ 542981 h 542990"/>
              <a:gd name="connsiteX8-157" fmla="*/ 5318 w 425315"/>
              <a:gd name="connsiteY8-158" fmla="*/ 508425 h 542990"/>
              <a:gd name="connsiteX9-159" fmla="*/ 13293 w 425315"/>
              <a:gd name="connsiteY9-160" fmla="*/ 426023 h 542990"/>
              <a:gd name="connsiteX10-161" fmla="*/ 124935 w 425315"/>
              <a:gd name="connsiteY10-162" fmla="*/ 282483 h 542990"/>
              <a:gd name="connsiteX11-163" fmla="*/ 316321 w 425315"/>
              <a:gd name="connsiteY11-164" fmla="*/ 91097 h 542990"/>
              <a:gd name="connsiteX12-165" fmla="*/ 329611 w 425315"/>
              <a:gd name="connsiteY12-166" fmla="*/ 56542 h 542990"/>
              <a:gd name="connsiteX13-167" fmla="*/ 329610 w 425315"/>
              <a:gd name="connsiteY13-168" fmla="*/ 24645 h 542990"/>
              <a:gd name="connsiteX0-169" fmla="*/ 329610 w 425315"/>
              <a:gd name="connsiteY0-170" fmla="*/ 24645 h 542990"/>
              <a:gd name="connsiteX1-171" fmla="*/ 382774 w 425315"/>
              <a:gd name="connsiteY1-172" fmla="*/ 720 h 542990"/>
              <a:gd name="connsiteX2-173" fmla="*/ 425304 w 425315"/>
              <a:gd name="connsiteY2-174" fmla="*/ 40593 h 542990"/>
              <a:gd name="connsiteX3-175" fmla="*/ 385432 w 425315"/>
              <a:gd name="connsiteY3-176" fmla="*/ 130969 h 542990"/>
              <a:gd name="connsiteX4-177" fmla="*/ 260500 w 425315"/>
              <a:gd name="connsiteY4-178" fmla="*/ 269193 h 542990"/>
              <a:gd name="connsiteX5-179" fmla="*/ 82404 w 425315"/>
              <a:gd name="connsiteY5-180" fmla="*/ 460579 h 542990"/>
              <a:gd name="connsiteX6-181" fmla="*/ 69114 w 425315"/>
              <a:gd name="connsiteY6-182" fmla="*/ 505767 h 542990"/>
              <a:gd name="connsiteX7-183" fmla="*/ 42532 w 425315"/>
              <a:gd name="connsiteY7-184" fmla="*/ 542981 h 542990"/>
              <a:gd name="connsiteX8-185" fmla="*/ 5318 w 425315"/>
              <a:gd name="connsiteY8-186" fmla="*/ 508425 h 542990"/>
              <a:gd name="connsiteX9-187" fmla="*/ 13293 w 425315"/>
              <a:gd name="connsiteY9-188" fmla="*/ 426023 h 542990"/>
              <a:gd name="connsiteX10-189" fmla="*/ 124935 w 425315"/>
              <a:gd name="connsiteY10-190" fmla="*/ 282483 h 542990"/>
              <a:gd name="connsiteX11-191" fmla="*/ 316321 w 425315"/>
              <a:gd name="connsiteY11-192" fmla="*/ 91097 h 542990"/>
              <a:gd name="connsiteX12-193" fmla="*/ 329611 w 425315"/>
              <a:gd name="connsiteY12-194" fmla="*/ 56542 h 542990"/>
              <a:gd name="connsiteX13-195" fmla="*/ 329610 w 425315"/>
              <a:gd name="connsiteY13-196" fmla="*/ 24645 h 542990"/>
              <a:gd name="connsiteX0-197" fmla="*/ 329610 w 425315"/>
              <a:gd name="connsiteY0-198" fmla="*/ 24645 h 542990"/>
              <a:gd name="connsiteX1-199" fmla="*/ 382774 w 425315"/>
              <a:gd name="connsiteY1-200" fmla="*/ 720 h 542990"/>
              <a:gd name="connsiteX2-201" fmla="*/ 425304 w 425315"/>
              <a:gd name="connsiteY2-202" fmla="*/ 40593 h 542990"/>
              <a:gd name="connsiteX3-203" fmla="*/ 385432 w 425315"/>
              <a:gd name="connsiteY3-204" fmla="*/ 130969 h 542990"/>
              <a:gd name="connsiteX4-205" fmla="*/ 260500 w 425315"/>
              <a:gd name="connsiteY4-206" fmla="*/ 269193 h 542990"/>
              <a:gd name="connsiteX5-207" fmla="*/ 82404 w 425315"/>
              <a:gd name="connsiteY5-208" fmla="*/ 460579 h 542990"/>
              <a:gd name="connsiteX6-209" fmla="*/ 69114 w 425315"/>
              <a:gd name="connsiteY6-210" fmla="*/ 505767 h 542990"/>
              <a:gd name="connsiteX7-211" fmla="*/ 42532 w 425315"/>
              <a:gd name="connsiteY7-212" fmla="*/ 542981 h 542990"/>
              <a:gd name="connsiteX8-213" fmla="*/ 5318 w 425315"/>
              <a:gd name="connsiteY8-214" fmla="*/ 508425 h 542990"/>
              <a:gd name="connsiteX9-215" fmla="*/ 13293 w 425315"/>
              <a:gd name="connsiteY9-216" fmla="*/ 426023 h 542990"/>
              <a:gd name="connsiteX10-217" fmla="*/ 124935 w 425315"/>
              <a:gd name="connsiteY10-218" fmla="*/ 282483 h 542990"/>
              <a:gd name="connsiteX11-219" fmla="*/ 316321 w 425315"/>
              <a:gd name="connsiteY11-220" fmla="*/ 91097 h 542990"/>
              <a:gd name="connsiteX12-221" fmla="*/ 329611 w 425315"/>
              <a:gd name="connsiteY12-222" fmla="*/ 56542 h 542990"/>
              <a:gd name="connsiteX13-223" fmla="*/ 329610 w 425315"/>
              <a:gd name="connsiteY13-224" fmla="*/ 24645 h 542990"/>
              <a:gd name="connsiteX0-225" fmla="*/ 329610 w 425315"/>
              <a:gd name="connsiteY0-226" fmla="*/ 4543 h 522888"/>
              <a:gd name="connsiteX1-227" fmla="*/ 382774 w 425315"/>
              <a:gd name="connsiteY1-228" fmla="*/ 1883 h 522888"/>
              <a:gd name="connsiteX2-229" fmla="*/ 425304 w 425315"/>
              <a:gd name="connsiteY2-230" fmla="*/ 20491 h 522888"/>
              <a:gd name="connsiteX3-231" fmla="*/ 385432 w 425315"/>
              <a:gd name="connsiteY3-232" fmla="*/ 110867 h 522888"/>
              <a:gd name="connsiteX4-233" fmla="*/ 260500 w 425315"/>
              <a:gd name="connsiteY4-234" fmla="*/ 249091 h 522888"/>
              <a:gd name="connsiteX5-235" fmla="*/ 82404 w 425315"/>
              <a:gd name="connsiteY5-236" fmla="*/ 440477 h 522888"/>
              <a:gd name="connsiteX6-237" fmla="*/ 69114 w 425315"/>
              <a:gd name="connsiteY6-238" fmla="*/ 485665 h 522888"/>
              <a:gd name="connsiteX7-239" fmla="*/ 42532 w 425315"/>
              <a:gd name="connsiteY7-240" fmla="*/ 522879 h 522888"/>
              <a:gd name="connsiteX8-241" fmla="*/ 5318 w 425315"/>
              <a:gd name="connsiteY8-242" fmla="*/ 488323 h 522888"/>
              <a:gd name="connsiteX9-243" fmla="*/ 13293 w 425315"/>
              <a:gd name="connsiteY9-244" fmla="*/ 405921 h 522888"/>
              <a:gd name="connsiteX10-245" fmla="*/ 124935 w 425315"/>
              <a:gd name="connsiteY10-246" fmla="*/ 262381 h 522888"/>
              <a:gd name="connsiteX11-247" fmla="*/ 316321 w 425315"/>
              <a:gd name="connsiteY11-248" fmla="*/ 70995 h 522888"/>
              <a:gd name="connsiteX12-249" fmla="*/ 329611 w 425315"/>
              <a:gd name="connsiteY12-250" fmla="*/ 36440 h 522888"/>
              <a:gd name="connsiteX13-251" fmla="*/ 329610 w 425315"/>
              <a:gd name="connsiteY13-252" fmla="*/ 4543 h 522888"/>
              <a:gd name="connsiteX0-253" fmla="*/ 329610 w 425345"/>
              <a:gd name="connsiteY0-254" fmla="*/ 18964 h 537309"/>
              <a:gd name="connsiteX1-255" fmla="*/ 380116 w 425345"/>
              <a:gd name="connsiteY1-256" fmla="*/ 355 h 537309"/>
              <a:gd name="connsiteX2-257" fmla="*/ 425304 w 425345"/>
              <a:gd name="connsiteY2-258" fmla="*/ 34912 h 537309"/>
              <a:gd name="connsiteX3-259" fmla="*/ 385432 w 425345"/>
              <a:gd name="connsiteY3-260" fmla="*/ 125288 h 537309"/>
              <a:gd name="connsiteX4-261" fmla="*/ 260500 w 425345"/>
              <a:gd name="connsiteY4-262" fmla="*/ 263512 h 537309"/>
              <a:gd name="connsiteX5-263" fmla="*/ 82404 w 425345"/>
              <a:gd name="connsiteY5-264" fmla="*/ 454898 h 537309"/>
              <a:gd name="connsiteX6-265" fmla="*/ 69114 w 425345"/>
              <a:gd name="connsiteY6-266" fmla="*/ 500086 h 537309"/>
              <a:gd name="connsiteX7-267" fmla="*/ 42532 w 425345"/>
              <a:gd name="connsiteY7-268" fmla="*/ 537300 h 537309"/>
              <a:gd name="connsiteX8-269" fmla="*/ 5318 w 425345"/>
              <a:gd name="connsiteY8-270" fmla="*/ 502744 h 537309"/>
              <a:gd name="connsiteX9-271" fmla="*/ 13293 w 425345"/>
              <a:gd name="connsiteY9-272" fmla="*/ 420342 h 537309"/>
              <a:gd name="connsiteX10-273" fmla="*/ 124935 w 425345"/>
              <a:gd name="connsiteY10-274" fmla="*/ 276802 h 537309"/>
              <a:gd name="connsiteX11-275" fmla="*/ 316321 w 425345"/>
              <a:gd name="connsiteY11-276" fmla="*/ 85416 h 537309"/>
              <a:gd name="connsiteX12-277" fmla="*/ 329611 w 425345"/>
              <a:gd name="connsiteY12-278" fmla="*/ 50861 h 537309"/>
              <a:gd name="connsiteX13-279" fmla="*/ 329610 w 425345"/>
              <a:gd name="connsiteY13-280" fmla="*/ 18964 h 537309"/>
              <a:gd name="connsiteX0-281" fmla="*/ 329610 w 425345"/>
              <a:gd name="connsiteY0-282" fmla="*/ 18913 h 537258"/>
              <a:gd name="connsiteX1-283" fmla="*/ 380116 w 425345"/>
              <a:gd name="connsiteY1-284" fmla="*/ 304 h 537258"/>
              <a:gd name="connsiteX2-285" fmla="*/ 425304 w 425345"/>
              <a:gd name="connsiteY2-286" fmla="*/ 34861 h 537258"/>
              <a:gd name="connsiteX3-287" fmla="*/ 385432 w 425345"/>
              <a:gd name="connsiteY3-288" fmla="*/ 125237 h 537258"/>
              <a:gd name="connsiteX4-289" fmla="*/ 260500 w 425345"/>
              <a:gd name="connsiteY4-290" fmla="*/ 263461 h 537258"/>
              <a:gd name="connsiteX5-291" fmla="*/ 82404 w 425345"/>
              <a:gd name="connsiteY5-292" fmla="*/ 454847 h 537258"/>
              <a:gd name="connsiteX6-293" fmla="*/ 69114 w 425345"/>
              <a:gd name="connsiteY6-294" fmla="*/ 500035 h 537258"/>
              <a:gd name="connsiteX7-295" fmla="*/ 42532 w 425345"/>
              <a:gd name="connsiteY7-296" fmla="*/ 537249 h 537258"/>
              <a:gd name="connsiteX8-297" fmla="*/ 5318 w 425345"/>
              <a:gd name="connsiteY8-298" fmla="*/ 502693 h 537258"/>
              <a:gd name="connsiteX9-299" fmla="*/ 13293 w 425345"/>
              <a:gd name="connsiteY9-300" fmla="*/ 420291 h 537258"/>
              <a:gd name="connsiteX10-301" fmla="*/ 124935 w 425345"/>
              <a:gd name="connsiteY10-302" fmla="*/ 276751 h 537258"/>
              <a:gd name="connsiteX11-303" fmla="*/ 316321 w 425345"/>
              <a:gd name="connsiteY11-304" fmla="*/ 85365 h 537258"/>
              <a:gd name="connsiteX12-305" fmla="*/ 300371 w 425345"/>
              <a:gd name="connsiteY12-306" fmla="*/ 34861 h 537258"/>
              <a:gd name="connsiteX13-307" fmla="*/ 329610 w 425345"/>
              <a:gd name="connsiteY13-308" fmla="*/ 18913 h 537258"/>
              <a:gd name="connsiteX0-309" fmla="*/ 358849 w 425345"/>
              <a:gd name="connsiteY0-310" fmla="*/ 11633 h 537952"/>
              <a:gd name="connsiteX1-311" fmla="*/ 380116 w 425345"/>
              <a:gd name="connsiteY1-312" fmla="*/ 998 h 537952"/>
              <a:gd name="connsiteX2-313" fmla="*/ 425304 w 425345"/>
              <a:gd name="connsiteY2-314" fmla="*/ 35555 h 537952"/>
              <a:gd name="connsiteX3-315" fmla="*/ 385432 w 425345"/>
              <a:gd name="connsiteY3-316" fmla="*/ 125931 h 537952"/>
              <a:gd name="connsiteX4-317" fmla="*/ 260500 w 425345"/>
              <a:gd name="connsiteY4-318" fmla="*/ 264155 h 537952"/>
              <a:gd name="connsiteX5-319" fmla="*/ 82404 w 425345"/>
              <a:gd name="connsiteY5-320" fmla="*/ 455541 h 537952"/>
              <a:gd name="connsiteX6-321" fmla="*/ 69114 w 425345"/>
              <a:gd name="connsiteY6-322" fmla="*/ 500729 h 537952"/>
              <a:gd name="connsiteX7-323" fmla="*/ 42532 w 425345"/>
              <a:gd name="connsiteY7-324" fmla="*/ 537943 h 537952"/>
              <a:gd name="connsiteX8-325" fmla="*/ 5318 w 425345"/>
              <a:gd name="connsiteY8-326" fmla="*/ 503387 h 537952"/>
              <a:gd name="connsiteX9-327" fmla="*/ 13293 w 425345"/>
              <a:gd name="connsiteY9-328" fmla="*/ 420985 h 537952"/>
              <a:gd name="connsiteX10-329" fmla="*/ 124935 w 425345"/>
              <a:gd name="connsiteY10-330" fmla="*/ 277445 h 537952"/>
              <a:gd name="connsiteX11-331" fmla="*/ 316321 w 425345"/>
              <a:gd name="connsiteY11-332" fmla="*/ 86059 h 537952"/>
              <a:gd name="connsiteX12-333" fmla="*/ 300371 w 425345"/>
              <a:gd name="connsiteY12-334" fmla="*/ 35555 h 537952"/>
              <a:gd name="connsiteX13-335" fmla="*/ 358849 w 425345"/>
              <a:gd name="connsiteY13-336" fmla="*/ 11633 h 537952"/>
              <a:gd name="connsiteX0-337" fmla="*/ 300371 w 425345"/>
              <a:gd name="connsiteY0-338" fmla="*/ 34557 h 536954"/>
              <a:gd name="connsiteX1-339" fmla="*/ 380116 w 425345"/>
              <a:gd name="connsiteY1-340" fmla="*/ 0 h 536954"/>
              <a:gd name="connsiteX2-341" fmla="*/ 425304 w 425345"/>
              <a:gd name="connsiteY2-342" fmla="*/ 34557 h 536954"/>
              <a:gd name="connsiteX3-343" fmla="*/ 385432 w 425345"/>
              <a:gd name="connsiteY3-344" fmla="*/ 124933 h 536954"/>
              <a:gd name="connsiteX4-345" fmla="*/ 260500 w 425345"/>
              <a:gd name="connsiteY4-346" fmla="*/ 263157 h 536954"/>
              <a:gd name="connsiteX5-347" fmla="*/ 82404 w 425345"/>
              <a:gd name="connsiteY5-348" fmla="*/ 454543 h 536954"/>
              <a:gd name="connsiteX6-349" fmla="*/ 69114 w 425345"/>
              <a:gd name="connsiteY6-350" fmla="*/ 499731 h 536954"/>
              <a:gd name="connsiteX7-351" fmla="*/ 42532 w 425345"/>
              <a:gd name="connsiteY7-352" fmla="*/ 536945 h 536954"/>
              <a:gd name="connsiteX8-353" fmla="*/ 5318 w 425345"/>
              <a:gd name="connsiteY8-354" fmla="*/ 502389 h 536954"/>
              <a:gd name="connsiteX9-355" fmla="*/ 13293 w 425345"/>
              <a:gd name="connsiteY9-356" fmla="*/ 419987 h 536954"/>
              <a:gd name="connsiteX10-357" fmla="*/ 124935 w 425345"/>
              <a:gd name="connsiteY10-358" fmla="*/ 276447 h 536954"/>
              <a:gd name="connsiteX11-359" fmla="*/ 316321 w 425345"/>
              <a:gd name="connsiteY11-360" fmla="*/ 85061 h 536954"/>
              <a:gd name="connsiteX12-361" fmla="*/ 300371 w 425345"/>
              <a:gd name="connsiteY12-362" fmla="*/ 34557 h 53695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425345" h="536954">
                <a:moveTo>
                  <a:pt x="300371" y="34557"/>
                </a:moveTo>
                <a:cubicBezTo>
                  <a:pt x="311003" y="20380"/>
                  <a:pt x="359294" y="0"/>
                  <a:pt x="380116" y="0"/>
                </a:cubicBezTo>
                <a:cubicBezTo>
                  <a:pt x="400938" y="0"/>
                  <a:pt x="424418" y="13735"/>
                  <a:pt x="425304" y="34557"/>
                </a:cubicBezTo>
                <a:cubicBezTo>
                  <a:pt x="426190" y="55379"/>
                  <a:pt x="412899" y="86833"/>
                  <a:pt x="385432" y="124933"/>
                </a:cubicBezTo>
                <a:cubicBezTo>
                  <a:pt x="357965" y="163033"/>
                  <a:pt x="311005" y="208222"/>
                  <a:pt x="260500" y="263157"/>
                </a:cubicBezTo>
                <a:cubicBezTo>
                  <a:pt x="209995" y="318092"/>
                  <a:pt x="114302" y="415114"/>
                  <a:pt x="82404" y="454543"/>
                </a:cubicBezTo>
                <a:cubicBezTo>
                  <a:pt x="50506" y="493972"/>
                  <a:pt x="75759" y="485997"/>
                  <a:pt x="69114" y="499731"/>
                </a:cubicBezTo>
                <a:cubicBezTo>
                  <a:pt x="62469" y="513465"/>
                  <a:pt x="53165" y="536502"/>
                  <a:pt x="42532" y="536945"/>
                </a:cubicBezTo>
                <a:cubicBezTo>
                  <a:pt x="31899" y="537388"/>
                  <a:pt x="10191" y="521882"/>
                  <a:pt x="5318" y="502389"/>
                </a:cubicBezTo>
                <a:cubicBezTo>
                  <a:pt x="445" y="482896"/>
                  <a:pt x="-6643" y="457644"/>
                  <a:pt x="13293" y="419987"/>
                </a:cubicBezTo>
                <a:cubicBezTo>
                  <a:pt x="33229" y="382330"/>
                  <a:pt x="74430" y="332268"/>
                  <a:pt x="124935" y="276447"/>
                </a:cubicBezTo>
                <a:cubicBezTo>
                  <a:pt x="175440" y="220626"/>
                  <a:pt x="282208" y="122718"/>
                  <a:pt x="316321" y="85061"/>
                </a:cubicBezTo>
                <a:cubicBezTo>
                  <a:pt x="350434" y="47404"/>
                  <a:pt x="289739" y="48734"/>
                  <a:pt x="300371" y="345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3029932" y="3430575"/>
            <a:ext cx="1020762" cy="577850"/>
          </a:xfrm>
          <a:custGeom>
            <a:avLst/>
            <a:gdLst>
              <a:gd name="connsiteX0" fmla="*/ 954272 w 1019346"/>
              <a:gd name="connsiteY0" fmla="*/ 2788 h 583597"/>
              <a:gd name="connsiteX1" fmla="*/ 1004777 w 1019346"/>
              <a:gd name="connsiteY1" fmla="*/ 29369 h 583597"/>
              <a:gd name="connsiteX2" fmla="*/ 1015409 w 1019346"/>
              <a:gd name="connsiteY2" fmla="*/ 93165 h 583597"/>
              <a:gd name="connsiteX3" fmla="*/ 946298 w 1019346"/>
              <a:gd name="connsiteY3" fmla="*/ 196832 h 583597"/>
              <a:gd name="connsiteX4" fmla="*/ 738963 w 1019346"/>
              <a:gd name="connsiteY4" fmla="*/ 329739 h 583597"/>
              <a:gd name="connsiteX5" fmla="*/ 563526 w 1019346"/>
              <a:gd name="connsiteY5" fmla="*/ 404167 h 583597"/>
              <a:gd name="connsiteX6" fmla="*/ 499730 w 1019346"/>
              <a:gd name="connsiteY6" fmla="*/ 401509 h 583597"/>
              <a:gd name="connsiteX7" fmla="*/ 377456 w 1019346"/>
              <a:gd name="connsiteY7" fmla="*/ 446697 h 583597"/>
              <a:gd name="connsiteX8" fmla="*/ 188728 w 1019346"/>
              <a:gd name="connsiteY8" fmla="*/ 545048 h 583597"/>
              <a:gd name="connsiteX9" fmla="*/ 101009 w 1019346"/>
              <a:gd name="connsiteY9" fmla="*/ 579604 h 583597"/>
              <a:gd name="connsiteX10" fmla="*/ 0 w 1019346"/>
              <a:gd name="connsiteY10" fmla="*/ 579604 h 583597"/>
              <a:gd name="connsiteX11" fmla="*/ 18607 w 1019346"/>
              <a:gd name="connsiteY11" fmla="*/ 537074 h 583597"/>
              <a:gd name="connsiteX12" fmla="*/ 93035 w 1019346"/>
              <a:gd name="connsiteY12" fmla="*/ 534416 h 583597"/>
              <a:gd name="connsiteX13" fmla="*/ 172779 w 1019346"/>
              <a:gd name="connsiteY13" fmla="*/ 513151 h 583597"/>
              <a:gd name="connsiteX14" fmla="*/ 353533 w 1019346"/>
              <a:gd name="connsiteY14" fmla="*/ 420116 h 583597"/>
              <a:gd name="connsiteX15" fmla="*/ 462516 w 1019346"/>
              <a:gd name="connsiteY15" fmla="*/ 382902 h 583597"/>
              <a:gd name="connsiteX16" fmla="*/ 539602 w 1019346"/>
              <a:gd name="connsiteY16" fmla="*/ 366953 h 583597"/>
              <a:gd name="connsiteX17" fmla="*/ 584791 w 1019346"/>
              <a:gd name="connsiteY17" fmla="*/ 358979 h 583597"/>
              <a:gd name="connsiteX18" fmla="*/ 661877 w 1019346"/>
              <a:gd name="connsiteY18" fmla="*/ 324423 h 583597"/>
              <a:gd name="connsiteX19" fmla="*/ 861237 w 1019346"/>
              <a:gd name="connsiteY19" fmla="*/ 180883 h 583597"/>
              <a:gd name="connsiteX20" fmla="*/ 935665 w 1019346"/>
              <a:gd name="connsiteY20" fmla="*/ 93165 h 583597"/>
              <a:gd name="connsiteX21" fmla="*/ 954272 w 1019346"/>
              <a:gd name="connsiteY21" fmla="*/ 2788 h 583597"/>
              <a:gd name="connsiteX0-1" fmla="*/ 948956 w 1019504"/>
              <a:gd name="connsiteY0-2" fmla="*/ 10725 h 559636"/>
              <a:gd name="connsiteX1-3" fmla="*/ 1004777 w 1019504"/>
              <a:gd name="connsiteY1-4" fmla="*/ 5408 h 559636"/>
              <a:gd name="connsiteX2-5" fmla="*/ 1015409 w 1019504"/>
              <a:gd name="connsiteY2-6" fmla="*/ 69204 h 559636"/>
              <a:gd name="connsiteX3-7" fmla="*/ 946298 w 1019504"/>
              <a:gd name="connsiteY3-8" fmla="*/ 172871 h 559636"/>
              <a:gd name="connsiteX4-9" fmla="*/ 738963 w 1019504"/>
              <a:gd name="connsiteY4-10" fmla="*/ 305778 h 559636"/>
              <a:gd name="connsiteX5-11" fmla="*/ 563526 w 1019504"/>
              <a:gd name="connsiteY5-12" fmla="*/ 380206 h 559636"/>
              <a:gd name="connsiteX6-13" fmla="*/ 499730 w 1019504"/>
              <a:gd name="connsiteY6-14" fmla="*/ 377548 h 559636"/>
              <a:gd name="connsiteX7-15" fmla="*/ 377456 w 1019504"/>
              <a:gd name="connsiteY7-16" fmla="*/ 422736 h 559636"/>
              <a:gd name="connsiteX8-17" fmla="*/ 188728 w 1019504"/>
              <a:gd name="connsiteY8-18" fmla="*/ 521087 h 559636"/>
              <a:gd name="connsiteX9-19" fmla="*/ 101009 w 1019504"/>
              <a:gd name="connsiteY9-20" fmla="*/ 555643 h 559636"/>
              <a:gd name="connsiteX10-21" fmla="*/ 0 w 1019504"/>
              <a:gd name="connsiteY10-22" fmla="*/ 555643 h 559636"/>
              <a:gd name="connsiteX11-23" fmla="*/ 18607 w 1019504"/>
              <a:gd name="connsiteY11-24" fmla="*/ 513113 h 559636"/>
              <a:gd name="connsiteX12-25" fmla="*/ 93035 w 1019504"/>
              <a:gd name="connsiteY12-26" fmla="*/ 510455 h 559636"/>
              <a:gd name="connsiteX13-27" fmla="*/ 172779 w 1019504"/>
              <a:gd name="connsiteY13-28" fmla="*/ 489190 h 559636"/>
              <a:gd name="connsiteX14-29" fmla="*/ 353533 w 1019504"/>
              <a:gd name="connsiteY14-30" fmla="*/ 396155 h 559636"/>
              <a:gd name="connsiteX15-31" fmla="*/ 462516 w 1019504"/>
              <a:gd name="connsiteY15-32" fmla="*/ 358941 h 559636"/>
              <a:gd name="connsiteX16-33" fmla="*/ 539602 w 1019504"/>
              <a:gd name="connsiteY16-34" fmla="*/ 342992 h 559636"/>
              <a:gd name="connsiteX17-35" fmla="*/ 584791 w 1019504"/>
              <a:gd name="connsiteY17-36" fmla="*/ 335018 h 559636"/>
              <a:gd name="connsiteX18-37" fmla="*/ 661877 w 1019504"/>
              <a:gd name="connsiteY18-38" fmla="*/ 300462 h 559636"/>
              <a:gd name="connsiteX19-39" fmla="*/ 861237 w 1019504"/>
              <a:gd name="connsiteY19-40" fmla="*/ 156922 h 559636"/>
              <a:gd name="connsiteX20-41" fmla="*/ 935665 w 1019504"/>
              <a:gd name="connsiteY20-42" fmla="*/ 69204 h 559636"/>
              <a:gd name="connsiteX21-43" fmla="*/ 948956 w 1019504"/>
              <a:gd name="connsiteY21-44" fmla="*/ 10725 h 559636"/>
              <a:gd name="connsiteX0-45" fmla="*/ 951614 w 1019424"/>
              <a:gd name="connsiteY0-46" fmla="*/ 3528 h 576363"/>
              <a:gd name="connsiteX1-47" fmla="*/ 1004777 w 1019424"/>
              <a:gd name="connsiteY1-48" fmla="*/ 22135 h 576363"/>
              <a:gd name="connsiteX2-49" fmla="*/ 1015409 w 1019424"/>
              <a:gd name="connsiteY2-50" fmla="*/ 85931 h 576363"/>
              <a:gd name="connsiteX3-51" fmla="*/ 946298 w 1019424"/>
              <a:gd name="connsiteY3-52" fmla="*/ 189598 h 576363"/>
              <a:gd name="connsiteX4-53" fmla="*/ 738963 w 1019424"/>
              <a:gd name="connsiteY4-54" fmla="*/ 322505 h 576363"/>
              <a:gd name="connsiteX5-55" fmla="*/ 563526 w 1019424"/>
              <a:gd name="connsiteY5-56" fmla="*/ 396933 h 576363"/>
              <a:gd name="connsiteX6-57" fmla="*/ 499730 w 1019424"/>
              <a:gd name="connsiteY6-58" fmla="*/ 394275 h 576363"/>
              <a:gd name="connsiteX7-59" fmla="*/ 377456 w 1019424"/>
              <a:gd name="connsiteY7-60" fmla="*/ 439463 h 576363"/>
              <a:gd name="connsiteX8-61" fmla="*/ 188728 w 1019424"/>
              <a:gd name="connsiteY8-62" fmla="*/ 537814 h 576363"/>
              <a:gd name="connsiteX9-63" fmla="*/ 101009 w 1019424"/>
              <a:gd name="connsiteY9-64" fmla="*/ 572370 h 576363"/>
              <a:gd name="connsiteX10-65" fmla="*/ 0 w 1019424"/>
              <a:gd name="connsiteY10-66" fmla="*/ 572370 h 576363"/>
              <a:gd name="connsiteX11-67" fmla="*/ 18607 w 1019424"/>
              <a:gd name="connsiteY11-68" fmla="*/ 529840 h 576363"/>
              <a:gd name="connsiteX12-69" fmla="*/ 93035 w 1019424"/>
              <a:gd name="connsiteY12-70" fmla="*/ 527182 h 576363"/>
              <a:gd name="connsiteX13-71" fmla="*/ 172779 w 1019424"/>
              <a:gd name="connsiteY13-72" fmla="*/ 505917 h 576363"/>
              <a:gd name="connsiteX14-73" fmla="*/ 353533 w 1019424"/>
              <a:gd name="connsiteY14-74" fmla="*/ 412882 h 576363"/>
              <a:gd name="connsiteX15-75" fmla="*/ 462516 w 1019424"/>
              <a:gd name="connsiteY15-76" fmla="*/ 375668 h 576363"/>
              <a:gd name="connsiteX16-77" fmla="*/ 539602 w 1019424"/>
              <a:gd name="connsiteY16-78" fmla="*/ 359719 h 576363"/>
              <a:gd name="connsiteX17-79" fmla="*/ 584791 w 1019424"/>
              <a:gd name="connsiteY17-80" fmla="*/ 351745 h 576363"/>
              <a:gd name="connsiteX18-81" fmla="*/ 661877 w 1019424"/>
              <a:gd name="connsiteY18-82" fmla="*/ 317189 h 576363"/>
              <a:gd name="connsiteX19-83" fmla="*/ 861237 w 1019424"/>
              <a:gd name="connsiteY19-84" fmla="*/ 173649 h 576363"/>
              <a:gd name="connsiteX20-85" fmla="*/ 935665 w 1019424"/>
              <a:gd name="connsiteY20-86" fmla="*/ 85931 h 576363"/>
              <a:gd name="connsiteX21-87" fmla="*/ 951614 w 1019424"/>
              <a:gd name="connsiteY21-88" fmla="*/ 3528 h 5763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1019424" h="576363">
                <a:moveTo>
                  <a:pt x="951614" y="3528"/>
                </a:moveTo>
                <a:cubicBezTo>
                  <a:pt x="963133" y="-7105"/>
                  <a:pt x="994145" y="8401"/>
                  <a:pt x="1004777" y="22135"/>
                </a:cubicBezTo>
                <a:cubicBezTo>
                  <a:pt x="1015409" y="35869"/>
                  <a:pt x="1025156" y="58020"/>
                  <a:pt x="1015409" y="85931"/>
                </a:cubicBezTo>
                <a:cubicBezTo>
                  <a:pt x="1005662" y="113842"/>
                  <a:pt x="992372" y="150169"/>
                  <a:pt x="946298" y="189598"/>
                </a:cubicBezTo>
                <a:cubicBezTo>
                  <a:pt x="900224" y="229027"/>
                  <a:pt x="802758" y="287949"/>
                  <a:pt x="738963" y="322505"/>
                </a:cubicBezTo>
                <a:cubicBezTo>
                  <a:pt x="675168" y="357061"/>
                  <a:pt x="595424" y="388516"/>
                  <a:pt x="563526" y="396933"/>
                </a:cubicBezTo>
                <a:cubicBezTo>
                  <a:pt x="542261" y="396047"/>
                  <a:pt x="530742" y="387187"/>
                  <a:pt x="499730" y="394275"/>
                </a:cubicBezTo>
                <a:cubicBezTo>
                  <a:pt x="468718" y="401363"/>
                  <a:pt x="429290" y="415540"/>
                  <a:pt x="377456" y="439463"/>
                </a:cubicBezTo>
                <a:cubicBezTo>
                  <a:pt x="325622" y="463386"/>
                  <a:pt x="234802" y="515663"/>
                  <a:pt x="188728" y="537814"/>
                </a:cubicBezTo>
                <a:cubicBezTo>
                  <a:pt x="142654" y="559965"/>
                  <a:pt x="132464" y="566611"/>
                  <a:pt x="101009" y="572370"/>
                </a:cubicBezTo>
                <a:cubicBezTo>
                  <a:pt x="69554" y="578129"/>
                  <a:pt x="15506" y="577243"/>
                  <a:pt x="0" y="572370"/>
                </a:cubicBezTo>
                <a:cubicBezTo>
                  <a:pt x="6202" y="558193"/>
                  <a:pt x="2215" y="536042"/>
                  <a:pt x="18607" y="529840"/>
                </a:cubicBezTo>
                <a:lnTo>
                  <a:pt x="93035" y="527182"/>
                </a:lnTo>
                <a:cubicBezTo>
                  <a:pt x="118730" y="523195"/>
                  <a:pt x="129363" y="524967"/>
                  <a:pt x="172779" y="505917"/>
                </a:cubicBezTo>
                <a:cubicBezTo>
                  <a:pt x="216195" y="486867"/>
                  <a:pt x="305244" y="434590"/>
                  <a:pt x="353533" y="412882"/>
                </a:cubicBezTo>
                <a:cubicBezTo>
                  <a:pt x="401822" y="391174"/>
                  <a:pt x="431505" y="384528"/>
                  <a:pt x="462516" y="375668"/>
                </a:cubicBezTo>
                <a:cubicBezTo>
                  <a:pt x="493527" y="366808"/>
                  <a:pt x="519223" y="363706"/>
                  <a:pt x="539602" y="359719"/>
                </a:cubicBezTo>
                <a:cubicBezTo>
                  <a:pt x="559981" y="355732"/>
                  <a:pt x="564412" y="358833"/>
                  <a:pt x="584791" y="351745"/>
                </a:cubicBezTo>
                <a:cubicBezTo>
                  <a:pt x="605170" y="344657"/>
                  <a:pt x="615803" y="346872"/>
                  <a:pt x="661877" y="317189"/>
                </a:cubicBezTo>
                <a:cubicBezTo>
                  <a:pt x="707951" y="287506"/>
                  <a:pt x="815606" y="212192"/>
                  <a:pt x="861237" y="173649"/>
                </a:cubicBezTo>
                <a:cubicBezTo>
                  <a:pt x="906868" y="135106"/>
                  <a:pt x="920602" y="114285"/>
                  <a:pt x="935665" y="85931"/>
                </a:cubicBezTo>
                <a:cubicBezTo>
                  <a:pt x="950728" y="57577"/>
                  <a:pt x="940095" y="14161"/>
                  <a:pt x="951614" y="35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3509357" y="3430575"/>
            <a:ext cx="488950" cy="587375"/>
          </a:xfrm>
          <a:custGeom>
            <a:avLst/>
            <a:gdLst>
              <a:gd name="connsiteX0" fmla="*/ 476180 w 476672"/>
              <a:gd name="connsiteY0" fmla="*/ 1468 h 586833"/>
              <a:gd name="connsiteX1" fmla="*/ 396436 w 476672"/>
              <a:gd name="connsiteY1" fmla="*/ 14759 h 586833"/>
              <a:gd name="connsiteX2" fmla="*/ 316692 w 476672"/>
              <a:gd name="connsiteY2" fmla="*/ 62605 h 586833"/>
              <a:gd name="connsiteX3" fmla="*/ 175810 w 476672"/>
              <a:gd name="connsiteY3" fmla="*/ 171589 h 586833"/>
              <a:gd name="connsiteX4" fmla="*/ 42903 w 476672"/>
              <a:gd name="connsiteY4" fmla="*/ 328419 h 586833"/>
              <a:gd name="connsiteX5" fmla="*/ 373 w 476672"/>
              <a:gd name="connsiteY5" fmla="*/ 482592 h 586833"/>
              <a:gd name="connsiteX6" fmla="*/ 61510 w 476672"/>
              <a:gd name="connsiteY6" fmla="*/ 578285 h 586833"/>
              <a:gd name="connsiteX7" fmla="*/ 258213 w 476672"/>
              <a:gd name="connsiteY7" fmla="*/ 578285 h 586833"/>
              <a:gd name="connsiteX8" fmla="*/ 231631 w 476672"/>
              <a:gd name="connsiteY8" fmla="*/ 543729 h 586833"/>
              <a:gd name="connsiteX9" fmla="*/ 141254 w 476672"/>
              <a:gd name="connsiteY9" fmla="*/ 538412 h 586833"/>
              <a:gd name="connsiteX10" fmla="*/ 96066 w 476672"/>
              <a:gd name="connsiteY10" fmla="*/ 469301 h 586833"/>
              <a:gd name="connsiteX11" fmla="*/ 170494 w 476672"/>
              <a:gd name="connsiteY11" fmla="*/ 272598 h 586833"/>
              <a:gd name="connsiteX12" fmla="*/ 337957 w 476672"/>
              <a:gd name="connsiteY12" fmla="*/ 97161 h 586833"/>
              <a:gd name="connsiteX13" fmla="*/ 425675 w 476672"/>
              <a:gd name="connsiteY13" fmla="*/ 43998 h 586833"/>
              <a:gd name="connsiteX14" fmla="*/ 476180 w 476672"/>
              <a:gd name="connsiteY14" fmla="*/ 1468 h 586833"/>
              <a:gd name="connsiteX0-1" fmla="*/ 476180 w 489195"/>
              <a:gd name="connsiteY0-2" fmla="*/ 802 h 586167"/>
              <a:gd name="connsiteX1-3" fmla="*/ 396436 w 489195"/>
              <a:gd name="connsiteY1-4" fmla="*/ 14093 h 586167"/>
              <a:gd name="connsiteX2-5" fmla="*/ 316692 w 489195"/>
              <a:gd name="connsiteY2-6" fmla="*/ 61939 h 586167"/>
              <a:gd name="connsiteX3-7" fmla="*/ 175810 w 489195"/>
              <a:gd name="connsiteY3-8" fmla="*/ 170923 h 586167"/>
              <a:gd name="connsiteX4-9" fmla="*/ 42903 w 489195"/>
              <a:gd name="connsiteY4-10" fmla="*/ 327753 h 586167"/>
              <a:gd name="connsiteX5-11" fmla="*/ 373 w 489195"/>
              <a:gd name="connsiteY5-12" fmla="*/ 481926 h 586167"/>
              <a:gd name="connsiteX6-13" fmla="*/ 61510 w 489195"/>
              <a:gd name="connsiteY6-14" fmla="*/ 577619 h 586167"/>
              <a:gd name="connsiteX7-15" fmla="*/ 258213 w 489195"/>
              <a:gd name="connsiteY7-16" fmla="*/ 577619 h 586167"/>
              <a:gd name="connsiteX8-17" fmla="*/ 231631 w 489195"/>
              <a:gd name="connsiteY8-18" fmla="*/ 543063 h 586167"/>
              <a:gd name="connsiteX9-19" fmla="*/ 141254 w 489195"/>
              <a:gd name="connsiteY9-20" fmla="*/ 537746 h 586167"/>
              <a:gd name="connsiteX10-21" fmla="*/ 96066 w 489195"/>
              <a:gd name="connsiteY10-22" fmla="*/ 468635 h 586167"/>
              <a:gd name="connsiteX11-23" fmla="*/ 170494 w 489195"/>
              <a:gd name="connsiteY11-24" fmla="*/ 271932 h 586167"/>
              <a:gd name="connsiteX12-25" fmla="*/ 337957 w 489195"/>
              <a:gd name="connsiteY12-26" fmla="*/ 96495 h 586167"/>
              <a:gd name="connsiteX13-27" fmla="*/ 425675 w 489195"/>
              <a:gd name="connsiteY13-28" fmla="*/ 43332 h 586167"/>
              <a:gd name="connsiteX14-29" fmla="*/ 484154 w 489195"/>
              <a:gd name="connsiteY14-30" fmla="*/ 32700 h 586167"/>
              <a:gd name="connsiteX15" fmla="*/ 476180 w 489195"/>
              <a:gd name="connsiteY15" fmla="*/ 802 h 586167"/>
              <a:gd name="connsiteX0-31" fmla="*/ 476180 w 489195"/>
              <a:gd name="connsiteY0-32" fmla="*/ 802 h 590327"/>
              <a:gd name="connsiteX1-33" fmla="*/ 396436 w 489195"/>
              <a:gd name="connsiteY1-34" fmla="*/ 14093 h 590327"/>
              <a:gd name="connsiteX2-35" fmla="*/ 316692 w 489195"/>
              <a:gd name="connsiteY2-36" fmla="*/ 61939 h 590327"/>
              <a:gd name="connsiteX3-37" fmla="*/ 175810 w 489195"/>
              <a:gd name="connsiteY3-38" fmla="*/ 170923 h 590327"/>
              <a:gd name="connsiteX4-39" fmla="*/ 42903 w 489195"/>
              <a:gd name="connsiteY4-40" fmla="*/ 327753 h 590327"/>
              <a:gd name="connsiteX5-41" fmla="*/ 373 w 489195"/>
              <a:gd name="connsiteY5-42" fmla="*/ 481926 h 590327"/>
              <a:gd name="connsiteX6-43" fmla="*/ 61510 w 489195"/>
              <a:gd name="connsiteY6-44" fmla="*/ 577619 h 590327"/>
              <a:gd name="connsiteX7-45" fmla="*/ 234289 w 489195"/>
              <a:gd name="connsiteY7-46" fmla="*/ 585594 h 590327"/>
              <a:gd name="connsiteX8-47" fmla="*/ 231631 w 489195"/>
              <a:gd name="connsiteY8-48" fmla="*/ 543063 h 590327"/>
              <a:gd name="connsiteX9-49" fmla="*/ 141254 w 489195"/>
              <a:gd name="connsiteY9-50" fmla="*/ 537746 h 590327"/>
              <a:gd name="connsiteX10-51" fmla="*/ 96066 w 489195"/>
              <a:gd name="connsiteY10-52" fmla="*/ 468635 h 590327"/>
              <a:gd name="connsiteX11-53" fmla="*/ 170494 w 489195"/>
              <a:gd name="connsiteY11-54" fmla="*/ 271932 h 590327"/>
              <a:gd name="connsiteX12-55" fmla="*/ 337957 w 489195"/>
              <a:gd name="connsiteY12-56" fmla="*/ 96495 h 590327"/>
              <a:gd name="connsiteX13-57" fmla="*/ 425675 w 489195"/>
              <a:gd name="connsiteY13-58" fmla="*/ 43332 h 590327"/>
              <a:gd name="connsiteX14-59" fmla="*/ 484154 w 489195"/>
              <a:gd name="connsiteY14-60" fmla="*/ 32700 h 590327"/>
              <a:gd name="connsiteX15-61" fmla="*/ 476180 w 489195"/>
              <a:gd name="connsiteY15-62" fmla="*/ 802 h 590327"/>
              <a:gd name="connsiteX0-63" fmla="*/ 476180 w 489195"/>
              <a:gd name="connsiteY0-64" fmla="*/ 802 h 582158"/>
              <a:gd name="connsiteX1-65" fmla="*/ 396436 w 489195"/>
              <a:gd name="connsiteY1-66" fmla="*/ 14093 h 582158"/>
              <a:gd name="connsiteX2-67" fmla="*/ 316692 w 489195"/>
              <a:gd name="connsiteY2-68" fmla="*/ 61939 h 582158"/>
              <a:gd name="connsiteX3-69" fmla="*/ 175810 w 489195"/>
              <a:gd name="connsiteY3-70" fmla="*/ 170923 h 582158"/>
              <a:gd name="connsiteX4-71" fmla="*/ 42903 w 489195"/>
              <a:gd name="connsiteY4-72" fmla="*/ 327753 h 582158"/>
              <a:gd name="connsiteX5-73" fmla="*/ 373 w 489195"/>
              <a:gd name="connsiteY5-74" fmla="*/ 481926 h 582158"/>
              <a:gd name="connsiteX6-75" fmla="*/ 61510 w 489195"/>
              <a:gd name="connsiteY6-76" fmla="*/ 577619 h 582158"/>
              <a:gd name="connsiteX7-77" fmla="*/ 234289 w 489195"/>
              <a:gd name="connsiteY7-78" fmla="*/ 564329 h 582158"/>
              <a:gd name="connsiteX8-79" fmla="*/ 231631 w 489195"/>
              <a:gd name="connsiteY8-80" fmla="*/ 543063 h 582158"/>
              <a:gd name="connsiteX9-81" fmla="*/ 141254 w 489195"/>
              <a:gd name="connsiteY9-82" fmla="*/ 537746 h 582158"/>
              <a:gd name="connsiteX10-83" fmla="*/ 96066 w 489195"/>
              <a:gd name="connsiteY10-84" fmla="*/ 468635 h 582158"/>
              <a:gd name="connsiteX11-85" fmla="*/ 170494 w 489195"/>
              <a:gd name="connsiteY11-86" fmla="*/ 271932 h 582158"/>
              <a:gd name="connsiteX12-87" fmla="*/ 337957 w 489195"/>
              <a:gd name="connsiteY12-88" fmla="*/ 96495 h 582158"/>
              <a:gd name="connsiteX13-89" fmla="*/ 425675 w 489195"/>
              <a:gd name="connsiteY13-90" fmla="*/ 43332 h 582158"/>
              <a:gd name="connsiteX14-91" fmla="*/ 484154 w 489195"/>
              <a:gd name="connsiteY14-92" fmla="*/ 32700 h 582158"/>
              <a:gd name="connsiteX15-93" fmla="*/ 476180 w 489195"/>
              <a:gd name="connsiteY15-94" fmla="*/ 802 h 582158"/>
              <a:gd name="connsiteX0-95" fmla="*/ 476180 w 489195"/>
              <a:gd name="connsiteY0-96" fmla="*/ 802 h 585126"/>
              <a:gd name="connsiteX1-97" fmla="*/ 396436 w 489195"/>
              <a:gd name="connsiteY1-98" fmla="*/ 14093 h 585126"/>
              <a:gd name="connsiteX2-99" fmla="*/ 316692 w 489195"/>
              <a:gd name="connsiteY2-100" fmla="*/ 61939 h 585126"/>
              <a:gd name="connsiteX3-101" fmla="*/ 175810 w 489195"/>
              <a:gd name="connsiteY3-102" fmla="*/ 170923 h 585126"/>
              <a:gd name="connsiteX4-103" fmla="*/ 42903 w 489195"/>
              <a:gd name="connsiteY4-104" fmla="*/ 327753 h 585126"/>
              <a:gd name="connsiteX5-105" fmla="*/ 373 w 489195"/>
              <a:gd name="connsiteY5-106" fmla="*/ 481926 h 585126"/>
              <a:gd name="connsiteX6-107" fmla="*/ 61510 w 489195"/>
              <a:gd name="connsiteY6-108" fmla="*/ 577619 h 585126"/>
              <a:gd name="connsiteX7-109" fmla="*/ 234289 w 489195"/>
              <a:gd name="connsiteY7-110" fmla="*/ 574961 h 585126"/>
              <a:gd name="connsiteX8-111" fmla="*/ 231631 w 489195"/>
              <a:gd name="connsiteY8-112" fmla="*/ 543063 h 585126"/>
              <a:gd name="connsiteX9-113" fmla="*/ 141254 w 489195"/>
              <a:gd name="connsiteY9-114" fmla="*/ 537746 h 585126"/>
              <a:gd name="connsiteX10-115" fmla="*/ 96066 w 489195"/>
              <a:gd name="connsiteY10-116" fmla="*/ 468635 h 585126"/>
              <a:gd name="connsiteX11-117" fmla="*/ 170494 w 489195"/>
              <a:gd name="connsiteY11-118" fmla="*/ 271932 h 585126"/>
              <a:gd name="connsiteX12-119" fmla="*/ 337957 w 489195"/>
              <a:gd name="connsiteY12-120" fmla="*/ 96495 h 585126"/>
              <a:gd name="connsiteX13-121" fmla="*/ 425675 w 489195"/>
              <a:gd name="connsiteY13-122" fmla="*/ 43332 h 585126"/>
              <a:gd name="connsiteX14-123" fmla="*/ 484154 w 489195"/>
              <a:gd name="connsiteY14-124" fmla="*/ 32700 h 585126"/>
              <a:gd name="connsiteX15-125" fmla="*/ 476180 w 489195"/>
              <a:gd name="connsiteY15-126" fmla="*/ 802 h 585126"/>
              <a:gd name="connsiteX0-127" fmla="*/ 476180 w 489195"/>
              <a:gd name="connsiteY0-128" fmla="*/ 802 h 586167"/>
              <a:gd name="connsiteX1-129" fmla="*/ 396436 w 489195"/>
              <a:gd name="connsiteY1-130" fmla="*/ 14093 h 586167"/>
              <a:gd name="connsiteX2-131" fmla="*/ 316692 w 489195"/>
              <a:gd name="connsiteY2-132" fmla="*/ 61939 h 586167"/>
              <a:gd name="connsiteX3-133" fmla="*/ 175810 w 489195"/>
              <a:gd name="connsiteY3-134" fmla="*/ 170923 h 586167"/>
              <a:gd name="connsiteX4-135" fmla="*/ 42903 w 489195"/>
              <a:gd name="connsiteY4-136" fmla="*/ 327753 h 586167"/>
              <a:gd name="connsiteX5-137" fmla="*/ 373 w 489195"/>
              <a:gd name="connsiteY5-138" fmla="*/ 481926 h 586167"/>
              <a:gd name="connsiteX6-139" fmla="*/ 61510 w 489195"/>
              <a:gd name="connsiteY6-140" fmla="*/ 577619 h 586167"/>
              <a:gd name="connsiteX7-141" fmla="*/ 223657 w 489195"/>
              <a:gd name="connsiteY7-142" fmla="*/ 577619 h 586167"/>
              <a:gd name="connsiteX8-143" fmla="*/ 231631 w 489195"/>
              <a:gd name="connsiteY8-144" fmla="*/ 543063 h 586167"/>
              <a:gd name="connsiteX9-145" fmla="*/ 141254 w 489195"/>
              <a:gd name="connsiteY9-146" fmla="*/ 537746 h 586167"/>
              <a:gd name="connsiteX10-147" fmla="*/ 96066 w 489195"/>
              <a:gd name="connsiteY10-148" fmla="*/ 468635 h 586167"/>
              <a:gd name="connsiteX11-149" fmla="*/ 170494 w 489195"/>
              <a:gd name="connsiteY11-150" fmla="*/ 271932 h 586167"/>
              <a:gd name="connsiteX12-151" fmla="*/ 337957 w 489195"/>
              <a:gd name="connsiteY12-152" fmla="*/ 96495 h 586167"/>
              <a:gd name="connsiteX13-153" fmla="*/ 425675 w 489195"/>
              <a:gd name="connsiteY13-154" fmla="*/ 43332 h 586167"/>
              <a:gd name="connsiteX14-155" fmla="*/ 484154 w 489195"/>
              <a:gd name="connsiteY14-156" fmla="*/ 32700 h 586167"/>
              <a:gd name="connsiteX15-157" fmla="*/ 476180 w 489195"/>
              <a:gd name="connsiteY15-158" fmla="*/ 802 h 586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61" y="connsiteY15-62"/>
              </a:cxn>
            </a:cxnLst>
            <a:rect l="l" t="t" r="r" b="b"/>
            <a:pathLst>
              <a:path w="489195" h="586167">
                <a:moveTo>
                  <a:pt x="476180" y="802"/>
                </a:moveTo>
                <a:cubicBezTo>
                  <a:pt x="461560" y="-2299"/>
                  <a:pt x="423017" y="3904"/>
                  <a:pt x="396436" y="14093"/>
                </a:cubicBezTo>
                <a:cubicBezTo>
                  <a:pt x="369855" y="24283"/>
                  <a:pt x="353463" y="35801"/>
                  <a:pt x="316692" y="61939"/>
                </a:cubicBezTo>
                <a:cubicBezTo>
                  <a:pt x="279921" y="88077"/>
                  <a:pt x="221441" y="126621"/>
                  <a:pt x="175810" y="170923"/>
                </a:cubicBezTo>
                <a:cubicBezTo>
                  <a:pt x="130179" y="215225"/>
                  <a:pt x="72142" y="275919"/>
                  <a:pt x="42903" y="327753"/>
                </a:cubicBezTo>
                <a:cubicBezTo>
                  <a:pt x="13663" y="379587"/>
                  <a:pt x="-2728" y="440282"/>
                  <a:pt x="373" y="481926"/>
                </a:cubicBezTo>
                <a:cubicBezTo>
                  <a:pt x="3474" y="523570"/>
                  <a:pt x="24296" y="561670"/>
                  <a:pt x="61510" y="577619"/>
                </a:cubicBezTo>
                <a:cubicBezTo>
                  <a:pt x="98724" y="593568"/>
                  <a:pt x="195304" y="583378"/>
                  <a:pt x="223657" y="577619"/>
                </a:cubicBezTo>
                <a:cubicBezTo>
                  <a:pt x="252010" y="571860"/>
                  <a:pt x="245365" y="549709"/>
                  <a:pt x="231631" y="543063"/>
                </a:cubicBezTo>
                <a:cubicBezTo>
                  <a:pt x="217897" y="536418"/>
                  <a:pt x="163848" y="550151"/>
                  <a:pt x="141254" y="537746"/>
                </a:cubicBezTo>
                <a:cubicBezTo>
                  <a:pt x="118660" y="525341"/>
                  <a:pt x="91193" y="512937"/>
                  <a:pt x="96066" y="468635"/>
                </a:cubicBezTo>
                <a:cubicBezTo>
                  <a:pt x="100939" y="424333"/>
                  <a:pt x="130179" y="333955"/>
                  <a:pt x="170494" y="271932"/>
                </a:cubicBezTo>
                <a:cubicBezTo>
                  <a:pt x="210809" y="209909"/>
                  <a:pt x="295427" y="134595"/>
                  <a:pt x="337957" y="96495"/>
                </a:cubicBezTo>
                <a:cubicBezTo>
                  <a:pt x="380487" y="58395"/>
                  <a:pt x="401309" y="53964"/>
                  <a:pt x="425675" y="43332"/>
                </a:cubicBezTo>
                <a:cubicBezTo>
                  <a:pt x="450041" y="32700"/>
                  <a:pt x="475737" y="39788"/>
                  <a:pt x="484154" y="32700"/>
                </a:cubicBezTo>
                <a:cubicBezTo>
                  <a:pt x="492571" y="25612"/>
                  <a:pt x="490800" y="3903"/>
                  <a:pt x="476180" y="8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4852382" y="2663812"/>
            <a:ext cx="1150937" cy="366713"/>
          </a:xfrm>
          <a:custGeom>
            <a:avLst/>
            <a:gdLst>
              <a:gd name="connsiteX0" fmla="*/ 1064419 w 1133475"/>
              <a:gd name="connsiteY0" fmla="*/ 112528 h 360651"/>
              <a:gd name="connsiteX1" fmla="*/ 1133475 w 1133475"/>
              <a:gd name="connsiteY1" fmla="*/ 110147 h 360651"/>
              <a:gd name="connsiteX2" fmla="*/ 1116806 w 1133475"/>
              <a:gd name="connsiteY2" fmla="*/ 72047 h 360651"/>
              <a:gd name="connsiteX3" fmla="*/ 1073944 w 1133475"/>
              <a:gd name="connsiteY3" fmla="*/ 36328 h 360651"/>
              <a:gd name="connsiteX4" fmla="*/ 1002506 w 1133475"/>
              <a:gd name="connsiteY4" fmla="*/ 5372 h 360651"/>
              <a:gd name="connsiteX5" fmla="*/ 871538 w 1133475"/>
              <a:gd name="connsiteY5" fmla="*/ 2990 h 360651"/>
              <a:gd name="connsiteX6" fmla="*/ 573881 w 1133475"/>
              <a:gd name="connsiteY6" fmla="*/ 36328 h 360651"/>
              <a:gd name="connsiteX7" fmla="*/ 326231 w 1133475"/>
              <a:gd name="connsiteY7" fmla="*/ 103003 h 360651"/>
              <a:gd name="connsiteX8" fmla="*/ 135731 w 1133475"/>
              <a:gd name="connsiteY8" fmla="*/ 183965 h 360651"/>
              <a:gd name="connsiteX9" fmla="*/ 21431 w 1133475"/>
              <a:gd name="connsiteY9" fmla="*/ 286359 h 360651"/>
              <a:gd name="connsiteX10" fmla="*/ 0 w 1133475"/>
              <a:gd name="connsiteY10" fmla="*/ 331603 h 360651"/>
              <a:gd name="connsiteX11" fmla="*/ 2381 w 1133475"/>
              <a:gd name="connsiteY11" fmla="*/ 360178 h 360651"/>
              <a:gd name="connsiteX12" fmla="*/ 76200 w 1133475"/>
              <a:gd name="connsiteY12" fmla="*/ 357797 h 360651"/>
              <a:gd name="connsiteX13" fmla="*/ 102394 w 1133475"/>
              <a:gd name="connsiteY13" fmla="*/ 322078 h 360651"/>
              <a:gd name="connsiteX14" fmla="*/ 216694 w 1133475"/>
              <a:gd name="connsiteY14" fmla="*/ 257784 h 360651"/>
              <a:gd name="connsiteX15" fmla="*/ 323850 w 1133475"/>
              <a:gd name="connsiteY15" fmla="*/ 217303 h 360651"/>
              <a:gd name="connsiteX16" fmla="*/ 428625 w 1133475"/>
              <a:gd name="connsiteY16" fmla="*/ 179203 h 360651"/>
              <a:gd name="connsiteX17" fmla="*/ 566738 w 1133475"/>
              <a:gd name="connsiteY17" fmla="*/ 141103 h 360651"/>
              <a:gd name="connsiteX18" fmla="*/ 683419 w 1133475"/>
              <a:gd name="connsiteY18" fmla="*/ 114909 h 360651"/>
              <a:gd name="connsiteX19" fmla="*/ 854869 w 1133475"/>
              <a:gd name="connsiteY19" fmla="*/ 95859 h 360651"/>
              <a:gd name="connsiteX20" fmla="*/ 1064419 w 1133475"/>
              <a:gd name="connsiteY20" fmla="*/ 112528 h 360651"/>
              <a:gd name="connsiteX0-1" fmla="*/ 1064419 w 1133475"/>
              <a:gd name="connsiteY0-2" fmla="*/ 116260 h 364383"/>
              <a:gd name="connsiteX1-3" fmla="*/ 1133475 w 1133475"/>
              <a:gd name="connsiteY1-4" fmla="*/ 113879 h 364383"/>
              <a:gd name="connsiteX2-5" fmla="*/ 1116806 w 1133475"/>
              <a:gd name="connsiteY2-6" fmla="*/ 75779 h 364383"/>
              <a:gd name="connsiteX3-7" fmla="*/ 1073944 w 1133475"/>
              <a:gd name="connsiteY3-8" fmla="*/ 40060 h 364383"/>
              <a:gd name="connsiteX4-9" fmla="*/ 1002506 w 1133475"/>
              <a:gd name="connsiteY4-10" fmla="*/ 9104 h 364383"/>
              <a:gd name="connsiteX5-11" fmla="*/ 869157 w 1133475"/>
              <a:gd name="connsiteY5-12" fmla="*/ 1959 h 364383"/>
              <a:gd name="connsiteX6-13" fmla="*/ 573881 w 1133475"/>
              <a:gd name="connsiteY6-14" fmla="*/ 40060 h 364383"/>
              <a:gd name="connsiteX7-15" fmla="*/ 326231 w 1133475"/>
              <a:gd name="connsiteY7-16" fmla="*/ 106735 h 364383"/>
              <a:gd name="connsiteX8-17" fmla="*/ 135731 w 1133475"/>
              <a:gd name="connsiteY8-18" fmla="*/ 187697 h 364383"/>
              <a:gd name="connsiteX9-19" fmla="*/ 21431 w 1133475"/>
              <a:gd name="connsiteY9-20" fmla="*/ 290091 h 364383"/>
              <a:gd name="connsiteX10-21" fmla="*/ 0 w 1133475"/>
              <a:gd name="connsiteY10-22" fmla="*/ 335335 h 364383"/>
              <a:gd name="connsiteX11-23" fmla="*/ 2381 w 1133475"/>
              <a:gd name="connsiteY11-24" fmla="*/ 363910 h 364383"/>
              <a:gd name="connsiteX12-25" fmla="*/ 76200 w 1133475"/>
              <a:gd name="connsiteY12-26" fmla="*/ 361529 h 364383"/>
              <a:gd name="connsiteX13-27" fmla="*/ 102394 w 1133475"/>
              <a:gd name="connsiteY13-28" fmla="*/ 325810 h 364383"/>
              <a:gd name="connsiteX14-29" fmla="*/ 216694 w 1133475"/>
              <a:gd name="connsiteY14-30" fmla="*/ 261516 h 364383"/>
              <a:gd name="connsiteX15-31" fmla="*/ 323850 w 1133475"/>
              <a:gd name="connsiteY15-32" fmla="*/ 221035 h 364383"/>
              <a:gd name="connsiteX16-33" fmla="*/ 428625 w 1133475"/>
              <a:gd name="connsiteY16-34" fmla="*/ 182935 h 364383"/>
              <a:gd name="connsiteX17-35" fmla="*/ 566738 w 1133475"/>
              <a:gd name="connsiteY17-36" fmla="*/ 144835 h 364383"/>
              <a:gd name="connsiteX18-37" fmla="*/ 683419 w 1133475"/>
              <a:gd name="connsiteY18-38" fmla="*/ 118641 h 364383"/>
              <a:gd name="connsiteX19-39" fmla="*/ 854869 w 1133475"/>
              <a:gd name="connsiteY19-40" fmla="*/ 99591 h 364383"/>
              <a:gd name="connsiteX20-41" fmla="*/ 1064419 w 1133475"/>
              <a:gd name="connsiteY20-42" fmla="*/ 116260 h 364383"/>
              <a:gd name="connsiteX0-43" fmla="*/ 1052513 w 1133475"/>
              <a:gd name="connsiteY0-44" fmla="*/ 97210 h 364383"/>
              <a:gd name="connsiteX1-45" fmla="*/ 1133475 w 1133475"/>
              <a:gd name="connsiteY1-46" fmla="*/ 113879 h 364383"/>
              <a:gd name="connsiteX2-47" fmla="*/ 1116806 w 1133475"/>
              <a:gd name="connsiteY2-48" fmla="*/ 75779 h 364383"/>
              <a:gd name="connsiteX3-49" fmla="*/ 1073944 w 1133475"/>
              <a:gd name="connsiteY3-50" fmla="*/ 40060 h 364383"/>
              <a:gd name="connsiteX4-51" fmla="*/ 1002506 w 1133475"/>
              <a:gd name="connsiteY4-52" fmla="*/ 9104 h 364383"/>
              <a:gd name="connsiteX5-53" fmla="*/ 869157 w 1133475"/>
              <a:gd name="connsiteY5-54" fmla="*/ 1959 h 364383"/>
              <a:gd name="connsiteX6-55" fmla="*/ 573881 w 1133475"/>
              <a:gd name="connsiteY6-56" fmla="*/ 40060 h 364383"/>
              <a:gd name="connsiteX7-57" fmla="*/ 326231 w 1133475"/>
              <a:gd name="connsiteY7-58" fmla="*/ 106735 h 364383"/>
              <a:gd name="connsiteX8-59" fmla="*/ 135731 w 1133475"/>
              <a:gd name="connsiteY8-60" fmla="*/ 187697 h 364383"/>
              <a:gd name="connsiteX9-61" fmla="*/ 21431 w 1133475"/>
              <a:gd name="connsiteY9-62" fmla="*/ 290091 h 364383"/>
              <a:gd name="connsiteX10-63" fmla="*/ 0 w 1133475"/>
              <a:gd name="connsiteY10-64" fmla="*/ 335335 h 364383"/>
              <a:gd name="connsiteX11-65" fmla="*/ 2381 w 1133475"/>
              <a:gd name="connsiteY11-66" fmla="*/ 363910 h 364383"/>
              <a:gd name="connsiteX12-67" fmla="*/ 76200 w 1133475"/>
              <a:gd name="connsiteY12-68" fmla="*/ 361529 h 364383"/>
              <a:gd name="connsiteX13-69" fmla="*/ 102394 w 1133475"/>
              <a:gd name="connsiteY13-70" fmla="*/ 325810 h 364383"/>
              <a:gd name="connsiteX14-71" fmla="*/ 216694 w 1133475"/>
              <a:gd name="connsiteY14-72" fmla="*/ 261516 h 364383"/>
              <a:gd name="connsiteX15-73" fmla="*/ 323850 w 1133475"/>
              <a:gd name="connsiteY15-74" fmla="*/ 221035 h 364383"/>
              <a:gd name="connsiteX16-75" fmla="*/ 428625 w 1133475"/>
              <a:gd name="connsiteY16-76" fmla="*/ 182935 h 364383"/>
              <a:gd name="connsiteX17-77" fmla="*/ 566738 w 1133475"/>
              <a:gd name="connsiteY17-78" fmla="*/ 144835 h 364383"/>
              <a:gd name="connsiteX18-79" fmla="*/ 683419 w 1133475"/>
              <a:gd name="connsiteY18-80" fmla="*/ 118641 h 364383"/>
              <a:gd name="connsiteX19-81" fmla="*/ 854869 w 1133475"/>
              <a:gd name="connsiteY19-82" fmla="*/ 99591 h 364383"/>
              <a:gd name="connsiteX20-83" fmla="*/ 1052513 w 1133475"/>
              <a:gd name="connsiteY20-84" fmla="*/ 97210 h 364383"/>
              <a:gd name="connsiteX0-85" fmla="*/ 1062038 w 1133475"/>
              <a:gd name="connsiteY0-86" fmla="*/ 109116 h 364383"/>
              <a:gd name="connsiteX1-87" fmla="*/ 1133475 w 1133475"/>
              <a:gd name="connsiteY1-88" fmla="*/ 113879 h 364383"/>
              <a:gd name="connsiteX2-89" fmla="*/ 1116806 w 1133475"/>
              <a:gd name="connsiteY2-90" fmla="*/ 75779 h 364383"/>
              <a:gd name="connsiteX3-91" fmla="*/ 1073944 w 1133475"/>
              <a:gd name="connsiteY3-92" fmla="*/ 40060 h 364383"/>
              <a:gd name="connsiteX4-93" fmla="*/ 1002506 w 1133475"/>
              <a:gd name="connsiteY4-94" fmla="*/ 9104 h 364383"/>
              <a:gd name="connsiteX5-95" fmla="*/ 869157 w 1133475"/>
              <a:gd name="connsiteY5-96" fmla="*/ 1959 h 364383"/>
              <a:gd name="connsiteX6-97" fmla="*/ 573881 w 1133475"/>
              <a:gd name="connsiteY6-98" fmla="*/ 40060 h 364383"/>
              <a:gd name="connsiteX7-99" fmla="*/ 326231 w 1133475"/>
              <a:gd name="connsiteY7-100" fmla="*/ 106735 h 364383"/>
              <a:gd name="connsiteX8-101" fmla="*/ 135731 w 1133475"/>
              <a:gd name="connsiteY8-102" fmla="*/ 187697 h 364383"/>
              <a:gd name="connsiteX9-103" fmla="*/ 21431 w 1133475"/>
              <a:gd name="connsiteY9-104" fmla="*/ 290091 h 364383"/>
              <a:gd name="connsiteX10-105" fmla="*/ 0 w 1133475"/>
              <a:gd name="connsiteY10-106" fmla="*/ 335335 h 364383"/>
              <a:gd name="connsiteX11-107" fmla="*/ 2381 w 1133475"/>
              <a:gd name="connsiteY11-108" fmla="*/ 363910 h 364383"/>
              <a:gd name="connsiteX12-109" fmla="*/ 76200 w 1133475"/>
              <a:gd name="connsiteY12-110" fmla="*/ 361529 h 364383"/>
              <a:gd name="connsiteX13-111" fmla="*/ 102394 w 1133475"/>
              <a:gd name="connsiteY13-112" fmla="*/ 325810 h 364383"/>
              <a:gd name="connsiteX14-113" fmla="*/ 216694 w 1133475"/>
              <a:gd name="connsiteY14-114" fmla="*/ 261516 h 364383"/>
              <a:gd name="connsiteX15-115" fmla="*/ 323850 w 1133475"/>
              <a:gd name="connsiteY15-116" fmla="*/ 221035 h 364383"/>
              <a:gd name="connsiteX16-117" fmla="*/ 428625 w 1133475"/>
              <a:gd name="connsiteY16-118" fmla="*/ 182935 h 364383"/>
              <a:gd name="connsiteX17-119" fmla="*/ 566738 w 1133475"/>
              <a:gd name="connsiteY17-120" fmla="*/ 144835 h 364383"/>
              <a:gd name="connsiteX18-121" fmla="*/ 683419 w 1133475"/>
              <a:gd name="connsiteY18-122" fmla="*/ 118641 h 364383"/>
              <a:gd name="connsiteX19-123" fmla="*/ 854869 w 1133475"/>
              <a:gd name="connsiteY19-124" fmla="*/ 99591 h 364383"/>
              <a:gd name="connsiteX20-125" fmla="*/ 1062038 w 1133475"/>
              <a:gd name="connsiteY20-126" fmla="*/ 109116 h 364383"/>
              <a:gd name="connsiteX0-127" fmla="*/ 1062038 w 1133475"/>
              <a:gd name="connsiteY0-128" fmla="*/ 109116 h 364383"/>
              <a:gd name="connsiteX1-129" fmla="*/ 1133475 w 1133475"/>
              <a:gd name="connsiteY1-130" fmla="*/ 113879 h 364383"/>
              <a:gd name="connsiteX2-131" fmla="*/ 1116806 w 1133475"/>
              <a:gd name="connsiteY2-132" fmla="*/ 75779 h 364383"/>
              <a:gd name="connsiteX3-133" fmla="*/ 1073944 w 1133475"/>
              <a:gd name="connsiteY3-134" fmla="*/ 40060 h 364383"/>
              <a:gd name="connsiteX4-135" fmla="*/ 1002506 w 1133475"/>
              <a:gd name="connsiteY4-136" fmla="*/ 9104 h 364383"/>
              <a:gd name="connsiteX5-137" fmla="*/ 869157 w 1133475"/>
              <a:gd name="connsiteY5-138" fmla="*/ 1959 h 364383"/>
              <a:gd name="connsiteX6-139" fmla="*/ 573881 w 1133475"/>
              <a:gd name="connsiteY6-140" fmla="*/ 40060 h 364383"/>
              <a:gd name="connsiteX7-141" fmla="*/ 326231 w 1133475"/>
              <a:gd name="connsiteY7-142" fmla="*/ 106735 h 364383"/>
              <a:gd name="connsiteX8-143" fmla="*/ 135731 w 1133475"/>
              <a:gd name="connsiteY8-144" fmla="*/ 187697 h 364383"/>
              <a:gd name="connsiteX9-145" fmla="*/ 21431 w 1133475"/>
              <a:gd name="connsiteY9-146" fmla="*/ 290091 h 364383"/>
              <a:gd name="connsiteX10-147" fmla="*/ 0 w 1133475"/>
              <a:gd name="connsiteY10-148" fmla="*/ 335335 h 364383"/>
              <a:gd name="connsiteX11-149" fmla="*/ 2381 w 1133475"/>
              <a:gd name="connsiteY11-150" fmla="*/ 363910 h 364383"/>
              <a:gd name="connsiteX12-151" fmla="*/ 76200 w 1133475"/>
              <a:gd name="connsiteY12-152" fmla="*/ 361529 h 364383"/>
              <a:gd name="connsiteX13-153" fmla="*/ 102394 w 1133475"/>
              <a:gd name="connsiteY13-154" fmla="*/ 325810 h 364383"/>
              <a:gd name="connsiteX14-155" fmla="*/ 216694 w 1133475"/>
              <a:gd name="connsiteY14-156" fmla="*/ 261516 h 364383"/>
              <a:gd name="connsiteX15-157" fmla="*/ 323850 w 1133475"/>
              <a:gd name="connsiteY15-158" fmla="*/ 221035 h 364383"/>
              <a:gd name="connsiteX16-159" fmla="*/ 428625 w 1133475"/>
              <a:gd name="connsiteY16-160" fmla="*/ 182935 h 364383"/>
              <a:gd name="connsiteX17-161" fmla="*/ 566738 w 1133475"/>
              <a:gd name="connsiteY17-162" fmla="*/ 144835 h 364383"/>
              <a:gd name="connsiteX18-163" fmla="*/ 683419 w 1133475"/>
              <a:gd name="connsiteY18-164" fmla="*/ 118641 h 364383"/>
              <a:gd name="connsiteX19-165" fmla="*/ 854869 w 1133475"/>
              <a:gd name="connsiteY19-166" fmla="*/ 99591 h 364383"/>
              <a:gd name="connsiteX20-167" fmla="*/ 914400 w 1133475"/>
              <a:gd name="connsiteY20-168" fmla="*/ 80541 h 364383"/>
              <a:gd name="connsiteX21" fmla="*/ 1062038 w 1133475"/>
              <a:gd name="connsiteY21" fmla="*/ 109116 h 364383"/>
              <a:gd name="connsiteX0-169" fmla="*/ 1062038 w 1133475"/>
              <a:gd name="connsiteY0-170" fmla="*/ 109116 h 364383"/>
              <a:gd name="connsiteX1-171" fmla="*/ 1133475 w 1133475"/>
              <a:gd name="connsiteY1-172" fmla="*/ 113879 h 364383"/>
              <a:gd name="connsiteX2-173" fmla="*/ 1116806 w 1133475"/>
              <a:gd name="connsiteY2-174" fmla="*/ 75779 h 364383"/>
              <a:gd name="connsiteX3-175" fmla="*/ 1073944 w 1133475"/>
              <a:gd name="connsiteY3-176" fmla="*/ 40060 h 364383"/>
              <a:gd name="connsiteX4-177" fmla="*/ 1002506 w 1133475"/>
              <a:gd name="connsiteY4-178" fmla="*/ 9104 h 364383"/>
              <a:gd name="connsiteX5-179" fmla="*/ 869157 w 1133475"/>
              <a:gd name="connsiteY5-180" fmla="*/ 1959 h 364383"/>
              <a:gd name="connsiteX6-181" fmla="*/ 573881 w 1133475"/>
              <a:gd name="connsiteY6-182" fmla="*/ 40060 h 364383"/>
              <a:gd name="connsiteX7-183" fmla="*/ 326231 w 1133475"/>
              <a:gd name="connsiteY7-184" fmla="*/ 106735 h 364383"/>
              <a:gd name="connsiteX8-185" fmla="*/ 135731 w 1133475"/>
              <a:gd name="connsiteY8-186" fmla="*/ 187697 h 364383"/>
              <a:gd name="connsiteX9-187" fmla="*/ 21431 w 1133475"/>
              <a:gd name="connsiteY9-188" fmla="*/ 290091 h 364383"/>
              <a:gd name="connsiteX10-189" fmla="*/ 0 w 1133475"/>
              <a:gd name="connsiteY10-190" fmla="*/ 335335 h 364383"/>
              <a:gd name="connsiteX11-191" fmla="*/ 2381 w 1133475"/>
              <a:gd name="connsiteY11-192" fmla="*/ 363910 h 364383"/>
              <a:gd name="connsiteX12-193" fmla="*/ 76200 w 1133475"/>
              <a:gd name="connsiteY12-194" fmla="*/ 361529 h 364383"/>
              <a:gd name="connsiteX13-195" fmla="*/ 102394 w 1133475"/>
              <a:gd name="connsiteY13-196" fmla="*/ 325810 h 364383"/>
              <a:gd name="connsiteX14-197" fmla="*/ 216694 w 1133475"/>
              <a:gd name="connsiteY14-198" fmla="*/ 261516 h 364383"/>
              <a:gd name="connsiteX15-199" fmla="*/ 323850 w 1133475"/>
              <a:gd name="connsiteY15-200" fmla="*/ 221035 h 364383"/>
              <a:gd name="connsiteX16-201" fmla="*/ 428625 w 1133475"/>
              <a:gd name="connsiteY16-202" fmla="*/ 182935 h 364383"/>
              <a:gd name="connsiteX17-203" fmla="*/ 566738 w 1133475"/>
              <a:gd name="connsiteY17-204" fmla="*/ 144835 h 364383"/>
              <a:gd name="connsiteX18-205" fmla="*/ 683419 w 1133475"/>
              <a:gd name="connsiteY18-206" fmla="*/ 118641 h 364383"/>
              <a:gd name="connsiteX19-207" fmla="*/ 854869 w 1133475"/>
              <a:gd name="connsiteY19-208" fmla="*/ 99591 h 364383"/>
              <a:gd name="connsiteX20-209" fmla="*/ 995362 w 1133475"/>
              <a:gd name="connsiteY20-210" fmla="*/ 94829 h 364383"/>
              <a:gd name="connsiteX21-211" fmla="*/ 1062038 w 1133475"/>
              <a:gd name="connsiteY21-212" fmla="*/ 109116 h 364383"/>
              <a:gd name="connsiteX0-213" fmla="*/ 1062038 w 1133475"/>
              <a:gd name="connsiteY0-214" fmla="*/ 109116 h 364383"/>
              <a:gd name="connsiteX1-215" fmla="*/ 1133475 w 1133475"/>
              <a:gd name="connsiteY1-216" fmla="*/ 113879 h 364383"/>
              <a:gd name="connsiteX2-217" fmla="*/ 1116806 w 1133475"/>
              <a:gd name="connsiteY2-218" fmla="*/ 75779 h 364383"/>
              <a:gd name="connsiteX3-219" fmla="*/ 1073944 w 1133475"/>
              <a:gd name="connsiteY3-220" fmla="*/ 40060 h 364383"/>
              <a:gd name="connsiteX4-221" fmla="*/ 1002506 w 1133475"/>
              <a:gd name="connsiteY4-222" fmla="*/ 9104 h 364383"/>
              <a:gd name="connsiteX5-223" fmla="*/ 869157 w 1133475"/>
              <a:gd name="connsiteY5-224" fmla="*/ 1959 h 364383"/>
              <a:gd name="connsiteX6-225" fmla="*/ 573881 w 1133475"/>
              <a:gd name="connsiteY6-226" fmla="*/ 40060 h 364383"/>
              <a:gd name="connsiteX7-227" fmla="*/ 326231 w 1133475"/>
              <a:gd name="connsiteY7-228" fmla="*/ 106735 h 364383"/>
              <a:gd name="connsiteX8-229" fmla="*/ 135731 w 1133475"/>
              <a:gd name="connsiteY8-230" fmla="*/ 187697 h 364383"/>
              <a:gd name="connsiteX9-231" fmla="*/ 21431 w 1133475"/>
              <a:gd name="connsiteY9-232" fmla="*/ 290091 h 364383"/>
              <a:gd name="connsiteX10-233" fmla="*/ 0 w 1133475"/>
              <a:gd name="connsiteY10-234" fmla="*/ 335335 h 364383"/>
              <a:gd name="connsiteX11-235" fmla="*/ 2381 w 1133475"/>
              <a:gd name="connsiteY11-236" fmla="*/ 363910 h 364383"/>
              <a:gd name="connsiteX12-237" fmla="*/ 76200 w 1133475"/>
              <a:gd name="connsiteY12-238" fmla="*/ 361529 h 364383"/>
              <a:gd name="connsiteX13-239" fmla="*/ 102394 w 1133475"/>
              <a:gd name="connsiteY13-240" fmla="*/ 325810 h 364383"/>
              <a:gd name="connsiteX14-241" fmla="*/ 216694 w 1133475"/>
              <a:gd name="connsiteY14-242" fmla="*/ 261516 h 364383"/>
              <a:gd name="connsiteX15-243" fmla="*/ 323850 w 1133475"/>
              <a:gd name="connsiteY15-244" fmla="*/ 221035 h 364383"/>
              <a:gd name="connsiteX16-245" fmla="*/ 428625 w 1133475"/>
              <a:gd name="connsiteY16-246" fmla="*/ 182935 h 364383"/>
              <a:gd name="connsiteX17-247" fmla="*/ 566738 w 1133475"/>
              <a:gd name="connsiteY17-248" fmla="*/ 144835 h 364383"/>
              <a:gd name="connsiteX18-249" fmla="*/ 683419 w 1133475"/>
              <a:gd name="connsiteY18-250" fmla="*/ 118641 h 364383"/>
              <a:gd name="connsiteX19-251" fmla="*/ 854869 w 1133475"/>
              <a:gd name="connsiteY19-252" fmla="*/ 99591 h 364383"/>
              <a:gd name="connsiteX20-253" fmla="*/ 1047750 w 1133475"/>
              <a:gd name="connsiteY20-254" fmla="*/ 75779 h 364383"/>
              <a:gd name="connsiteX21-255" fmla="*/ 1062038 w 1133475"/>
              <a:gd name="connsiteY21-256" fmla="*/ 109116 h 364383"/>
              <a:gd name="connsiteX0-257" fmla="*/ 1062038 w 1133475"/>
              <a:gd name="connsiteY0-258" fmla="*/ 109116 h 364383"/>
              <a:gd name="connsiteX1-259" fmla="*/ 1133475 w 1133475"/>
              <a:gd name="connsiteY1-260" fmla="*/ 113879 h 364383"/>
              <a:gd name="connsiteX2-261" fmla="*/ 1116806 w 1133475"/>
              <a:gd name="connsiteY2-262" fmla="*/ 75779 h 364383"/>
              <a:gd name="connsiteX3-263" fmla="*/ 1073944 w 1133475"/>
              <a:gd name="connsiteY3-264" fmla="*/ 40060 h 364383"/>
              <a:gd name="connsiteX4-265" fmla="*/ 1002506 w 1133475"/>
              <a:gd name="connsiteY4-266" fmla="*/ 9104 h 364383"/>
              <a:gd name="connsiteX5-267" fmla="*/ 869157 w 1133475"/>
              <a:gd name="connsiteY5-268" fmla="*/ 1959 h 364383"/>
              <a:gd name="connsiteX6-269" fmla="*/ 573881 w 1133475"/>
              <a:gd name="connsiteY6-270" fmla="*/ 40060 h 364383"/>
              <a:gd name="connsiteX7-271" fmla="*/ 326231 w 1133475"/>
              <a:gd name="connsiteY7-272" fmla="*/ 106735 h 364383"/>
              <a:gd name="connsiteX8-273" fmla="*/ 135731 w 1133475"/>
              <a:gd name="connsiteY8-274" fmla="*/ 187697 h 364383"/>
              <a:gd name="connsiteX9-275" fmla="*/ 21431 w 1133475"/>
              <a:gd name="connsiteY9-276" fmla="*/ 290091 h 364383"/>
              <a:gd name="connsiteX10-277" fmla="*/ 0 w 1133475"/>
              <a:gd name="connsiteY10-278" fmla="*/ 335335 h 364383"/>
              <a:gd name="connsiteX11-279" fmla="*/ 2381 w 1133475"/>
              <a:gd name="connsiteY11-280" fmla="*/ 363910 h 364383"/>
              <a:gd name="connsiteX12-281" fmla="*/ 76200 w 1133475"/>
              <a:gd name="connsiteY12-282" fmla="*/ 361529 h 364383"/>
              <a:gd name="connsiteX13-283" fmla="*/ 102394 w 1133475"/>
              <a:gd name="connsiteY13-284" fmla="*/ 325810 h 364383"/>
              <a:gd name="connsiteX14-285" fmla="*/ 216694 w 1133475"/>
              <a:gd name="connsiteY14-286" fmla="*/ 261516 h 364383"/>
              <a:gd name="connsiteX15-287" fmla="*/ 323850 w 1133475"/>
              <a:gd name="connsiteY15-288" fmla="*/ 221035 h 364383"/>
              <a:gd name="connsiteX16-289" fmla="*/ 428625 w 1133475"/>
              <a:gd name="connsiteY16-290" fmla="*/ 182935 h 364383"/>
              <a:gd name="connsiteX17-291" fmla="*/ 566738 w 1133475"/>
              <a:gd name="connsiteY17-292" fmla="*/ 144835 h 364383"/>
              <a:gd name="connsiteX18-293" fmla="*/ 683419 w 1133475"/>
              <a:gd name="connsiteY18-294" fmla="*/ 118641 h 364383"/>
              <a:gd name="connsiteX19-295" fmla="*/ 854869 w 1133475"/>
              <a:gd name="connsiteY19-296" fmla="*/ 99591 h 364383"/>
              <a:gd name="connsiteX20-297" fmla="*/ 1016794 w 1133475"/>
              <a:gd name="connsiteY20-298" fmla="*/ 94829 h 364383"/>
              <a:gd name="connsiteX21-299" fmla="*/ 1062038 w 1133475"/>
              <a:gd name="connsiteY21-300" fmla="*/ 109116 h 364383"/>
              <a:gd name="connsiteX0-301" fmla="*/ 1062038 w 1133475"/>
              <a:gd name="connsiteY0-302" fmla="*/ 109116 h 364383"/>
              <a:gd name="connsiteX1-303" fmla="*/ 1133475 w 1133475"/>
              <a:gd name="connsiteY1-304" fmla="*/ 113879 h 364383"/>
              <a:gd name="connsiteX2-305" fmla="*/ 1116806 w 1133475"/>
              <a:gd name="connsiteY2-306" fmla="*/ 75779 h 364383"/>
              <a:gd name="connsiteX3-307" fmla="*/ 1073944 w 1133475"/>
              <a:gd name="connsiteY3-308" fmla="*/ 40060 h 364383"/>
              <a:gd name="connsiteX4-309" fmla="*/ 1002506 w 1133475"/>
              <a:gd name="connsiteY4-310" fmla="*/ 9104 h 364383"/>
              <a:gd name="connsiteX5-311" fmla="*/ 869157 w 1133475"/>
              <a:gd name="connsiteY5-312" fmla="*/ 1959 h 364383"/>
              <a:gd name="connsiteX6-313" fmla="*/ 573881 w 1133475"/>
              <a:gd name="connsiteY6-314" fmla="*/ 40060 h 364383"/>
              <a:gd name="connsiteX7-315" fmla="*/ 326231 w 1133475"/>
              <a:gd name="connsiteY7-316" fmla="*/ 106735 h 364383"/>
              <a:gd name="connsiteX8-317" fmla="*/ 135731 w 1133475"/>
              <a:gd name="connsiteY8-318" fmla="*/ 187697 h 364383"/>
              <a:gd name="connsiteX9-319" fmla="*/ 21431 w 1133475"/>
              <a:gd name="connsiteY9-320" fmla="*/ 290091 h 364383"/>
              <a:gd name="connsiteX10-321" fmla="*/ 0 w 1133475"/>
              <a:gd name="connsiteY10-322" fmla="*/ 335335 h 364383"/>
              <a:gd name="connsiteX11-323" fmla="*/ 2381 w 1133475"/>
              <a:gd name="connsiteY11-324" fmla="*/ 363910 h 364383"/>
              <a:gd name="connsiteX12-325" fmla="*/ 76200 w 1133475"/>
              <a:gd name="connsiteY12-326" fmla="*/ 361529 h 364383"/>
              <a:gd name="connsiteX13-327" fmla="*/ 102394 w 1133475"/>
              <a:gd name="connsiteY13-328" fmla="*/ 325810 h 364383"/>
              <a:gd name="connsiteX14-329" fmla="*/ 216694 w 1133475"/>
              <a:gd name="connsiteY14-330" fmla="*/ 261516 h 364383"/>
              <a:gd name="connsiteX15-331" fmla="*/ 323850 w 1133475"/>
              <a:gd name="connsiteY15-332" fmla="*/ 221035 h 364383"/>
              <a:gd name="connsiteX16-333" fmla="*/ 428625 w 1133475"/>
              <a:gd name="connsiteY16-334" fmla="*/ 182935 h 364383"/>
              <a:gd name="connsiteX17-335" fmla="*/ 566738 w 1133475"/>
              <a:gd name="connsiteY17-336" fmla="*/ 144835 h 364383"/>
              <a:gd name="connsiteX18-337" fmla="*/ 683419 w 1133475"/>
              <a:gd name="connsiteY18-338" fmla="*/ 118641 h 364383"/>
              <a:gd name="connsiteX19-339" fmla="*/ 854869 w 1133475"/>
              <a:gd name="connsiteY19-340" fmla="*/ 99591 h 364383"/>
              <a:gd name="connsiteX20-341" fmla="*/ 1016794 w 1133475"/>
              <a:gd name="connsiteY20-342" fmla="*/ 92448 h 364383"/>
              <a:gd name="connsiteX21-343" fmla="*/ 1062038 w 1133475"/>
              <a:gd name="connsiteY21-344" fmla="*/ 109116 h 364383"/>
              <a:gd name="connsiteX0-345" fmla="*/ 1062038 w 1133475"/>
              <a:gd name="connsiteY0-346" fmla="*/ 109116 h 364383"/>
              <a:gd name="connsiteX1-347" fmla="*/ 1133475 w 1133475"/>
              <a:gd name="connsiteY1-348" fmla="*/ 113879 h 364383"/>
              <a:gd name="connsiteX2-349" fmla="*/ 1116806 w 1133475"/>
              <a:gd name="connsiteY2-350" fmla="*/ 75779 h 364383"/>
              <a:gd name="connsiteX3-351" fmla="*/ 1073944 w 1133475"/>
              <a:gd name="connsiteY3-352" fmla="*/ 40060 h 364383"/>
              <a:gd name="connsiteX4-353" fmla="*/ 1002506 w 1133475"/>
              <a:gd name="connsiteY4-354" fmla="*/ 9104 h 364383"/>
              <a:gd name="connsiteX5-355" fmla="*/ 869157 w 1133475"/>
              <a:gd name="connsiteY5-356" fmla="*/ 1959 h 364383"/>
              <a:gd name="connsiteX6-357" fmla="*/ 573881 w 1133475"/>
              <a:gd name="connsiteY6-358" fmla="*/ 40060 h 364383"/>
              <a:gd name="connsiteX7-359" fmla="*/ 326231 w 1133475"/>
              <a:gd name="connsiteY7-360" fmla="*/ 106735 h 364383"/>
              <a:gd name="connsiteX8-361" fmla="*/ 135731 w 1133475"/>
              <a:gd name="connsiteY8-362" fmla="*/ 187697 h 364383"/>
              <a:gd name="connsiteX9-363" fmla="*/ 21431 w 1133475"/>
              <a:gd name="connsiteY9-364" fmla="*/ 290091 h 364383"/>
              <a:gd name="connsiteX10-365" fmla="*/ 0 w 1133475"/>
              <a:gd name="connsiteY10-366" fmla="*/ 335335 h 364383"/>
              <a:gd name="connsiteX11-367" fmla="*/ 2381 w 1133475"/>
              <a:gd name="connsiteY11-368" fmla="*/ 363910 h 364383"/>
              <a:gd name="connsiteX12-369" fmla="*/ 76200 w 1133475"/>
              <a:gd name="connsiteY12-370" fmla="*/ 361529 h 364383"/>
              <a:gd name="connsiteX13-371" fmla="*/ 102394 w 1133475"/>
              <a:gd name="connsiteY13-372" fmla="*/ 325810 h 364383"/>
              <a:gd name="connsiteX14-373" fmla="*/ 216694 w 1133475"/>
              <a:gd name="connsiteY14-374" fmla="*/ 261516 h 364383"/>
              <a:gd name="connsiteX15-375" fmla="*/ 323850 w 1133475"/>
              <a:gd name="connsiteY15-376" fmla="*/ 221035 h 364383"/>
              <a:gd name="connsiteX16-377" fmla="*/ 428625 w 1133475"/>
              <a:gd name="connsiteY16-378" fmla="*/ 182935 h 364383"/>
              <a:gd name="connsiteX17-379" fmla="*/ 566738 w 1133475"/>
              <a:gd name="connsiteY17-380" fmla="*/ 144835 h 364383"/>
              <a:gd name="connsiteX18-381" fmla="*/ 683419 w 1133475"/>
              <a:gd name="connsiteY18-382" fmla="*/ 118641 h 364383"/>
              <a:gd name="connsiteX19-383" fmla="*/ 854869 w 1133475"/>
              <a:gd name="connsiteY19-384" fmla="*/ 99591 h 364383"/>
              <a:gd name="connsiteX20-385" fmla="*/ 1014413 w 1133475"/>
              <a:gd name="connsiteY20-386" fmla="*/ 97211 h 364383"/>
              <a:gd name="connsiteX21-387" fmla="*/ 1062038 w 1133475"/>
              <a:gd name="connsiteY21-388" fmla="*/ 109116 h 364383"/>
              <a:gd name="connsiteX0-389" fmla="*/ 1083469 w 1133475"/>
              <a:gd name="connsiteY0-390" fmla="*/ 116260 h 364383"/>
              <a:gd name="connsiteX1-391" fmla="*/ 1133475 w 1133475"/>
              <a:gd name="connsiteY1-392" fmla="*/ 113879 h 364383"/>
              <a:gd name="connsiteX2-393" fmla="*/ 1116806 w 1133475"/>
              <a:gd name="connsiteY2-394" fmla="*/ 75779 h 364383"/>
              <a:gd name="connsiteX3-395" fmla="*/ 1073944 w 1133475"/>
              <a:gd name="connsiteY3-396" fmla="*/ 40060 h 364383"/>
              <a:gd name="connsiteX4-397" fmla="*/ 1002506 w 1133475"/>
              <a:gd name="connsiteY4-398" fmla="*/ 9104 h 364383"/>
              <a:gd name="connsiteX5-399" fmla="*/ 869157 w 1133475"/>
              <a:gd name="connsiteY5-400" fmla="*/ 1959 h 364383"/>
              <a:gd name="connsiteX6-401" fmla="*/ 573881 w 1133475"/>
              <a:gd name="connsiteY6-402" fmla="*/ 40060 h 364383"/>
              <a:gd name="connsiteX7-403" fmla="*/ 326231 w 1133475"/>
              <a:gd name="connsiteY7-404" fmla="*/ 106735 h 364383"/>
              <a:gd name="connsiteX8-405" fmla="*/ 135731 w 1133475"/>
              <a:gd name="connsiteY8-406" fmla="*/ 187697 h 364383"/>
              <a:gd name="connsiteX9-407" fmla="*/ 21431 w 1133475"/>
              <a:gd name="connsiteY9-408" fmla="*/ 290091 h 364383"/>
              <a:gd name="connsiteX10-409" fmla="*/ 0 w 1133475"/>
              <a:gd name="connsiteY10-410" fmla="*/ 335335 h 364383"/>
              <a:gd name="connsiteX11-411" fmla="*/ 2381 w 1133475"/>
              <a:gd name="connsiteY11-412" fmla="*/ 363910 h 364383"/>
              <a:gd name="connsiteX12-413" fmla="*/ 76200 w 1133475"/>
              <a:gd name="connsiteY12-414" fmla="*/ 361529 h 364383"/>
              <a:gd name="connsiteX13-415" fmla="*/ 102394 w 1133475"/>
              <a:gd name="connsiteY13-416" fmla="*/ 325810 h 364383"/>
              <a:gd name="connsiteX14-417" fmla="*/ 216694 w 1133475"/>
              <a:gd name="connsiteY14-418" fmla="*/ 261516 h 364383"/>
              <a:gd name="connsiteX15-419" fmla="*/ 323850 w 1133475"/>
              <a:gd name="connsiteY15-420" fmla="*/ 221035 h 364383"/>
              <a:gd name="connsiteX16-421" fmla="*/ 428625 w 1133475"/>
              <a:gd name="connsiteY16-422" fmla="*/ 182935 h 364383"/>
              <a:gd name="connsiteX17-423" fmla="*/ 566738 w 1133475"/>
              <a:gd name="connsiteY17-424" fmla="*/ 144835 h 364383"/>
              <a:gd name="connsiteX18-425" fmla="*/ 683419 w 1133475"/>
              <a:gd name="connsiteY18-426" fmla="*/ 118641 h 364383"/>
              <a:gd name="connsiteX19-427" fmla="*/ 854869 w 1133475"/>
              <a:gd name="connsiteY19-428" fmla="*/ 99591 h 364383"/>
              <a:gd name="connsiteX20-429" fmla="*/ 1014413 w 1133475"/>
              <a:gd name="connsiteY20-430" fmla="*/ 97211 h 364383"/>
              <a:gd name="connsiteX21-431" fmla="*/ 1083469 w 1133475"/>
              <a:gd name="connsiteY21-432" fmla="*/ 116260 h 364383"/>
              <a:gd name="connsiteX0-433" fmla="*/ 1084401 w 1134407"/>
              <a:gd name="connsiteY0-434" fmla="*/ 116260 h 364383"/>
              <a:gd name="connsiteX1-435" fmla="*/ 1134407 w 1134407"/>
              <a:gd name="connsiteY1-436" fmla="*/ 113879 h 364383"/>
              <a:gd name="connsiteX2-437" fmla="*/ 1117738 w 1134407"/>
              <a:gd name="connsiteY2-438" fmla="*/ 75779 h 364383"/>
              <a:gd name="connsiteX3-439" fmla="*/ 1074876 w 1134407"/>
              <a:gd name="connsiteY3-440" fmla="*/ 40060 h 364383"/>
              <a:gd name="connsiteX4-441" fmla="*/ 1003438 w 1134407"/>
              <a:gd name="connsiteY4-442" fmla="*/ 9104 h 364383"/>
              <a:gd name="connsiteX5-443" fmla="*/ 870089 w 1134407"/>
              <a:gd name="connsiteY5-444" fmla="*/ 1959 h 364383"/>
              <a:gd name="connsiteX6-445" fmla="*/ 574813 w 1134407"/>
              <a:gd name="connsiteY6-446" fmla="*/ 40060 h 364383"/>
              <a:gd name="connsiteX7-447" fmla="*/ 327163 w 1134407"/>
              <a:gd name="connsiteY7-448" fmla="*/ 106735 h 364383"/>
              <a:gd name="connsiteX8-449" fmla="*/ 136663 w 1134407"/>
              <a:gd name="connsiteY8-450" fmla="*/ 187697 h 364383"/>
              <a:gd name="connsiteX9-451" fmla="*/ 13654 w 1134407"/>
              <a:gd name="connsiteY9-452" fmla="*/ 287188 h 364383"/>
              <a:gd name="connsiteX10-453" fmla="*/ 932 w 1134407"/>
              <a:gd name="connsiteY10-454" fmla="*/ 335335 h 364383"/>
              <a:gd name="connsiteX11-455" fmla="*/ 3313 w 1134407"/>
              <a:gd name="connsiteY11-456" fmla="*/ 363910 h 364383"/>
              <a:gd name="connsiteX12-457" fmla="*/ 77132 w 1134407"/>
              <a:gd name="connsiteY12-458" fmla="*/ 361529 h 364383"/>
              <a:gd name="connsiteX13-459" fmla="*/ 103326 w 1134407"/>
              <a:gd name="connsiteY13-460" fmla="*/ 325810 h 364383"/>
              <a:gd name="connsiteX14-461" fmla="*/ 217626 w 1134407"/>
              <a:gd name="connsiteY14-462" fmla="*/ 261516 h 364383"/>
              <a:gd name="connsiteX15-463" fmla="*/ 324782 w 1134407"/>
              <a:gd name="connsiteY15-464" fmla="*/ 221035 h 364383"/>
              <a:gd name="connsiteX16-465" fmla="*/ 429557 w 1134407"/>
              <a:gd name="connsiteY16-466" fmla="*/ 182935 h 364383"/>
              <a:gd name="connsiteX17-467" fmla="*/ 567670 w 1134407"/>
              <a:gd name="connsiteY17-468" fmla="*/ 144835 h 364383"/>
              <a:gd name="connsiteX18-469" fmla="*/ 684351 w 1134407"/>
              <a:gd name="connsiteY18-470" fmla="*/ 118641 h 364383"/>
              <a:gd name="connsiteX19-471" fmla="*/ 855801 w 1134407"/>
              <a:gd name="connsiteY19-472" fmla="*/ 99591 h 364383"/>
              <a:gd name="connsiteX20-473" fmla="*/ 1015345 w 1134407"/>
              <a:gd name="connsiteY20-474" fmla="*/ 97211 h 364383"/>
              <a:gd name="connsiteX21-475" fmla="*/ 1084401 w 1134407"/>
              <a:gd name="connsiteY21-476" fmla="*/ 116260 h 364383"/>
              <a:gd name="connsiteX0-477" fmla="*/ 1086372 w 1136378"/>
              <a:gd name="connsiteY0-478" fmla="*/ 116260 h 364383"/>
              <a:gd name="connsiteX1-479" fmla="*/ 1136378 w 1136378"/>
              <a:gd name="connsiteY1-480" fmla="*/ 113879 h 364383"/>
              <a:gd name="connsiteX2-481" fmla="*/ 1119709 w 1136378"/>
              <a:gd name="connsiteY2-482" fmla="*/ 75779 h 364383"/>
              <a:gd name="connsiteX3-483" fmla="*/ 1076847 w 1136378"/>
              <a:gd name="connsiteY3-484" fmla="*/ 40060 h 364383"/>
              <a:gd name="connsiteX4-485" fmla="*/ 1005409 w 1136378"/>
              <a:gd name="connsiteY4-486" fmla="*/ 9104 h 364383"/>
              <a:gd name="connsiteX5-487" fmla="*/ 872060 w 1136378"/>
              <a:gd name="connsiteY5-488" fmla="*/ 1959 h 364383"/>
              <a:gd name="connsiteX6-489" fmla="*/ 576784 w 1136378"/>
              <a:gd name="connsiteY6-490" fmla="*/ 40060 h 364383"/>
              <a:gd name="connsiteX7-491" fmla="*/ 329134 w 1136378"/>
              <a:gd name="connsiteY7-492" fmla="*/ 106735 h 364383"/>
              <a:gd name="connsiteX8-493" fmla="*/ 138634 w 1136378"/>
              <a:gd name="connsiteY8-494" fmla="*/ 187697 h 364383"/>
              <a:gd name="connsiteX9-495" fmla="*/ 15625 w 1136378"/>
              <a:gd name="connsiteY9-496" fmla="*/ 287188 h 364383"/>
              <a:gd name="connsiteX10-497" fmla="*/ 0 w 1136378"/>
              <a:gd name="connsiteY10-498" fmla="*/ 338238 h 364383"/>
              <a:gd name="connsiteX11-499" fmla="*/ 5284 w 1136378"/>
              <a:gd name="connsiteY11-500" fmla="*/ 363910 h 364383"/>
              <a:gd name="connsiteX12-501" fmla="*/ 79103 w 1136378"/>
              <a:gd name="connsiteY12-502" fmla="*/ 361529 h 364383"/>
              <a:gd name="connsiteX13-503" fmla="*/ 105297 w 1136378"/>
              <a:gd name="connsiteY13-504" fmla="*/ 325810 h 364383"/>
              <a:gd name="connsiteX14-505" fmla="*/ 219597 w 1136378"/>
              <a:gd name="connsiteY14-506" fmla="*/ 261516 h 364383"/>
              <a:gd name="connsiteX15-507" fmla="*/ 326753 w 1136378"/>
              <a:gd name="connsiteY15-508" fmla="*/ 221035 h 364383"/>
              <a:gd name="connsiteX16-509" fmla="*/ 431528 w 1136378"/>
              <a:gd name="connsiteY16-510" fmla="*/ 182935 h 364383"/>
              <a:gd name="connsiteX17-511" fmla="*/ 569641 w 1136378"/>
              <a:gd name="connsiteY17-512" fmla="*/ 144835 h 364383"/>
              <a:gd name="connsiteX18-513" fmla="*/ 686322 w 1136378"/>
              <a:gd name="connsiteY18-514" fmla="*/ 118641 h 364383"/>
              <a:gd name="connsiteX19-515" fmla="*/ 857772 w 1136378"/>
              <a:gd name="connsiteY19-516" fmla="*/ 99591 h 364383"/>
              <a:gd name="connsiteX20-517" fmla="*/ 1017316 w 1136378"/>
              <a:gd name="connsiteY20-518" fmla="*/ 97211 h 364383"/>
              <a:gd name="connsiteX21-519" fmla="*/ 1086372 w 1136378"/>
              <a:gd name="connsiteY21-520" fmla="*/ 116260 h 364383"/>
              <a:gd name="connsiteX0-521" fmla="*/ 1095603 w 1145609"/>
              <a:gd name="connsiteY0-522" fmla="*/ 116260 h 364383"/>
              <a:gd name="connsiteX1-523" fmla="*/ 1145609 w 1145609"/>
              <a:gd name="connsiteY1-524" fmla="*/ 113879 h 364383"/>
              <a:gd name="connsiteX2-525" fmla="*/ 1128940 w 1145609"/>
              <a:gd name="connsiteY2-526" fmla="*/ 75779 h 364383"/>
              <a:gd name="connsiteX3-527" fmla="*/ 1086078 w 1145609"/>
              <a:gd name="connsiteY3-528" fmla="*/ 40060 h 364383"/>
              <a:gd name="connsiteX4-529" fmla="*/ 1014640 w 1145609"/>
              <a:gd name="connsiteY4-530" fmla="*/ 9104 h 364383"/>
              <a:gd name="connsiteX5-531" fmla="*/ 881291 w 1145609"/>
              <a:gd name="connsiteY5-532" fmla="*/ 1959 h 364383"/>
              <a:gd name="connsiteX6-533" fmla="*/ 586015 w 1145609"/>
              <a:gd name="connsiteY6-534" fmla="*/ 40060 h 364383"/>
              <a:gd name="connsiteX7-535" fmla="*/ 338365 w 1145609"/>
              <a:gd name="connsiteY7-536" fmla="*/ 106735 h 364383"/>
              <a:gd name="connsiteX8-537" fmla="*/ 147865 w 1145609"/>
              <a:gd name="connsiteY8-538" fmla="*/ 187697 h 364383"/>
              <a:gd name="connsiteX9-539" fmla="*/ 24856 w 1145609"/>
              <a:gd name="connsiteY9-540" fmla="*/ 287188 h 364383"/>
              <a:gd name="connsiteX10-541" fmla="*/ 9231 w 1145609"/>
              <a:gd name="connsiteY10-542" fmla="*/ 338238 h 364383"/>
              <a:gd name="connsiteX11-543" fmla="*/ 0 w 1145609"/>
              <a:gd name="connsiteY11-544" fmla="*/ 363910 h 364383"/>
              <a:gd name="connsiteX12-545" fmla="*/ 88334 w 1145609"/>
              <a:gd name="connsiteY12-546" fmla="*/ 361529 h 364383"/>
              <a:gd name="connsiteX13-547" fmla="*/ 114528 w 1145609"/>
              <a:gd name="connsiteY13-548" fmla="*/ 325810 h 364383"/>
              <a:gd name="connsiteX14-549" fmla="*/ 228828 w 1145609"/>
              <a:gd name="connsiteY14-550" fmla="*/ 261516 h 364383"/>
              <a:gd name="connsiteX15-551" fmla="*/ 335984 w 1145609"/>
              <a:gd name="connsiteY15-552" fmla="*/ 221035 h 364383"/>
              <a:gd name="connsiteX16-553" fmla="*/ 440759 w 1145609"/>
              <a:gd name="connsiteY16-554" fmla="*/ 182935 h 364383"/>
              <a:gd name="connsiteX17-555" fmla="*/ 578872 w 1145609"/>
              <a:gd name="connsiteY17-556" fmla="*/ 144835 h 364383"/>
              <a:gd name="connsiteX18-557" fmla="*/ 695553 w 1145609"/>
              <a:gd name="connsiteY18-558" fmla="*/ 118641 h 364383"/>
              <a:gd name="connsiteX19-559" fmla="*/ 867003 w 1145609"/>
              <a:gd name="connsiteY19-560" fmla="*/ 99591 h 364383"/>
              <a:gd name="connsiteX20-561" fmla="*/ 1026547 w 1145609"/>
              <a:gd name="connsiteY20-562" fmla="*/ 97211 h 364383"/>
              <a:gd name="connsiteX21-563" fmla="*/ 1095603 w 1145609"/>
              <a:gd name="connsiteY21-564" fmla="*/ 116260 h 364383"/>
              <a:gd name="connsiteX0-565" fmla="*/ 1099653 w 1149659"/>
              <a:gd name="connsiteY0-566" fmla="*/ 116260 h 364383"/>
              <a:gd name="connsiteX1-567" fmla="*/ 1149659 w 1149659"/>
              <a:gd name="connsiteY1-568" fmla="*/ 113879 h 364383"/>
              <a:gd name="connsiteX2-569" fmla="*/ 1132990 w 1149659"/>
              <a:gd name="connsiteY2-570" fmla="*/ 75779 h 364383"/>
              <a:gd name="connsiteX3-571" fmla="*/ 1090128 w 1149659"/>
              <a:gd name="connsiteY3-572" fmla="*/ 40060 h 364383"/>
              <a:gd name="connsiteX4-573" fmla="*/ 1018690 w 1149659"/>
              <a:gd name="connsiteY4-574" fmla="*/ 9104 h 364383"/>
              <a:gd name="connsiteX5-575" fmla="*/ 885341 w 1149659"/>
              <a:gd name="connsiteY5-576" fmla="*/ 1959 h 364383"/>
              <a:gd name="connsiteX6-577" fmla="*/ 590065 w 1149659"/>
              <a:gd name="connsiteY6-578" fmla="*/ 40060 h 364383"/>
              <a:gd name="connsiteX7-579" fmla="*/ 342415 w 1149659"/>
              <a:gd name="connsiteY7-580" fmla="*/ 106735 h 364383"/>
              <a:gd name="connsiteX8-581" fmla="*/ 151915 w 1149659"/>
              <a:gd name="connsiteY8-582" fmla="*/ 187697 h 364383"/>
              <a:gd name="connsiteX9-583" fmla="*/ 28906 w 1149659"/>
              <a:gd name="connsiteY9-584" fmla="*/ 287188 h 364383"/>
              <a:gd name="connsiteX10-585" fmla="*/ 4050 w 1149659"/>
              <a:gd name="connsiteY10-586" fmla="*/ 363910 h 364383"/>
              <a:gd name="connsiteX11-587" fmla="*/ 92384 w 1149659"/>
              <a:gd name="connsiteY11-588" fmla="*/ 361529 h 364383"/>
              <a:gd name="connsiteX12-589" fmla="*/ 118578 w 1149659"/>
              <a:gd name="connsiteY12-590" fmla="*/ 325810 h 364383"/>
              <a:gd name="connsiteX13-591" fmla="*/ 232878 w 1149659"/>
              <a:gd name="connsiteY13-592" fmla="*/ 261516 h 364383"/>
              <a:gd name="connsiteX14-593" fmla="*/ 340034 w 1149659"/>
              <a:gd name="connsiteY14-594" fmla="*/ 221035 h 364383"/>
              <a:gd name="connsiteX15-595" fmla="*/ 444809 w 1149659"/>
              <a:gd name="connsiteY15-596" fmla="*/ 182935 h 364383"/>
              <a:gd name="connsiteX16-597" fmla="*/ 582922 w 1149659"/>
              <a:gd name="connsiteY16-598" fmla="*/ 144835 h 364383"/>
              <a:gd name="connsiteX17-599" fmla="*/ 699603 w 1149659"/>
              <a:gd name="connsiteY17-600" fmla="*/ 118641 h 364383"/>
              <a:gd name="connsiteX18-601" fmla="*/ 871053 w 1149659"/>
              <a:gd name="connsiteY18-602" fmla="*/ 99591 h 364383"/>
              <a:gd name="connsiteX19-603" fmla="*/ 1030597 w 1149659"/>
              <a:gd name="connsiteY19-604" fmla="*/ 97211 h 364383"/>
              <a:gd name="connsiteX20-605" fmla="*/ 1099653 w 1149659"/>
              <a:gd name="connsiteY20-606" fmla="*/ 116260 h 364383"/>
              <a:gd name="connsiteX0-607" fmla="*/ 1102177 w 1152183"/>
              <a:gd name="connsiteY0-608" fmla="*/ 116260 h 366812"/>
              <a:gd name="connsiteX1-609" fmla="*/ 1152183 w 1152183"/>
              <a:gd name="connsiteY1-610" fmla="*/ 113879 h 366812"/>
              <a:gd name="connsiteX2-611" fmla="*/ 1135514 w 1152183"/>
              <a:gd name="connsiteY2-612" fmla="*/ 75779 h 366812"/>
              <a:gd name="connsiteX3-613" fmla="*/ 1092652 w 1152183"/>
              <a:gd name="connsiteY3-614" fmla="*/ 40060 h 366812"/>
              <a:gd name="connsiteX4-615" fmla="*/ 1021214 w 1152183"/>
              <a:gd name="connsiteY4-616" fmla="*/ 9104 h 366812"/>
              <a:gd name="connsiteX5-617" fmla="*/ 887865 w 1152183"/>
              <a:gd name="connsiteY5-618" fmla="*/ 1959 h 366812"/>
              <a:gd name="connsiteX6-619" fmla="*/ 592589 w 1152183"/>
              <a:gd name="connsiteY6-620" fmla="*/ 40060 h 366812"/>
              <a:gd name="connsiteX7-621" fmla="*/ 344939 w 1152183"/>
              <a:gd name="connsiteY7-622" fmla="*/ 106735 h 366812"/>
              <a:gd name="connsiteX8-623" fmla="*/ 154439 w 1152183"/>
              <a:gd name="connsiteY8-624" fmla="*/ 187697 h 366812"/>
              <a:gd name="connsiteX9-625" fmla="*/ 31430 w 1152183"/>
              <a:gd name="connsiteY9-626" fmla="*/ 287188 h 366812"/>
              <a:gd name="connsiteX10-627" fmla="*/ 3671 w 1152183"/>
              <a:gd name="connsiteY10-628" fmla="*/ 366812 h 366812"/>
              <a:gd name="connsiteX11-629" fmla="*/ 94908 w 1152183"/>
              <a:gd name="connsiteY11-630" fmla="*/ 361529 h 366812"/>
              <a:gd name="connsiteX12-631" fmla="*/ 121102 w 1152183"/>
              <a:gd name="connsiteY12-632" fmla="*/ 325810 h 366812"/>
              <a:gd name="connsiteX13-633" fmla="*/ 235402 w 1152183"/>
              <a:gd name="connsiteY13-634" fmla="*/ 261516 h 366812"/>
              <a:gd name="connsiteX14-635" fmla="*/ 342558 w 1152183"/>
              <a:gd name="connsiteY14-636" fmla="*/ 221035 h 366812"/>
              <a:gd name="connsiteX15-637" fmla="*/ 447333 w 1152183"/>
              <a:gd name="connsiteY15-638" fmla="*/ 182935 h 366812"/>
              <a:gd name="connsiteX16-639" fmla="*/ 585446 w 1152183"/>
              <a:gd name="connsiteY16-640" fmla="*/ 144835 h 366812"/>
              <a:gd name="connsiteX17-641" fmla="*/ 702127 w 1152183"/>
              <a:gd name="connsiteY17-642" fmla="*/ 118641 h 366812"/>
              <a:gd name="connsiteX18-643" fmla="*/ 873577 w 1152183"/>
              <a:gd name="connsiteY18-644" fmla="*/ 99591 h 366812"/>
              <a:gd name="connsiteX19-645" fmla="*/ 1033121 w 1152183"/>
              <a:gd name="connsiteY19-646" fmla="*/ 97211 h 366812"/>
              <a:gd name="connsiteX20-647" fmla="*/ 1102177 w 1152183"/>
              <a:gd name="connsiteY20-648" fmla="*/ 116260 h 366812"/>
              <a:gd name="connsiteX0-649" fmla="*/ 1102177 w 1152183"/>
              <a:gd name="connsiteY0-650" fmla="*/ 116260 h 366812"/>
              <a:gd name="connsiteX1-651" fmla="*/ 1152183 w 1152183"/>
              <a:gd name="connsiteY1-652" fmla="*/ 113879 h 366812"/>
              <a:gd name="connsiteX2-653" fmla="*/ 1135514 w 1152183"/>
              <a:gd name="connsiteY2-654" fmla="*/ 75779 h 366812"/>
              <a:gd name="connsiteX3-655" fmla="*/ 1092652 w 1152183"/>
              <a:gd name="connsiteY3-656" fmla="*/ 40060 h 366812"/>
              <a:gd name="connsiteX4-657" fmla="*/ 1021214 w 1152183"/>
              <a:gd name="connsiteY4-658" fmla="*/ 9104 h 366812"/>
              <a:gd name="connsiteX5-659" fmla="*/ 887865 w 1152183"/>
              <a:gd name="connsiteY5-660" fmla="*/ 1959 h 366812"/>
              <a:gd name="connsiteX6-661" fmla="*/ 592589 w 1152183"/>
              <a:gd name="connsiteY6-662" fmla="*/ 40060 h 366812"/>
              <a:gd name="connsiteX7-663" fmla="*/ 344939 w 1152183"/>
              <a:gd name="connsiteY7-664" fmla="*/ 106735 h 366812"/>
              <a:gd name="connsiteX8-665" fmla="*/ 154439 w 1152183"/>
              <a:gd name="connsiteY8-666" fmla="*/ 187697 h 366812"/>
              <a:gd name="connsiteX9-667" fmla="*/ 31430 w 1152183"/>
              <a:gd name="connsiteY9-668" fmla="*/ 287188 h 366812"/>
              <a:gd name="connsiteX10-669" fmla="*/ 3671 w 1152183"/>
              <a:gd name="connsiteY10-670" fmla="*/ 366812 h 366812"/>
              <a:gd name="connsiteX11-671" fmla="*/ 92005 w 1152183"/>
              <a:gd name="connsiteY11-672" fmla="*/ 361529 h 366812"/>
              <a:gd name="connsiteX12-673" fmla="*/ 121102 w 1152183"/>
              <a:gd name="connsiteY12-674" fmla="*/ 325810 h 366812"/>
              <a:gd name="connsiteX13-675" fmla="*/ 235402 w 1152183"/>
              <a:gd name="connsiteY13-676" fmla="*/ 261516 h 366812"/>
              <a:gd name="connsiteX14-677" fmla="*/ 342558 w 1152183"/>
              <a:gd name="connsiteY14-678" fmla="*/ 221035 h 366812"/>
              <a:gd name="connsiteX15-679" fmla="*/ 447333 w 1152183"/>
              <a:gd name="connsiteY15-680" fmla="*/ 182935 h 366812"/>
              <a:gd name="connsiteX16-681" fmla="*/ 585446 w 1152183"/>
              <a:gd name="connsiteY16-682" fmla="*/ 144835 h 366812"/>
              <a:gd name="connsiteX17-683" fmla="*/ 702127 w 1152183"/>
              <a:gd name="connsiteY17-684" fmla="*/ 118641 h 366812"/>
              <a:gd name="connsiteX18-685" fmla="*/ 873577 w 1152183"/>
              <a:gd name="connsiteY18-686" fmla="*/ 99591 h 366812"/>
              <a:gd name="connsiteX19-687" fmla="*/ 1033121 w 1152183"/>
              <a:gd name="connsiteY19-688" fmla="*/ 97211 h 366812"/>
              <a:gd name="connsiteX20-689" fmla="*/ 1102177 w 1152183"/>
              <a:gd name="connsiteY20-690" fmla="*/ 116260 h 366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</a:cxnLst>
            <a:rect l="l" t="t" r="r" b="b"/>
            <a:pathLst>
              <a:path w="1152183" h="366812">
                <a:moveTo>
                  <a:pt x="1102177" y="116260"/>
                </a:moveTo>
                <a:cubicBezTo>
                  <a:pt x="1122021" y="119038"/>
                  <a:pt x="1115671" y="114673"/>
                  <a:pt x="1152183" y="113879"/>
                </a:cubicBezTo>
                <a:cubicBezTo>
                  <a:pt x="1146627" y="101179"/>
                  <a:pt x="1145436" y="88082"/>
                  <a:pt x="1135514" y="75779"/>
                </a:cubicBezTo>
                <a:cubicBezTo>
                  <a:pt x="1125592" y="63476"/>
                  <a:pt x="1111702" y="51172"/>
                  <a:pt x="1092652" y="40060"/>
                </a:cubicBezTo>
                <a:cubicBezTo>
                  <a:pt x="1073602" y="28948"/>
                  <a:pt x="1055345" y="15454"/>
                  <a:pt x="1021214" y="9104"/>
                </a:cubicBezTo>
                <a:cubicBezTo>
                  <a:pt x="987083" y="2754"/>
                  <a:pt x="959302" y="-3200"/>
                  <a:pt x="887865" y="1959"/>
                </a:cubicBezTo>
                <a:cubicBezTo>
                  <a:pt x="816427" y="7118"/>
                  <a:pt x="683077" y="22597"/>
                  <a:pt x="592589" y="40060"/>
                </a:cubicBezTo>
                <a:cubicBezTo>
                  <a:pt x="502101" y="57523"/>
                  <a:pt x="417964" y="82129"/>
                  <a:pt x="344939" y="106735"/>
                </a:cubicBezTo>
                <a:cubicBezTo>
                  <a:pt x="271914" y="131341"/>
                  <a:pt x="206690" y="157622"/>
                  <a:pt x="154439" y="187697"/>
                </a:cubicBezTo>
                <a:cubicBezTo>
                  <a:pt x="102188" y="217772"/>
                  <a:pt x="56558" y="257336"/>
                  <a:pt x="31430" y="287188"/>
                </a:cubicBezTo>
                <a:cubicBezTo>
                  <a:pt x="6302" y="317040"/>
                  <a:pt x="-6909" y="354422"/>
                  <a:pt x="3671" y="366812"/>
                </a:cubicBezTo>
                <a:cubicBezTo>
                  <a:pt x="28277" y="366018"/>
                  <a:pt x="74542" y="366688"/>
                  <a:pt x="92005" y="361529"/>
                </a:cubicBezTo>
                <a:cubicBezTo>
                  <a:pt x="100736" y="349623"/>
                  <a:pt x="97203" y="342479"/>
                  <a:pt x="121102" y="325810"/>
                </a:cubicBezTo>
                <a:cubicBezTo>
                  <a:pt x="145001" y="309141"/>
                  <a:pt x="198493" y="278979"/>
                  <a:pt x="235402" y="261516"/>
                </a:cubicBezTo>
                <a:cubicBezTo>
                  <a:pt x="272311" y="244053"/>
                  <a:pt x="342558" y="221035"/>
                  <a:pt x="342558" y="221035"/>
                </a:cubicBezTo>
                <a:cubicBezTo>
                  <a:pt x="377880" y="207938"/>
                  <a:pt x="406852" y="195635"/>
                  <a:pt x="447333" y="182935"/>
                </a:cubicBezTo>
                <a:cubicBezTo>
                  <a:pt x="487814" y="170235"/>
                  <a:pt x="542980" y="155551"/>
                  <a:pt x="585446" y="144835"/>
                </a:cubicBezTo>
                <a:cubicBezTo>
                  <a:pt x="627912" y="134119"/>
                  <a:pt x="654105" y="126182"/>
                  <a:pt x="702127" y="118641"/>
                </a:cubicBezTo>
                <a:cubicBezTo>
                  <a:pt x="750149" y="111100"/>
                  <a:pt x="818411" y="103163"/>
                  <a:pt x="873577" y="99591"/>
                </a:cubicBezTo>
                <a:cubicBezTo>
                  <a:pt x="928743" y="96019"/>
                  <a:pt x="998593" y="95624"/>
                  <a:pt x="1033121" y="97211"/>
                </a:cubicBezTo>
                <a:cubicBezTo>
                  <a:pt x="1067649" y="98798"/>
                  <a:pt x="1082333" y="113482"/>
                  <a:pt x="1102177" y="1162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4263419" y="3005125"/>
            <a:ext cx="1349375" cy="893762"/>
          </a:xfrm>
          <a:custGeom>
            <a:avLst/>
            <a:gdLst>
              <a:gd name="connsiteX0" fmla="*/ 590902 w 1348880"/>
              <a:gd name="connsiteY0" fmla="*/ 9703 h 897910"/>
              <a:gd name="connsiteX1" fmla="*/ 676627 w 1348880"/>
              <a:gd name="connsiteY1" fmla="*/ 9703 h 897910"/>
              <a:gd name="connsiteX2" fmla="*/ 657577 w 1348880"/>
              <a:gd name="connsiteY2" fmla="*/ 43041 h 897910"/>
              <a:gd name="connsiteX3" fmla="*/ 662340 w 1348880"/>
              <a:gd name="connsiteY3" fmla="*/ 90666 h 897910"/>
              <a:gd name="connsiteX4" fmla="*/ 683771 w 1348880"/>
              <a:gd name="connsiteY4" fmla="*/ 119241 h 897910"/>
              <a:gd name="connsiteX5" fmla="*/ 798071 w 1348880"/>
              <a:gd name="connsiteY5" fmla="*/ 166866 h 897910"/>
              <a:gd name="connsiteX6" fmla="*/ 1095727 w 1348880"/>
              <a:gd name="connsiteY6" fmla="*/ 209728 h 897910"/>
              <a:gd name="connsiteX7" fmla="*/ 1271940 w 1348880"/>
              <a:gd name="connsiteY7" fmla="*/ 209728 h 897910"/>
              <a:gd name="connsiteX8" fmla="*/ 1343377 w 1348880"/>
              <a:gd name="connsiteY8" fmla="*/ 226397 h 897910"/>
              <a:gd name="connsiteX9" fmla="*/ 1333852 w 1348880"/>
              <a:gd name="connsiteY9" fmla="*/ 266878 h 897910"/>
              <a:gd name="connsiteX10" fmla="*/ 1252890 w 1348880"/>
              <a:gd name="connsiteY10" fmla="*/ 300216 h 897910"/>
              <a:gd name="connsiteX11" fmla="*/ 1033815 w 1348880"/>
              <a:gd name="connsiteY11" fmla="*/ 316885 h 897910"/>
              <a:gd name="connsiteX12" fmla="*/ 838552 w 1348880"/>
              <a:gd name="connsiteY12" fmla="*/ 354985 h 897910"/>
              <a:gd name="connsiteX13" fmla="*/ 548040 w 1348880"/>
              <a:gd name="connsiteY13" fmla="*/ 447853 h 897910"/>
              <a:gd name="connsiteX14" fmla="*/ 312296 w 1348880"/>
              <a:gd name="connsiteY14" fmla="*/ 557391 h 897910"/>
              <a:gd name="connsiteX15" fmla="*/ 157515 w 1348880"/>
              <a:gd name="connsiteY15" fmla="*/ 669310 h 897910"/>
              <a:gd name="connsiteX16" fmla="*/ 76552 w 1348880"/>
              <a:gd name="connsiteY16" fmla="*/ 769322 h 897910"/>
              <a:gd name="connsiteX17" fmla="*/ 64646 w 1348880"/>
              <a:gd name="connsiteY17" fmla="*/ 895528 h 897910"/>
              <a:gd name="connsiteX18" fmla="*/ 12258 w 1348880"/>
              <a:gd name="connsiteY18" fmla="*/ 897910 h 897910"/>
              <a:gd name="connsiteX19" fmla="*/ 352 w 1348880"/>
              <a:gd name="connsiteY19" fmla="*/ 807422 h 897910"/>
              <a:gd name="connsiteX20" fmla="*/ 26546 w 1348880"/>
              <a:gd name="connsiteY20" fmla="*/ 674072 h 897910"/>
              <a:gd name="connsiteX21" fmla="*/ 133702 w 1348880"/>
              <a:gd name="connsiteY21" fmla="*/ 535960 h 897910"/>
              <a:gd name="connsiteX22" fmla="*/ 321821 w 1348880"/>
              <a:gd name="connsiteY22" fmla="*/ 426422 h 897910"/>
              <a:gd name="connsiteX23" fmla="*/ 488508 w 1348880"/>
              <a:gd name="connsiteY23" fmla="*/ 359747 h 897910"/>
              <a:gd name="connsiteX24" fmla="*/ 709965 w 1348880"/>
              <a:gd name="connsiteY24" fmla="*/ 297835 h 897910"/>
              <a:gd name="connsiteX25" fmla="*/ 976665 w 1348880"/>
              <a:gd name="connsiteY25" fmla="*/ 259735 h 897910"/>
              <a:gd name="connsiteX26" fmla="*/ 926658 w 1348880"/>
              <a:gd name="connsiteY26" fmla="*/ 231160 h 897910"/>
              <a:gd name="connsiteX27" fmla="*/ 755208 w 1348880"/>
              <a:gd name="connsiteY27" fmla="*/ 207347 h 897910"/>
              <a:gd name="connsiteX28" fmla="*/ 631383 w 1348880"/>
              <a:gd name="connsiteY28" fmla="*/ 138291 h 897910"/>
              <a:gd name="connsiteX29" fmla="*/ 590902 w 1348880"/>
              <a:gd name="connsiteY29" fmla="*/ 9703 h 897910"/>
              <a:gd name="connsiteX0-1" fmla="*/ 590902 w 1348880"/>
              <a:gd name="connsiteY0-2" fmla="*/ 9703 h 897910"/>
              <a:gd name="connsiteX1-3" fmla="*/ 676627 w 1348880"/>
              <a:gd name="connsiteY1-4" fmla="*/ 9703 h 897910"/>
              <a:gd name="connsiteX2-5" fmla="*/ 657577 w 1348880"/>
              <a:gd name="connsiteY2-6" fmla="*/ 43041 h 897910"/>
              <a:gd name="connsiteX3-7" fmla="*/ 662340 w 1348880"/>
              <a:gd name="connsiteY3-8" fmla="*/ 90666 h 897910"/>
              <a:gd name="connsiteX4-9" fmla="*/ 683771 w 1348880"/>
              <a:gd name="connsiteY4-10" fmla="*/ 119241 h 897910"/>
              <a:gd name="connsiteX5-11" fmla="*/ 798071 w 1348880"/>
              <a:gd name="connsiteY5-12" fmla="*/ 166866 h 897910"/>
              <a:gd name="connsiteX6-13" fmla="*/ 1095727 w 1348880"/>
              <a:gd name="connsiteY6-14" fmla="*/ 209728 h 897910"/>
              <a:gd name="connsiteX7-15" fmla="*/ 1271940 w 1348880"/>
              <a:gd name="connsiteY7-16" fmla="*/ 214490 h 897910"/>
              <a:gd name="connsiteX8-17" fmla="*/ 1343377 w 1348880"/>
              <a:gd name="connsiteY8-18" fmla="*/ 226397 h 897910"/>
              <a:gd name="connsiteX9-19" fmla="*/ 1333852 w 1348880"/>
              <a:gd name="connsiteY9-20" fmla="*/ 266878 h 897910"/>
              <a:gd name="connsiteX10-21" fmla="*/ 1252890 w 1348880"/>
              <a:gd name="connsiteY10-22" fmla="*/ 300216 h 897910"/>
              <a:gd name="connsiteX11-23" fmla="*/ 1033815 w 1348880"/>
              <a:gd name="connsiteY11-24" fmla="*/ 316885 h 897910"/>
              <a:gd name="connsiteX12-25" fmla="*/ 838552 w 1348880"/>
              <a:gd name="connsiteY12-26" fmla="*/ 354985 h 897910"/>
              <a:gd name="connsiteX13-27" fmla="*/ 548040 w 1348880"/>
              <a:gd name="connsiteY13-28" fmla="*/ 447853 h 897910"/>
              <a:gd name="connsiteX14-29" fmla="*/ 312296 w 1348880"/>
              <a:gd name="connsiteY14-30" fmla="*/ 557391 h 897910"/>
              <a:gd name="connsiteX15-31" fmla="*/ 157515 w 1348880"/>
              <a:gd name="connsiteY15-32" fmla="*/ 669310 h 897910"/>
              <a:gd name="connsiteX16-33" fmla="*/ 76552 w 1348880"/>
              <a:gd name="connsiteY16-34" fmla="*/ 769322 h 897910"/>
              <a:gd name="connsiteX17-35" fmla="*/ 64646 w 1348880"/>
              <a:gd name="connsiteY17-36" fmla="*/ 895528 h 897910"/>
              <a:gd name="connsiteX18-37" fmla="*/ 12258 w 1348880"/>
              <a:gd name="connsiteY18-38" fmla="*/ 897910 h 897910"/>
              <a:gd name="connsiteX19-39" fmla="*/ 352 w 1348880"/>
              <a:gd name="connsiteY19-40" fmla="*/ 807422 h 897910"/>
              <a:gd name="connsiteX20-41" fmla="*/ 26546 w 1348880"/>
              <a:gd name="connsiteY20-42" fmla="*/ 674072 h 897910"/>
              <a:gd name="connsiteX21-43" fmla="*/ 133702 w 1348880"/>
              <a:gd name="connsiteY21-44" fmla="*/ 535960 h 897910"/>
              <a:gd name="connsiteX22-45" fmla="*/ 321821 w 1348880"/>
              <a:gd name="connsiteY22-46" fmla="*/ 426422 h 897910"/>
              <a:gd name="connsiteX23-47" fmla="*/ 488508 w 1348880"/>
              <a:gd name="connsiteY23-48" fmla="*/ 359747 h 897910"/>
              <a:gd name="connsiteX24-49" fmla="*/ 709965 w 1348880"/>
              <a:gd name="connsiteY24-50" fmla="*/ 297835 h 897910"/>
              <a:gd name="connsiteX25-51" fmla="*/ 976665 w 1348880"/>
              <a:gd name="connsiteY25-52" fmla="*/ 259735 h 897910"/>
              <a:gd name="connsiteX26-53" fmla="*/ 926658 w 1348880"/>
              <a:gd name="connsiteY26-54" fmla="*/ 231160 h 897910"/>
              <a:gd name="connsiteX27-55" fmla="*/ 755208 w 1348880"/>
              <a:gd name="connsiteY27-56" fmla="*/ 207347 h 897910"/>
              <a:gd name="connsiteX28-57" fmla="*/ 631383 w 1348880"/>
              <a:gd name="connsiteY28-58" fmla="*/ 138291 h 897910"/>
              <a:gd name="connsiteX29-59" fmla="*/ 590902 w 1348880"/>
              <a:gd name="connsiteY29-60" fmla="*/ 9703 h 897910"/>
              <a:gd name="connsiteX0-61" fmla="*/ 590902 w 1334119"/>
              <a:gd name="connsiteY0-62" fmla="*/ 9703 h 897910"/>
              <a:gd name="connsiteX1-63" fmla="*/ 676627 w 1334119"/>
              <a:gd name="connsiteY1-64" fmla="*/ 9703 h 897910"/>
              <a:gd name="connsiteX2-65" fmla="*/ 657577 w 1334119"/>
              <a:gd name="connsiteY2-66" fmla="*/ 43041 h 897910"/>
              <a:gd name="connsiteX3-67" fmla="*/ 662340 w 1334119"/>
              <a:gd name="connsiteY3-68" fmla="*/ 90666 h 897910"/>
              <a:gd name="connsiteX4-69" fmla="*/ 683771 w 1334119"/>
              <a:gd name="connsiteY4-70" fmla="*/ 119241 h 897910"/>
              <a:gd name="connsiteX5-71" fmla="*/ 798071 w 1334119"/>
              <a:gd name="connsiteY5-72" fmla="*/ 166866 h 897910"/>
              <a:gd name="connsiteX6-73" fmla="*/ 1095727 w 1334119"/>
              <a:gd name="connsiteY6-74" fmla="*/ 209728 h 897910"/>
              <a:gd name="connsiteX7-75" fmla="*/ 1271940 w 1334119"/>
              <a:gd name="connsiteY7-76" fmla="*/ 214490 h 897910"/>
              <a:gd name="connsiteX8-77" fmla="*/ 1333852 w 1334119"/>
              <a:gd name="connsiteY8-78" fmla="*/ 266878 h 897910"/>
              <a:gd name="connsiteX9-79" fmla="*/ 1252890 w 1334119"/>
              <a:gd name="connsiteY9-80" fmla="*/ 300216 h 897910"/>
              <a:gd name="connsiteX10-81" fmla="*/ 1033815 w 1334119"/>
              <a:gd name="connsiteY10-82" fmla="*/ 316885 h 897910"/>
              <a:gd name="connsiteX11-83" fmla="*/ 838552 w 1334119"/>
              <a:gd name="connsiteY11-84" fmla="*/ 354985 h 897910"/>
              <a:gd name="connsiteX12-85" fmla="*/ 548040 w 1334119"/>
              <a:gd name="connsiteY12-86" fmla="*/ 447853 h 897910"/>
              <a:gd name="connsiteX13-87" fmla="*/ 312296 w 1334119"/>
              <a:gd name="connsiteY13-88" fmla="*/ 557391 h 897910"/>
              <a:gd name="connsiteX14-89" fmla="*/ 157515 w 1334119"/>
              <a:gd name="connsiteY14-90" fmla="*/ 669310 h 897910"/>
              <a:gd name="connsiteX15-91" fmla="*/ 76552 w 1334119"/>
              <a:gd name="connsiteY15-92" fmla="*/ 769322 h 897910"/>
              <a:gd name="connsiteX16-93" fmla="*/ 64646 w 1334119"/>
              <a:gd name="connsiteY16-94" fmla="*/ 895528 h 897910"/>
              <a:gd name="connsiteX17-95" fmla="*/ 12258 w 1334119"/>
              <a:gd name="connsiteY17-96" fmla="*/ 897910 h 897910"/>
              <a:gd name="connsiteX18-97" fmla="*/ 352 w 1334119"/>
              <a:gd name="connsiteY18-98" fmla="*/ 807422 h 897910"/>
              <a:gd name="connsiteX19-99" fmla="*/ 26546 w 1334119"/>
              <a:gd name="connsiteY19-100" fmla="*/ 674072 h 897910"/>
              <a:gd name="connsiteX20-101" fmla="*/ 133702 w 1334119"/>
              <a:gd name="connsiteY20-102" fmla="*/ 535960 h 897910"/>
              <a:gd name="connsiteX21-103" fmla="*/ 321821 w 1334119"/>
              <a:gd name="connsiteY21-104" fmla="*/ 426422 h 897910"/>
              <a:gd name="connsiteX22-105" fmla="*/ 488508 w 1334119"/>
              <a:gd name="connsiteY22-106" fmla="*/ 359747 h 897910"/>
              <a:gd name="connsiteX23-107" fmla="*/ 709965 w 1334119"/>
              <a:gd name="connsiteY23-108" fmla="*/ 297835 h 897910"/>
              <a:gd name="connsiteX24-109" fmla="*/ 976665 w 1334119"/>
              <a:gd name="connsiteY24-110" fmla="*/ 259735 h 897910"/>
              <a:gd name="connsiteX25-111" fmla="*/ 926658 w 1334119"/>
              <a:gd name="connsiteY25-112" fmla="*/ 231160 h 897910"/>
              <a:gd name="connsiteX26-113" fmla="*/ 755208 w 1334119"/>
              <a:gd name="connsiteY26-114" fmla="*/ 207347 h 897910"/>
              <a:gd name="connsiteX27-115" fmla="*/ 631383 w 1334119"/>
              <a:gd name="connsiteY27-116" fmla="*/ 138291 h 897910"/>
              <a:gd name="connsiteX28-117" fmla="*/ 590902 w 1334119"/>
              <a:gd name="connsiteY28-118" fmla="*/ 9703 h 897910"/>
              <a:gd name="connsiteX0-119" fmla="*/ 590902 w 1341336"/>
              <a:gd name="connsiteY0-120" fmla="*/ 9703 h 897910"/>
              <a:gd name="connsiteX1-121" fmla="*/ 676627 w 1341336"/>
              <a:gd name="connsiteY1-122" fmla="*/ 9703 h 897910"/>
              <a:gd name="connsiteX2-123" fmla="*/ 657577 w 1341336"/>
              <a:gd name="connsiteY2-124" fmla="*/ 43041 h 897910"/>
              <a:gd name="connsiteX3-125" fmla="*/ 662340 w 1341336"/>
              <a:gd name="connsiteY3-126" fmla="*/ 90666 h 897910"/>
              <a:gd name="connsiteX4-127" fmla="*/ 683771 w 1341336"/>
              <a:gd name="connsiteY4-128" fmla="*/ 119241 h 897910"/>
              <a:gd name="connsiteX5-129" fmla="*/ 798071 w 1341336"/>
              <a:gd name="connsiteY5-130" fmla="*/ 166866 h 897910"/>
              <a:gd name="connsiteX6-131" fmla="*/ 1095727 w 1341336"/>
              <a:gd name="connsiteY6-132" fmla="*/ 209728 h 897910"/>
              <a:gd name="connsiteX7-133" fmla="*/ 1271940 w 1341336"/>
              <a:gd name="connsiteY7-134" fmla="*/ 214490 h 897910"/>
              <a:gd name="connsiteX8-135" fmla="*/ 1333852 w 1341336"/>
              <a:gd name="connsiteY8-136" fmla="*/ 266878 h 897910"/>
              <a:gd name="connsiteX9-137" fmla="*/ 1252890 w 1341336"/>
              <a:gd name="connsiteY9-138" fmla="*/ 300216 h 897910"/>
              <a:gd name="connsiteX10-139" fmla="*/ 1033815 w 1341336"/>
              <a:gd name="connsiteY10-140" fmla="*/ 316885 h 897910"/>
              <a:gd name="connsiteX11-141" fmla="*/ 838552 w 1341336"/>
              <a:gd name="connsiteY11-142" fmla="*/ 354985 h 897910"/>
              <a:gd name="connsiteX12-143" fmla="*/ 548040 w 1341336"/>
              <a:gd name="connsiteY12-144" fmla="*/ 447853 h 897910"/>
              <a:gd name="connsiteX13-145" fmla="*/ 312296 w 1341336"/>
              <a:gd name="connsiteY13-146" fmla="*/ 557391 h 897910"/>
              <a:gd name="connsiteX14-147" fmla="*/ 157515 w 1341336"/>
              <a:gd name="connsiteY14-148" fmla="*/ 669310 h 897910"/>
              <a:gd name="connsiteX15-149" fmla="*/ 76552 w 1341336"/>
              <a:gd name="connsiteY15-150" fmla="*/ 769322 h 897910"/>
              <a:gd name="connsiteX16-151" fmla="*/ 64646 w 1341336"/>
              <a:gd name="connsiteY16-152" fmla="*/ 895528 h 897910"/>
              <a:gd name="connsiteX17-153" fmla="*/ 12258 w 1341336"/>
              <a:gd name="connsiteY17-154" fmla="*/ 897910 h 897910"/>
              <a:gd name="connsiteX18-155" fmla="*/ 352 w 1341336"/>
              <a:gd name="connsiteY18-156" fmla="*/ 807422 h 897910"/>
              <a:gd name="connsiteX19-157" fmla="*/ 26546 w 1341336"/>
              <a:gd name="connsiteY19-158" fmla="*/ 674072 h 897910"/>
              <a:gd name="connsiteX20-159" fmla="*/ 133702 w 1341336"/>
              <a:gd name="connsiteY20-160" fmla="*/ 535960 h 897910"/>
              <a:gd name="connsiteX21-161" fmla="*/ 321821 w 1341336"/>
              <a:gd name="connsiteY21-162" fmla="*/ 426422 h 897910"/>
              <a:gd name="connsiteX22-163" fmla="*/ 488508 w 1341336"/>
              <a:gd name="connsiteY22-164" fmla="*/ 359747 h 897910"/>
              <a:gd name="connsiteX23-165" fmla="*/ 709965 w 1341336"/>
              <a:gd name="connsiteY23-166" fmla="*/ 297835 h 897910"/>
              <a:gd name="connsiteX24-167" fmla="*/ 976665 w 1341336"/>
              <a:gd name="connsiteY24-168" fmla="*/ 259735 h 897910"/>
              <a:gd name="connsiteX25-169" fmla="*/ 926658 w 1341336"/>
              <a:gd name="connsiteY25-170" fmla="*/ 231160 h 897910"/>
              <a:gd name="connsiteX26-171" fmla="*/ 755208 w 1341336"/>
              <a:gd name="connsiteY26-172" fmla="*/ 207347 h 897910"/>
              <a:gd name="connsiteX27-173" fmla="*/ 631383 w 1341336"/>
              <a:gd name="connsiteY27-174" fmla="*/ 138291 h 897910"/>
              <a:gd name="connsiteX28-175" fmla="*/ 590902 w 1341336"/>
              <a:gd name="connsiteY28-176" fmla="*/ 9703 h 897910"/>
              <a:gd name="connsiteX0-177" fmla="*/ 590902 w 1343586"/>
              <a:gd name="connsiteY0-178" fmla="*/ 9703 h 897910"/>
              <a:gd name="connsiteX1-179" fmla="*/ 676627 w 1343586"/>
              <a:gd name="connsiteY1-180" fmla="*/ 9703 h 897910"/>
              <a:gd name="connsiteX2-181" fmla="*/ 657577 w 1343586"/>
              <a:gd name="connsiteY2-182" fmla="*/ 43041 h 897910"/>
              <a:gd name="connsiteX3-183" fmla="*/ 662340 w 1343586"/>
              <a:gd name="connsiteY3-184" fmla="*/ 90666 h 897910"/>
              <a:gd name="connsiteX4-185" fmla="*/ 683771 w 1343586"/>
              <a:gd name="connsiteY4-186" fmla="*/ 119241 h 897910"/>
              <a:gd name="connsiteX5-187" fmla="*/ 798071 w 1343586"/>
              <a:gd name="connsiteY5-188" fmla="*/ 166866 h 897910"/>
              <a:gd name="connsiteX6-189" fmla="*/ 1095727 w 1343586"/>
              <a:gd name="connsiteY6-190" fmla="*/ 209728 h 897910"/>
              <a:gd name="connsiteX7-191" fmla="*/ 1271940 w 1343586"/>
              <a:gd name="connsiteY7-192" fmla="*/ 214490 h 897910"/>
              <a:gd name="connsiteX8-193" fmla="*/ 1343377 w 1343586"/>
              <a:gd name="connsiteY8-194" fmla="*/ 266878 h 897910"/>
              <a:gd name="connsiteX9-195" fmla="*/ 1252890 w 1343586"/>
              <a:gd name="connsiteY9-196" fmla="*/ 300216 h 897910"/>
              <a:gd name="connsiteX10-197" fmla="*/ 1033815 w 1343586"/>
              <a:gd name="connsiteY10-198" fmla="*/ 316885 h 897910"/>
              <a:gd name="connsiteX11-199" fmla="*/ 838552 w 1343586"/>
              <a:gd name="connsiteY11-200" fmla="*/ 354985 h 897910"/>
              <a:gd name="connsiteX12-201" fmla="*/ 548040 w 1343586"/>
              <a:gd name="connsiteY12-202" fmla="*/ 447853 h 897910"/>
              <a:gd name="connsiteX13-203" fmla="*/ 312296 w 1343586"/>
              <a:gd name="connsiteY13-204" fmla="*/ 557391 h 897910"/>
              <a:gd name="connsiteX14-205" fmla="*/ 157515 w 1343586"/>
              <a:gd name="connsiteY14-206" fmla="*/ 669310 h 897910"/>
              <a:gd name="connsiteX15-207" fmla="*/ 76552 w 1343586"/>
              <a:gd name="connsiteY15-208" fmla="*/ 769322 h 897910"/>
              <a:gd name="connsiteX16-209" fmla="*/ 64646 w 1343586"/>
              <a:gd name="connsiteY16-210" fmla="*/ 895528 h 897910"/>
              <a:gd name="connsiteX17-211" fmla="*/ 12258 w 1343586"/>
              <a:gd name="connsiteY17-212" fmla="*/ 897910 h 897910"/>
              <a:gd name="connsiteX18-213" fmla="*/ 352 w 1343586"/>
              <a:gd name="connsiteY18-214" fmla="*/ 807422 h 897910"/>
              <a:gd name="connsiteX19-215" fmla="*/ 26546 w 1343586"/>
              <a:gd name="connsiteY19-216" fmla="*/ 674072 h 897910"/>
              <a:gd name="connsiteX20-217" fmla="*/ 133702 w 1343586"/>
              <a:gd name="connsiteY20-218" fmla="*/ 535960 h 897910"/>
              <a:gd name="connsiteX21-219" fmla="*/ 321821 w 1343586"/>
              <a:gd name="connsiteY21-220" fmla="*/ 426422 h 897910"/>
              <a:gd name="connsiteX22-221" fmla="*/ 488508 w 1343586"/>
              <a:gd name="connsiteY22-222" fmla="*/ 359747 h 897910"/>
              <a:gd name="connsiteX23-223" fmla="*/ 709965 w 1343586"/>
              <a:gd name="connsiteY23-224" fmla="*/ 297835 h 897910"/>
              <a:gd name="connsiteX24-225" fmla="*/ 976665 w 1343586"/>
              <a:gd name="connsiteY24-226" fmla="*/ 259735 h 897910"/>
              <a:gd name="connsiteX25-227" fmla="*/ 926658 w 1343586"/>
              <a:gd name="connsiteY25-228" fmla="*/ 231160 h 897910"/>
              <a:gd name="connsiteX26-229" fmla="*/ 755208 w 1343586"/>
              <a:gd name="connsiteY26-230" fmla="*/ 207347 h 897910"/>
              <a:gd name="connsiteX27-231" fmla="*/ 631383 w 1343586"/>
              <a:gd name="connsiteY27-232" fmla="*/ 138291 h 897910"/>
              <a:gd name="connsiteX28-233" fmla="*/ 590902 w 1343586"/>
              <a:gd name="connsiteY28-234" fmla="*/ 9703 h 897910"/>
              <a:gd name="connsiteX0-235" fmla="*/ 590902 w 1346344"/>
              <a:gd name="connsiteY0-236" fmla="*/ 9703 h 897910"/>
              <a:gd name="connsiteX1-237" fmla="*/ 676627 w 1346344"/>
              <a:gd name="connsiteY1-238" fmla="*/ 9703 h 897910"/>
              <a:gd name="connsiteX2-239" fmla="*/ 657577 w 1346344"/>
              <a:gd name="connsiteY2-240" fmla="*/ 43041 h 897910"/>
              <a:gd name="connsiteX3-241" fmla="*/ 662340 w 1346344"/>
              <a:gd name="connsiteY3-242" fmla="*/ 90666 h 897910"/>
              <a:gd name="connsiteX4-243" fmla="*/ 683771 w 1346344"/>
              <a:gd name="connsiteY4-244" fmla="*/ 119241 h 897910"/>
              <a:gd name="connsiteX5-245" fmla="*/ 798071 w 1346344"/>
              <a:gd name="connsiteY5-246" fmla="*/ 166866 h 897910"/>
              <a:gd name="connsiteX6-247" fmla="*/ 1095727 w 1346344"/>
              <a:gd name="connsiteY6-248" fmla="*/ 209728 h 897910"/>
              <a:gd name="connsiteX7-249" fmla="*/ 1271940 w 1346344"/>
              <a:gd name="connsiteY7-250" fmla="*/ 214490 h 897910"/>
              <a:gd name="connsiteX8-251" fmla="*/ 1343377 w 1346344"/>
              <a:gd name="connsiteY8-252" fmla="*/ 266878 h 897910"/>
              <a:gd name="connsiteX9-253" fmla="*/ 1252890 w 1346344"/>
              <a:gd name="connsiteY9-254" fmla="*/ 300216 h 897910"/>
              <a:gd name="connsiteX10-255" fmla="*/ 1033815 w 1346344"/>
              <a:gd name="connsiteY10-256" fmla="*/ 316885 h 897910"/>
              <a:gd name="connsiteX11-257" fmla="*/ 838552 w 1346344"/>
              <a:gd name="connsiteY11-258" fmla="*/ 354985 h 897910"/>
              <a:gd name="connsiteX12-259" fmla="*/ 548040 w 1346344"/>
              <a:gd name="connsiteY12-260" fmla="*/ 447853 h 897910"/>
              <a:gd name="connsiteX13-261" fmla="*/ 312296 w 1346344"/>
              <a:gd name="connsiteY13-262" fmla="*/ 557391 h 897910"/>
              <a:gd name="connsiteX14-263" fmla="*/ 157515 w 1346344"/>
              <a:gd name="connsiteY14-264" fmla="*/ 669310 h 897910"/>
              <a:gd name="connsiteX15-265" fmla="*/ 76552 w 1346344"/>
              <a:gd name="connsiteY15-266" fmla="*/ 769322 h 897910"/>
              <a:gd name="connsiteX16-267" fmla="*/ 64646 w 1346344"/>
              <a:gd name="connsiteY16-268" fmla="*/ 895528 h 897910"/>
              <a:gd name="connsiteX17-269" fmla="*/ 12258 w 1346344"/>
              <a:gd name="connsiteY17-270" fmla="*/ 897910 h 897910"/>
              <a:gd name="connsiteX18-271" fmla="*/ 352 w 1346344"/>
              <a:gd name="connsiteY18-272" fmla="*/ 807422 h 897910"/>
              <a:gd name="connsiteX19-273" fmla="*/ 26546 w 1346344"/>
              <a:gd name="connsiteY19-274" fmla="*/ 674072 h 897910"/>
              <a:gd name="connsiteX20-275" fmla="*/ 133702 w 1346344"/>
              <a:gd name="connsiteY20-276" fmla="*/ 535960 h 897910"/>
              <a:gd name="connsiteX21-277" fmla="*/ 321821 w 1346344"/>
              <a:gd name="connsiteY21-278" fmla="*/ 426422 h 897910"/>
              <a:gd name="connsiteX22-279" fmla="*/ 488508 w 1346344"/>
              <a:gd name="connsiteY22-280" fmla="*/ 359747 h 897910"/>
              <a:gd name="connsiteX23-281" fmla="*/ 709965 w 1346344"/>
              <a:gd name="connsiteY23-282" fmla="*/ 297835 h 897910"/>
              <a:gd name="connsiteX24-283" fmla="*/ 976665 w 1346344"/>
              <a:gd name="connsiteY24-284" fmla="*/ 259735 h 897910"/>
              <a:gd name="connsiteX25-285" fmla="*/ 926658 w 1346344"/>
              <a:gd name="connsiteY25-286" fmla="*/ 231160 h 897910"/>
              <a:gd name="connsiteX26-287" fmla="*/ 755208 w 1346344"/>
              <a:gd name="connsiteY26-288" fmla="*/ 207347 h 897910"/>
              <a:gd name="connsiteX27-289" fmla="*/ 631383 w 1346344"/>
              <a:gd name="connsiteY27-290" fmla="*/ 138291 h 897910"/>
              <a:gd name="connsiteX28-291" fmla="*/ 590902 w 1346344"/>
              <a:gd name="connsiteY28-292" fmla="*/ 9703 h 897910"/>
              <a:gd name="connsiteX0-293" fmla="*/ 590902 w 1350920"/>
              <a:gd name="connsiteY0-294" fmla="*/ 9703 h 897910"/>
              <a:gd name="connsiteX1-295" fmla="*/ 676627 w 1350920"/>
              <a:gd name="connsiteY1-296" fmla="*/ 9703 h 897910"/>
              <a:gd name="connsiteX2-297" fmla="*/ 657577 w 1350920"/>
              <a:gd name="connsiteY2-298" fmla="*/ 43041 h 897910"/>
              <a:gd name="connsiteX3-299" fmla="*/ 662340 w 1350920"/>
              <a:gd name="connsiteY3-300" fmla="*/ 90666 h 897910"/>
              <a:gd name="connsiteX4-301" fmla="*/ 683771 w 1350920"/>
              <a:gd name="connsiteY4-302" fmla="*/ 119241 h 897910"/>
              <a:gd name="connsiteX5-303" fmla="*/ 798071 w 1350920"/>
              <a:gd name="connsiteY5-304" fmla="*/ 166866 h 897910"/>
              <a:gd name="connsiteX6-305" fmla="*/ 1095727 w 1350920"/>
              <a:gd name="connsiteY6-306" fmla="*/ 209728 h 897910"/>
              <a:gd name="connsiteX7-307" fmla="*/ 1271940 w 1350920"/>
              <a:gd name="connsiteY7-308" fmla="*/ 214490 h 897910"/>
              <a:gd name="connsiteX8-309" fmla="*/ 1348139 w 1350920"/>
              <a:gd name="connsiteY8-310" fmla="*/ 250209 h 897910"/>
              <a:gd name="connsiteX9-311" fmla="*/ 1252890 w 1350920"/>
              <a:gd name="connsiteY9-312" fmla="*/ 300216 h 897910"/>
              <a:gd name="connsiteX10-313" fmla="*/ 1033815 w 1350920"/>
              <a:gd name="connsiteY10-314" fmla="*/ 316885 h 897910"/>
              <a:gd name="connsiteX11-315" fmla="*/ 838552 w 1350920"/>
              <a:gd name="connsiteY11-316" fmla="*/ 354985 h 897910"/>
              <a:gd name="connsiteX12-317" fmla="*/ 548040 w 1350920"/>
              <a:gd name="connsiteY12-318" fmla="*/ 447853 h 897910"/>
              <a:gd name="connsiteX13-319" fmla="*/ 312296 w 1350920"/>
              <a:gd name="connsiteY13-320" fmla="*/ 557391 h 897910"/>
              <a:gd name="connsiteX14-321" fmla="*/ 157515 w 1350920"/>
              <a:gd name="connsiteY14-322" fmla="*/ 669310 h 897910"/>
              <a:gd name="connsiteX15-323" fmla="*/ 76552 w 1350920"/>
              <a:gd name="connsiteY15-324" fmla="*/ 769322 h 897910"/>
              <a:gd name="connsiteX16-325" fmla="*/ 64646 w 1350920"/>
              <a:gd name="connsiteY16-326" fmla="*/ 895528 h 897910"/>
              <a:gd name="connsiteX17-327" fmla="*/ 12258 w 1350920"/>
              <a:gd name="connsiteY17-328" fmla="*/ 897910 h 897910"/>
              <a:gd name="connsiteX18-329" fmla="*/ 352 w 1350920"/>
              <a:gd name="connsiteY18-330" fmla="*/ 807422 h 897910"/>
              <a:gd name="connsiteX19-331" fmla="*/ 26546 w 1350920"/>
              <a:gd name="connsiteY19-332" fmla="*/ 674072 h 897910"/>
              <a:gd name="connsiteX20-333" fmla="*/ 133702 w 1350920"/>
              <a:gd name="connsiteY20-334" fmla="*/ 535960 h 897910"/>
              <a:gd name="connsiteX21-335" fmla="*/ 321821 w 1350920"/>
              <a:gd name="connsiteY21-336" fmla="*/ 426422 h 897910"/>
              <a:gd name="connsiteX22-337" fmla="*/ 488508 w 1350920"/>
              <a:gd name="connsiteY22-338" fmla="*/ 359747 h 897910"/>
              <a:gd name="connsiteX23-339" fmla="*/ 709965 w 1350920"/>
              <a:gd name="connsiteY23-340" fmla="*/ 297835 h 897910"/>
              <a:gd name="connsiteX24-341" fmla="*/ 976665 w 1350920"/>
              <a:gd name="connsiteY24-342" fmla="*/ 259735 h 897910"/>
              <a:gd name="connsiteX25-343" fmla="*/ 926658 w 1350920"/>
              <a:gd name="connsiteY25-344" fmla="*/ 231160 h 897910"/>
              <a:gd name="connsiteX26-345" fmla="*/ 755208 w 1350920"/>
              <a:gd name="connsiteY26-346" fmla="*/ 207347 h 897910"/>
              <a:gd name="connsiteX27-347" fmla="*/ 631383 w 1350920"/>
              <a:gd name="connsiteY27-348" fmla="*/ 138291 h 897910"/>
              <a:gd name="connsiteX28-349" fmla="*/ 590902 w 1350920"/>
              <a:gd name="connsiteY28-350" fmla="*/ 9703 h 897910"/>
              <a:gd name="connsiteX0-351" fmla="*/ 590902 w 1349648"/>
              <a:gd name="connsiteY0-352" fmla="*/ 9703 h 897910"/>
              <a:gd name="connsiteX1-353" fmla="*/ 676627 w 1349648"/>
              <a:gd name="connsiteY1-354" fmla="*/ 9703 h 897910"/>
              <a:gd name="connsiteX2-355" fmla="*/ 657577 w 1349648"/>
              <a:gd name="connsiteY2-356" fmla="*/ 43041 h 897910"/>
              <a:gd name="connsiteX3-357" fmla="*/ 662340 w 1349648"/>
              <a:gd name="connsiteY3-358" fmla="*/ 90666 h 897910"/>
              <a:gd name="connsiteX4-359" fmla="*/ 683771 w 1349648"/>
              <a:gd name="connsiteY4-360" fmla="*/ 119241 h 897910"/>
              <a:gd name="connsiteX5-361" fmla="*/ 798071 w 1349648"/>
              <a:gd name="connsiteY5-362" fmla="*/ 166866 h 897910"/>
              <a:gd name="connsiteX6-363" fmla="*/ 1095727 w 1349648"/>
              <a:gd name="connsiteY6-364" fmla="*/ 209728 h 897910"/>
              <a:gd name="connsiteX7-365" fmla="*/ 1271940 w 1349648"/>
              <a:gd name="connsiteY7-366" fmla="*/ 214490 h 897910"/>
              <a:gd name="connsiteX8-367" fmla="*/ 1348139 w 1349648"/>
              <a:gd name="connsiteY8-368" fmla="*/ 250209 h 897910"/>
              <a:gd name="connsiteX9-369" fmla="*/ 1252890 w 1349648"/>
              <a:gd name="connsiteY9-370" fmla="*/ 300216 h 897910"/>
              <a:gd name="connsiteX10-371" fmla="*/ 1033815 w 1349648"/>
              <a:gd name="connsiteY10-372" fmla="*/ 316885 h 897910"/>
              <a:gd name="connsiteX11-373" fmla="*/ 838552 w 1349648"/>
              <a:gd name="connsiteY11-374" fmla="*/ 354985 h 897910"/>
              <a:gd name="connsiteX12-375" fmla="*/ 548040 w 1349648"/>
              <a:gd name="connsiteY12-376" fmla="*/ 447853 h 897910"/>
              <a:gd name="connsiteX13-377" fmla="*/ 312296 w 1349648"/>
              <a:gd name="connsiteY13-378" fmla="*/ 557391 h 897910"/>
              <a:gd name="connsiteX14-379" fmla="*/ 157515 w 1349648"/>
              <a:gd name="connsiteY14-380" fmla="*/ 669310 h 897910"/>
              <a:gd name="connsiteX15-381" fmla="*/ 76552 w 1349648"/>
              <a:gd name="connsiteY15-382" fmla="*/ 769322 h 897910"/>
              <a:gd name="connsiteX16-383" fmla="*/ 64646 w 1349648"/>
              <a:gd name="connsiteY16-384" fmla="*/ 895528 h 897910"/>
              <a:gd name="connsiteX17-385" fmla="*/ 12258 w 1349648"/>
              <a:gd name="connsiteY17-386" fmla="*/ 897910 h 897910"/>
              <a:gd name="connsiteX18-387" fmla="*/ 352 w 1349648"/>
              <a:gd name="connsiteY18-388" fmla="*/ 807422 h 897910"/>
              <a:gd name="connsiteX19-389" fmla="*/ 26546 w 1349648"/>
              <a:gd name="connsiteY19-390" fmla="*/ 674072 h 897910"/>
              <a:gd name="connsiteX20-391" fmla="*/ 133702 w 1349648"/>
              <a:gd name="connsiteY20-392" fmla="*/ 535960 h 897910"/>
              <a:gd name="connsiteX21-393" fmla="*/ 321821 w 1349648"/>
              <a:gd name="connsiteY21-394" fmla="*/ 426422 h 897910"/>
              <a:gd name="connsiteX22-395" fmla="*/ 488508 w 1349648"/>
              <a:gd name="connsiteY22-396" fmla="*/ 359747 h 897910"/>
              <a:gd name="connsiteX23-397" fmla="*/ 709965 w 1349648"/>
              <a:gd name="connsiteY23-398" fmla="*/ 297835 h 897910"/>
              <a:gd name="connsiteX24-399" fmla="*/ 976665 w 1349648"/>
              <a:gd name="connsiteY24-400" fmla="*/ 259735 h 897910"/>
              <a:gd name="connsiteX25-401" fmla="*/ 926658 w 1349648"/>
              <a:gd name="connsiteY25-402" fmla="*/ 231160 h 897910"/>
              <a:gd name="connsiteX26-403" fmla="*/ 755208 w 1349648"/>
              <a:gd name="connsiteY26-404" fmla="*/ 207347 h 897910"/>
              <a:gd name="connsiteX27-405" fmla="*/ 631383 w 1349648"/>
              <a:gd name="connsiteY27-406" fmla="*/ 138291 h 897910"/>
              <a:gd name="connsiteX28-407" fmla="*/ 590902 w 1349648"/>
              <a:gd name="connsiteY28-408" fmla="*/ 9703 h 897910"/>
              <a:gd name="connsiteX0-409" fmla="*/ 590902 w 1349648"/>
              <a:gd name="connsiteY0-410" fmla="*/ 9703 h 897910"/>
              <a:gd name="connsiteX1-411" fmla="*/ 676627 w 1349648"/>
              <a:gd name="connsiteY1-412" fmla="*/ 9703 h 897910"/>
              <a:gd name="connsiteX2-413" fmla="*/ 657577 w 1349648"/>
              <a:gd name="connsiteY2-414" fmla="*/ 43041 h 897910"/>
              <a:gd name="connsiteX3-415" fmla="*/ 662340 w 1349648"/>
              <a:gd name="connsiteY3-416" fmla="*/ 90666 h 897910"/>
              <a:gd name="connsiteX4-417" fmla="*/ 692480 w 1349648"/>
              <a:gd name="connsiteY4-418" fmla="*/ 119241 h 897910"/>
              <a:gd name="connsiteX5-419" fmla="*/ 798071 w 1349648"/>
              <a:gd name="connsiteY5-420" fmla="*/ 166866 h 897910"/>
              <a:gd name="connsiteX6-421" fmla="*/ 1095727 w 1349648"/>
              <a:gd name="connsiteY6-422" fmla="*/ 209728 h 897910"/>
              <a:gd name="connsiteX7-423" fmla="*/ 1271940 w 1349648"/>
              <a:gd name="connsiteY7-424" fmla="*/ 214490 h 897910"/>
              <a:gd name="connsiteX8-425" fmla="*/ 1348139 w 1349648"/>
              <a:gd name="connsiteY8-426" fmla="*/ 250209 h 897910"/>
              <a:gd name="connsiteX9-427" fmla="*/ 1252890 w 1349648"/>
              <a:gd name="connsiteY9-428" fmla="*/ 300216 h 897910"/>
              <a:gd name="connsiteX10-429" fmla="*/ 1033815 w 1349648"/>
              <a:gd name="connsiteY10-430" fmla="*/ 316885 h 897910"/>
              <a:gd name="connsiteX11-431" fmla="*/ 838552 w 1349648"/>
              <a:gd name="connsiteY11-432" fmla="*/ 354985 h 897910"/>
              <a:gd name="connsiteX12-433" fmla="*/ 548040 w 1349648"/>
              <a:gd name="connsiteY12-434" fmla="*/ 447853 h 897910"/>
              <a:gd name="connsiteX13-435" fmla="*/ 312296 w 1349648"/>
              <a:gd name="connsiteY13-436" fmla="*/ 557391 h 897910"/>
              <a:gd name="connsiteX14-437" fmla="*/ 157515 w 1349648"/>
              <a:gd name="connsiteY14-438" fmla="*/ 669310 h 897910"/>
              <a:gd name="connsiteX15-439" fmla="*/ 76552 w 1349648"/>
              <a:gd name="connsiteY15-440" fmla="*/ 769322 h 897910"/>
              <a:gd name="connsiteX16-441" fmla="*/ 64646 w 1349648"/>
              <a:gd name="connsiteY16-442" fmla="*/ 895528 h 897910"/>
              <a:gd name="connsiteX17-443" fmla="*/ 12258 w 1349648"/>
              <a:gd name="connsiteY17-444" fmla="*/ 897910 h 897910"/>
              <a:gd name="connsiteX18-445" fmla="*/ 352 w 1349648"/>
              <a:gd name="connsiteY18-446" fmla="*/ 807422 h 897910"/>
              <a:gd name="connsiteX19-447" fmla="*/ 26546 w 1349648"/>
              <a:gd name="connsiteY19-448" fmla="*/ 674072 h 897910"/>
              <a:gd name="connsiteX20-449" fmla="*/ 133702 w 1349648"/>
              <a:gd name="connsiteY20-450" fmla="*/ 535960 h 897910"/>
              <a:gd name="connsiteX21-451" fmla="*/ 321821 w 1349648"/>
              <a:gd name="connsiteY21-452" fmla="*/ 426422 h 897910"/>
              <a:gd name="connsiteX22-453" fmla="*/ 488508 w 1349648"/>
              <a:gd name="connsiteY22-454" fmla="*/ 359747 h 897910"/>
              <a:gd name="connsiteX23-455" fmla="*/ 709965 w 1349648"/>
              <a:gd name="connsiteY23-456" fmla="*/ 297835 h 897910"/>
              <a:gd name="connsiteX24-457" fmla="*/ 976665 w 1349648"/>
              <a:gd name="connsiteY24-458" fmla="*/ 259735 h 897910"/>
              <a:gd name="connsiteX25-459" fmla="*/ 926658 w 1349648"/>
              <a:gd name="connsiteY25-460" fmla="*/ 231160 h 897910"/>
              <a:gd name="connsiteX26-461" fmla="*/ 755208 w 1349648"/>
              <a:gd name="connsiteY26-462" fmla="*/ 207347 h 897910"/>
              <a:gd name="connsiteX27-463" fmla="*/ 631383 w 1349648"/>
              <a:gd name="connsiteY27-464" fmla="*/ 138291 h 897910"/>
              <a:gd name="connsiteX28-465" fmla="*/ 590902 w 1349648"/>
              <a:gd name="connsiteY28-466" fmla="*/ 9703 h 897910"/>
              <a:gd name="connsiteX0-467" fmla="*/ 590902 w 1349648"/>
              <a:gd name="connsiteY0-468" fmla="*/ 9703 h 897910"/>
              <a:gd name="connsiteX1-469" fmla="*/ 676627 w 1349648"/>
              <a:gd name="connsiteY1-470" fmla="*/ 9703 h 897910"/>
              <a:gd name="connsiteX2-471" fmla="*/ 657577 w 1349648"/>
              <a:gd name="connsiteY2-472" fmla="*/ 43041 h 897910"/>
              <a:gd name="connsiteX3-473" fmla="*/ 671049 w 1349648"/>
              <a:gd name="connsiteY3-474" fmla="*/ 87763 h 897910"/>
              <a:gd name="connsiteX4-475" fmla="*/ 692480 w 1349648"/>
              <a:gd name="connsiteY4-476" fmla="*/ 119241 h 897910"/>
              <a:gd name="connsiteX5-477" fmla="*/ 798071 w 1349648"/>
              <a:gd name="connsiteY5-478" fmla="*/ 166866 h 897910"/>
              <a:gd name="connsiteX6-479" fmla="*/ 1095727 w 1349648"/>
              <a:gd name="connsiteY6-480" fmla="*/ 209728 h 897910"/>
              <a:gd name="connsiteX7-481" fmla="*/ 1271940 w 1349648"/>
              <a:gd name="connsiteY7-482" fmla="*/ 214490 h 897910"/>
              <a:gd name="connsiteX8-483" fmla="*/ 1348139 w 1349648"/>
              <a:gd name="connsiteY8-484" fmla="*/ 250209 h 897910"/>
              <a:gd name="connsiteX9-485" fmla="*/ 1252890 w 1349648"/>
              <a:gd name="connsiteY9-486" fmla="*/ 300216 h 897910"/>
              <a:gd name="connsiteX10-487" fmla="*/ 1033815 w 1349648"/>
              <a:gd name="connsiteY10-488" fmla="*/ 316885 h 897910"/>
              <a:gd name="connsiteX11-489" fmla="*/ 838552 w 1349648"/>
              <a:gd name="connsiteY11-490" fmla="*/ 354985 h 897910"/>
              <a:gd name="connsiteX12-491" fmla="*/ 548040 w 1349648"/>
              <a:gd name="connsiteY12-492" fmla="*/ 447853 h 897910"/>
              <a:gd name="connsiteX13-493" fmla="*/ 312296 w 1349648"/>
              <a:gd name="connsiteY13-494" fmla="*/ 557391 h 897910"/>
              <a:gd name="connsiteX14-495" fmla="*/ 157515 w 1349648"/>
              <a:gd name="connsiteY14-496" fmla="*/ 669310 h 897910"/>
              <a:gd name="connsiteX15-497" fmla="*/ 76552 w 1349648"/>
              <a:gd name="connsiteY15-498" fmla="*/ 769322 h 897910"/>
              <a:gd name="connsiteX16-499" fmla="*/ 64646 w 1349648"/>
              <a:gd name="connsiteY16-500" fmla="*/ 895528 h 897910"/>
              <a:gd name="connsiteX17-501" fmla="*/ 12258 w 1349648"/>
              <a:gd name="connsiteY17-502" fmla="*/ 897910 h 897910"/>
              <a:gd name="connsiteX18-503" fmla="*/ 352 w 1349648"/>
              <a:gd name="connsiteY18-504" fmla="*/ 807422 h 897910"/>
              <a:gd name="connsiteX19-505" fmla="*/ 26546 w 1349648"/>
              <a:gd name="connsiteY19-506" fmla="*/ 674072 h 897910"/>
              <a:gd name="connsiteX20-507" fmla="*/ 133702 w 1349648"/>
              <a:gd name="connsiteY20-508" fmla="*/ 535960 h 897910"/>
              <a:gd name="connsiteX21-509" fmla="*/ 321821 w 1349648"/>
              <a:gd name="connsiteY21-510" fmla="*/ 426422 h 897910"/>
              <a:gd name="connsiteX22-511" fmla="*/ 488508 w 1349648"/>
              <a:gd name="connsiteY22-512" fmla="*/ 359747 h 897910"/>
              <a:gd name="connsiteX23-513" fmla="*/ 709965 w 1349648"/>
              <a:gd name="connsiteY23-514" fmla="*/ 297835 h 897910"/>
              <a:gd name="connsiteX24-515" fmla="*/ 976665 w 1349648"/>
              <a:gd name="connsiteY24-516" fmla="*/ 259735 h 897910"/>
              <a:gd name="connsiteX25-517" fmla="*/ 926658 w 1349648"/>
              <a:gd name="connsiteY25-518" fmla="*/ 231160 h 897910"/>
              <a:gd name="connsiteX26-519" fmla="*/ 755208 w 1349648"/>
              <a:gd name="connsiteY26-520" fmla="*/ 207347 h 897910"/>
              <a:gd name="connsiteX27-521" fmla="*/ 631383 w 1349648"/>
              <a:gd name="connsiteY27-522" fmla="*/ 138291 h 897910"/>
              <a:gd name="connsiteX28-523" fmla="*/ 590902 w 1349648"/>
              <a:gd name="connsiteY28-524" fmla="*/ 9703 h 897910"/>
              <a:gd name="connsiteX0-525" fmla="*/ 590902 w 1349648"/>
              <a:gd name="connsiteY0-526" fmla="*/ 9703 h 897910"/>
              <a:gd name="connsiteX1-527" fmla="*/ 676627 w 1349648"/>
              <a:gd name="connsiteY1-528" fmla="*/ 9703 h 897910"/>
              <a:gd name="connsiteX2-529" fmla="*/ 666286 w 1349648"/>
              <a:gd name="connsiteY2-530" fmla="*/ 43041 h 897910"/>
              <a:gd name="connsiteX3-531" fmla="*/ 671049 w 1349648"/>
              <a:gd name="connsiteY3-532" fmla="*/ 87763 h 897910"/>
              <a:gd name="connsiteX4-533" fmla="*/ 692480 w 1349648"/>
              <a:gd name="connsiteY4-534" fmla="*/ 119241 h 897910"/>
              <a:gd name="connsiteX5-535" fmla="*/ 798071 w 1349648"/>
              <a:gd name="connsiteY5-536" fmla="*/ 166866 h 897910"/>
              <a:gd name="connsiteX6-537" fmla="*/ 1095727 w 1349648"/>
              <a:gd name="connsiteY6-538" fmla="*/ 209728 h 897910"/>
              <a:gd name="connsiteX7-539" fmla="*/ 1271940 w 1349648"/>
              <a:gd name="connsiteY7-540" fmla="*/ 214490 h 897910"/>
              <a:gd name="connsiteX8-541" fmla="*/ 1348139 w 1349648"/>
              <a:gd name="connsiteY8-542" fmla="*/ 250209 h 897910"/>
              <a:gd name="connsiteX9-543" fmla="*/ 1252890 w 1349648"/>
              <a:gd name="connsiteY9-544" fmla="*/ 300216 h 897910"/>
              <a:gd name="connsiteX10-545" fmla="*/ 1033815 w 1349648"/>
              <a:gd name="connsiteY10-546" fmla="*/ 316885 h 897910"/>
              <a:gd name="connsiteX11-547" fmla="*/ 838552 w 1349648"/>
              <a:gd name="connsiteY11-548" fmla="*/ 354985 h 897910"/>
              <a:gd name="connsiteX12-549" fmla="*/ 548040 w 1349648"/>
              <a:gd name="connsiteY12-550" fmla="*/ 447853 h 897910"/>
              <a:gd name="connsiteX13-551" fmla="*/ 312296 w 1349648"/>
              <a:gd name="connsiteY13-552" fmla="*/ 557391 h 897910"/>
              <a:gd name="connsiteX14-553" fmla="*/ 157515 w 1349648"/>
              <a:gd name="connsiteY14-554" fmla="*/ 669310 h 897910"/>
              <a:gd name="connsiteX15-555" fmla="*/ 76552 w 1349648"/>
              <a:gd name="connsiteY15-556" fmla="*/ 769322 h 897910"/>
              <a:gd name="connsiteX16-557" fmla="*/ 64646 w 1349648"/>
              <a:gd name="connsiteY16-558" fmla="*/ 895528 h 897910"/>
              <a:gd name="connsiteX17-559" fmla="*/ 12258 w 1349648"/>
              <a:gd name="connsiteY17-560" fmla="*/ 897910 h 897910"/>
              <a:gd name="connsiteX18-561" fmla="*/ 352 w 1349648"/>
              <a:gd name="connsiteY18-562" fmla="*/ 807422 h 897910"/>
              <a:gd name="connsiteX19-563" fmla="*/ 26546 w 1349648"/>
              <a:gd name="connsiteY19-564" fmla="*/ 674072 h 897910"/>
              <a:gd name="connsiteX20-565" fmla="*/ 133702 w 1349648"/>
              <a:gd name="connsiteY20-566" fmla="*/ 535960 h 897910"/>
              <a:gd name="connsiteX21-567" fmla="*/ 321821 w 1349648"/>
              <a:gd name="connsiteY21-568" fmla="*/ 426422 h 897910"/>
              <a:gd name="connsiteX22-569" fmla="*/ 488508 w 1349648"/>
              <a:gd name="connsiteY22-570" fmla="*/ 359747 h 897910"/>
              <a:gd name="connsiteX23-571" fmla="*/ 709965 w 1349648"/>
              <a:gd name="connsiteY23-572" fmla="*/ 297835 h 897910"/>
              <a:gd name="connsiteX24-573" fmla="*/ 976665 w 1349648"/>
              <a:gd name="connsiteY24-574" fmla="*/ 259735 h 897910"/>
              <a:gd name="connsiteX25-575" fmla="*/ 926658 w 1349648"/>
              <a:gd name="connsiteY25-576" fmla="*/ 231160 h 897910"/>
              <a:gd name="connsiteX26-577" fmla="*/ 755208 w 1349648"/>
              <a:gd name="connsiteY26-578" fmla="*/ 207347 h 897910"/>
              <a:gd name="connsiteX27-579" fmla="*/ 631383 w 1349648"/>
              <a:gd name="connsiteY27-580" fmla="*/ 138291 h 897910"/>
              <a:gd name="connsiteX28-581" fmla="*/ 590902 w 1349648"/>
              <a:gd name="connsiteY28-582" fmla="*/ 9703 h 897910"/>
              <a:gd name="connsiteX0-583" fmla="*/ 590902 w 1349648"/>
              <a:gd name="connsiteY0-584" fmla="*/ 9703 h 897910"/>
              <a:gd name="connsiteX1-585" fmla="*/ 676627 w 1349648"/>
              <a:gd name="connsiteY1-586" fmla="*/ 9703 h 897910"/>
              <a:gd name="connsiteX2-587" fmla="*/ 666286 w 1349648"/>
              <a:gd name="connsiteY2-588" fmla="*/ 43041 h 897910"/>
              <a:gd name="connsiteX3-589" fmla="*/ 692480 w 1349648"/>
              <a:gd name="connsiteY3-590" fmla="*/ 119241 h 897910"/>
              <a:gd name="connsiteX4-591" fmla="*/ 798071 w 1349648"/>
              <a:gd name="connsiteY4-592" fmla="*/ 166866 h 897910"/>
              <a:gd name="connsiteX5-593" fmla="*/ 1095727 w 1349648"/>
              <a:gd name="connsiteY5-594" fmla="*/ 209728 h 897910"/>
              <a:gd name="connsiteX6-595" fmla="*/ 1271940 w 1349648"/>
              <a:gd name="connsiteY6-596" fmla="*/ 214490 h 897910"/>
              <a:gd name="connsiteX7-597" fmla="*/ 1348139 w 1349648"/>
              <a:gd name="connsiteY7-598" fmla="*/ 250209 h 897910"/>
              <a:gd name="connsiteX8-599" fmla="*/ 1252890 w 1349648"/>
              <a:gd name="connsiteY8-600" fmla="*/ 300216 h 897910"/>
              <a:gd name="connsiteX9-601" fmla="*/ 1033815 w 1349648"/>
              <a:gd name="connsiteY9-602" fmla="*/ 316885 h 897910"/>
              <a:gd name="connsiteX10-603" fmla="*/ 838552 w 1349648"/>
              <a:gd name="connsiteY10-604" fmla="*/ 354985 h 897910"/>
              <a:gd name="connsiteX11-605" fmla="*/ 548040 w 1349648"/>
              <a:gd name="connsiteY11-606" fmla="*/ 447853 h 897910"/>
              <a:gd name="connsiteX12-607" fmla="*/ 312296 w 1349648"/>
              <a:gd name="connsiteY12-608" fmla="*/ 557391 h 897910"/>
              <a:gd name="connsiteX13-609" fmla="*/ 157515 w 1349648"/>
              <a:gd name="connsiteY13-610" fmla="*/ 669310 h 897910"/>
              <a:gd name="connsiteX14-611" fmla="*/ 76552 w 1349648"/>
              <a:gd name="connsiteY14-612" fmla="*/ 769322 h 897910"/>
              <a:gd name="connsiteX15-613" fmla="*/ 64646 w 1349648"/>
              <a:gd name="connsiteY15-614" fmla="*/ 895528 h 897910"/>
              <a:gd name="connsiteX16-615" fmla="*/ 12258 w 1349648"/>
              <a:gd name="connsiteY16-616" fmla="*/ 897910 h 897910"/>
              <a:gd name="connsiteX17-617" fmla="*/ 352 w 1349648"/>
              <a:gd name="connsiteY17-618" fmla="*/ 807422 h 897910"/>
              <a:gd name="connsiteX18-619" fmla="*/ 26546 w 1349648"/>
              <a:gd name="connsiteY18-620" fmla="*/ 674072 h 897910"/>
              <a:gd name="connsiteX19-621" fmla="*/ 133702 w 1349648"/>
              <a:gd name="connsiteY19-622" fmla="*/ 535960 h 897910"/>
              <a:gd name="connsiteX20-623" fmla="*/ 321821 w 1349648"/>
              <a:gd name="connsiteY20-624" fmla="*/ 426422 h 897910"/>
              <a:gd name="connsiteX21-625" fmla="*/ 488508 w 1349648"/>
              <a:gd name="connsiteY21-626" fmla="*/ 359747 h 897910"/>
              <a:gd name="connsiteX22-627" fmla="*/ 709965 w 1349648"/>
              <a:gd name="connsiteY22-628" fmla="*/ 297835 h 897910"/>
              <a:gd name="connsiteX23-629" fmla="*/ 976665 w 1349648"/>
              <a:gd name="connsiteY23-630" fmla="*/ 259735 h 897910"/>
              <a:gd name="connsiteX24-631" fmla="*/ 926658 w 1349648"/>
              <a:gd name="connsiteY24-632" fmla="*/ 231160 h 897910"/>
              <a:gd name="connsiteX25-633" fmla="*/ 755208 w 1349648"/>
              <a:gd name="connsiteY25-634" fmla="*/ 207347 h 897910"/>
              <a:gd name="connsiteX26-635" fmla="*/ 631383 w 1349648"/>
              <a:gd name="connsiteY26-636" fmla="*/ 138291 h 897910"/>
              <a:gd name="connsiteX27-637" fmla="*/ 590902 w 1349648"/>
              <a:gd name="connsiteY27-638" fmla="*/ 9703 h 897910"/>
              <a:gd name="connsiteX0-639" fmla="*/ 590902 w 1349648"/>
              <a:gd name="connsiteY0-640" fmla="*/ 9703 h 897910"/>
              <a:gd name="connsiteX1-641" fmla="*/ 685335 w 1349648"/>
              <a:gd name="connsiteY1-642" fmla="*/ 9703 h 897910"/>
              <a:gd name="connsiteX2-643" fmla="*/ 666286 w 1349648"/>
              <a:gd name="connsiteY2-644" fmla="*/ 43041 h 897910"/>
              <a:gd name="connsiteX3-645" fmla="*/ 692480 w 1349648"/>
              <a:gd name="connsiteY3-646" fmla="*/ 119241 h 897910"/>
              <a:gd name="connsiteX4-647" fmla="*/ 798071 w 1349648"/>
              <a:gd name="connsiteY4-648" fmla="*/ 166866 h 897910"/>
              <a:gd name="connsiteX5-649" fmla="*/ 1095727 w 1349648"/>
              <a:gd name="connsiteY5-650" fmla="*/ 209728 h 897910"/>
              <a:gd name="connsiteX6-651" fmla="*/ 1271940 w 1349648"/>
              <a:gd name="connsiteY6-652" fmla="*/ 214490 h 897910"/>
              <a:gd name="connsiteX7-653" fmla="*/ 1348139 w 1349648"/>
              <a:gd name="connsiteY7-654" fmla="*/ 250209 h 897910"/>
              <a:gd name="connsiteX8-655" fmla="*/ 1252890 w 1349648"/>
              <a:gd name="connsiteY8-656" fmla="*/ 300216 h 897910"/>
              <a:gd name="connsiteX9-657" fmla="*/ 1033815 w 1349648"/>
              <a:gd name="connsiteY9-658" fmla="*/ 316885 h 897910"/>
              <a:gd name="connsiteX10-659" fmla="*/ 838552 w 1349648"/>
              <a:gd name="connsiteY10-660" fmla="*/ 354985 h 897910"/>
              <a:gd name="connsiteX11-661" fmla="*/ 548040 w 1349648"/>
              <a:gd name="connsiteY11-662" fmla="*/ 447853 h 897910"/>
              <a:gd name="connsiteX12-663" fmla="*/ 312296 w 1349648"/>
              <a:gd name="connsiteY12-664" fmla="*/ 557391 h 897910"/>
              <a:gd name="connsiteX13-665" fmla="*/ 157515 w 1349648"/>
              <a:gd name="connsiteY13-666" fmla="*/ 669310 h 897910"/>
              <a:gd name="connsiteX14-667" fmla="*/ 76552 w 1349648"/>
              <a:gd name="connsiteY14-668" fmla="*/ 769322 h 897910"/>
              <a:gd name="connsiteX15-669" fmla="*/ 64646 w 1349648"/>
              <a:gd name="connsiteY15-670" fmla="*/ 895528 h 897910"/>
              <a:gd name="connsiteX16-671" fmla="*/ 12258 w 1349648"/>
              <a:gd name="connsiteY16-672" fmla="*/ 897910 h 897910"/>
              <a:gd name="connsiteX17-673" fmla="*/ 352 w 1349648"/>
              <a:gd name="connsiteY17-674" fmla="*/ 807422 h 897910"/>
              <a:gd name="connsiteX18-675" fmla="*/ 26546 w 1349648"/>
              <a:gd name="connsiteY18-676" fmla="*/ 674072 h 897910"/>
              <a:gd name="connsiteX19-677" fmla="*/ 133702 w 1349648"/>
              <a:gd name="connsiteY19-678" fmla="*/ 535960 h 897910"/>
              <a:gd name="connsiteX20-679" fmla="*/ 321821 w 1349648"/>
              <a:gd name="connsiteY20-680" fmla="*/ 426422 h 897910"/>
              <a:gd name="connsiteX21-681" fmla="*/ 488508 w 1349648"/>
              <a:gd name="connsiteY21-682" fmla="*/ 359747 h 897910"/>
              <a:gd name="connsiteX22-683" fmla="*/ 709965 w 1349648"/>
              <a:gd name="connsiteY22-684" fmla="*/ 297835 h 897910"/>
              <a:gd name="connsiteX23-685" fmla="*/ 976665 w 1349648"/>
              <a:gd name="connsiteY23-686" fmla="*/ 259735 h 897910"/>
              <a:gd name="connsiteX24-687" fmla="*/ 926658 w 1349648"/>
              <a:gd name="connsiteY24-688" fmla="*/ 231160 h 897910"/>
              <a:gd name="connsiteX25-689" fmla="*/ 755208 w 1349648"/>
              <a:gd name="connsiteY25-690" fmla="*/ 207347 h 897910"/>
              <a:gd name="connsiteX26-691" fmla="*/ 631383 w 1349648"/>
              <a:gd name="connsiteY26-692" fmla="*/ 138291 h 897910"/>
              <a:gd name="connsiteX27-693" fmla="*/ 590902 w 1349648"/>
              <a:gd name="connsiteY27-694" fmla="*/ 9703 h 897910"/>
              <a:gd name="connsiteX0-695" fmla="*/ 590902 w 1349648"/>
              <a:gd name="connsiteY0-696" fmla="*/ 10546 h 895850"/>
              <a:gd name="connsiteX1-697" fmla="*/ 685335 w 1349648"/>
              <a:gd name="connsiteY1-698" fmla="*/ 7643 h 895850"/>
              <a:gd name="connsiteX2-699" fmla="*/ 666286 w 1349648"/>
              <a:gd name="connsiteY2-700" fmla="*/ 40981 h 895850"/>
              <a:gd name="connsiteX3-701" fmla="*/ 692480 w 1349648"/>
              <a:gd name="connsiteY3-702" fmla="*/ 117181 h 895850"/>
              <a:gd name="connsiteX4-703" fmla="*/ 798071 w 1349648"/>
              <a:gd name="connsiteY4-704" fmla="*/ 164806 h 895850"/>
              <a:gd name="connsiteX5-705" fmla="*/ 1095727 w 1349648"/>
              <a:gd name="connsiteY5-706" fmla="*/ 207668 h 895850"/>
              <a:gd name="connsiteX6-707" fmla="*/ 1271940 w 1349648"/>
              <a:gd name="connsiteY6-708" fmla="*/ 212430 h 895850"/>
              <a:gd name="connsiteX7-709" fmla="*/ 1348139 w 1349648"/>
              <a:gd name="connsiteY7-710" fmla="*/ 248149 h 895850"/>
              <a:gd name="connsiteX8-711" fmla="*/ 1252890 w 1349648"/>
              <a:gd name="connsiteY8-712" fmla="*/ 298156 h 895850"/>
              <a:gd name="connsiteX9-713" fmla="*/ 1033815 w 1349648"/>
              <a:gd name="connsiteY9-714" fmla="*/ 314825 h 895850"/>
              <a:gd name="connsiteX10-715" fmla="*/ 838552 w 1349648"/>
              <a:gd name="connsiteY10-716" fmla="*/ 352925 h 895850"/>
              <a:gd name="connsiteX11-717" fmla="*/ 548040 w 1349648"/>
              <a:gd name="connsiteY11-718" fmla="*/ 445793 h 895850"/>
              <a:gd name="connsiteX12-719" fmla="*/ 312296 w 1349648"/>
              <a:gd name="connsiteY12-720" fmla="*/ 555331 h 895850"/>
              <a:gd name="connsiteX13-721" fmla="*/ 157515 w 1349648"/>
              <a:gd name="connsiteY13-722" fmla="*/ 667250 h 895850"/>
              <a:gd name="connsiteX14-723" fmla="*/ 76552 w 1349648"/>
              <a:gd name="connsiteY14-724" fmla="*/ 767262 h 895850"/>
              <a:gd name="connsiteX15-725" fmla="*/ 64646 w 1349648"/>
              <a:gd name="connsiteY15-726" fmla="*/ 893468 h 895850"/>
              <a:gd name="connsiteX16-727" fmla="*/ 12258 w 1349648"/>
              <a:gd name="connsiteY16-728" fmla="*/ 895850 h 895850"/>
              <a:gd name="connsiteX17-729" fmla="*/ 352 w 1349648"/>
              <a:gd name="connsiteY17-730" fmla="*/ 805362 h 895850"/>
              <a:gd name="connsiteX18-731" fmla="*/ 26546 w 1349648"/>
              <a:gd name="connsiteY18-732" fmla="*/ 672012 h 895850"/>
              <a:gd name="connsiteX19-733" fmla="*/ 133702 w 1349648"/>
              <a:gd name="connsiteY19-734" fmla="*/ 533900 h 895850"/>
              <a:gd name="connsiteX20-735" fmla="*/ 321821 w 1349648"/>
              <a:gd name="connsiteY20-736" fmla="*/ 424362 h 895850"/>
              <a:gd name="connsiteX21-737" fmla="*/ 488508 w 1349648"/>
              <a:gd name="connsiteY21-738" fmla="*/ 357687 h 895850"/>
              <a:gd name="connsiteX22-739" fmla="*/ 709965 w 1349648"/>
              <a:gd name="connsiteY22-740" fmla="*/ 295775 h 895850"/>
              <a:gd name="connsiteX23-741" fmla="*/ 976665 w 1349648"/>
              <a:gd name="connsiteY23-742" fmla="*/ 257675 h 895850"/>
              <a:gd name="connsiteX24-743" fmla="*/ 926658 w 1349648"/>
              <a:gd name="connsiteY24-744" fmla="*/ 229100 h 895850"/>
              <a:gd name="connsiteX25-745" fmla="*/ 755208 w 1349648"/>
              <a:gd name="connsiteY25-746" fmla="*/ 205287 h 895850"/>
              <a:gd name="connsiteX26-747" fmla="*/ 631383 w 1349648"/>
              <a:gd name="connsiteY26-748" fmla="*/ 136231 h 895850"/>
              <a:gd name="connsiteX27-749" fmla="*/ 590902 w 1349648"/>
              <a:gd name="connsiteY27-750" fmla="*/ 10546 h 895850"/>
              <a:gd name="connsiteX0-751" fmla="*/ 588521 w 1349648"/>
              <a:gd name="connsiteY0-752" fmla="*/ 7374 h 906965"/>
              <a:gd name="connsiteX1-753" fmla="*/ 685335 w 1349648"/>
              <a:gd name="connsiteY1-754" fmla="*/ 18758 h 906965"/>
              <a:gd name="connsiteX2-755" fmla="*/ 666286 w 1349648"/>
              <a:gd name="connsiteY2-756" fmla="*/ 52096 h 906965"/>
              <a:gd name="connsiteX3-757" fmla="*/ 692480 w 1349648"/>
              <a:gd name="connsiteY3-758" fmla="*/ 128296 h 906965"/>
              <a:gd name="connsiteX4-759" fmla="*/ 798071 w 1349648"/>
              <a:gd name="connsiteY4-760" fmla="*/ 175921 h 906965"/>
              <a:gd name="connsiteX5-761" fmla="*/ 1095727 w 1349648"/>
              <a:gd name="connsiteY5-762" fmla="*/ 218783 h 906965"/>
              <a:gd name="connsiteX6-763" fmla="*/ 1271940 w 1349648"/>
              <a:gd name="connsiteY6-764" fmla="*/ 223545 h 906965"/>
              <a:gd name="connsiteX7-765" fmla="*/ 1348139 w 1349648"/>
              <a:gd name="connsiteY7-766" fmla="*/ 259264 h 906965"/>
              <a:gd name="connsiteX8-767" fmla="*/ 1252890 w 1349648"/>
              <a:gd name="connsiteY8-768" fmla="*/ 309271 h 906965"/>
              <a:gd name="connsiteX9-769" fmla="*/ 1033815 w 1349648"/>
              <a:gd name="connsiteY9-770" fmla="*/ 325940 h 906965"/>
              <a:gd name="connsiteX10-771" fmla="*/ 838552 w 1349648"/>
              <a:gd name="connsiteY10-772" fmla="*/ 364040 h 906965"/>
              <a:gd name="connsiteX11-773" fmla="*/ 548040 w 1349648"/>
              <a:gd name="connsiteY11-774" fmla="*/ 456908 h 906965"/>
              <a:gd name="connsiteX12-775" fmla="*/ 312296 w 1349648"/>
              <a:gd name="connsiteY12-776" fmla="*/ 566446 h 906965"/>
              <a:gd name="connsiteX13-777" fmla="*/ 157515 w 1349648"/>
              <a:gd name="connsiteY13-778" fmla="*/ 678365 h 906965"/>
              <a:gd name="connsiteX14-779" fmla="*/ 76552 w 1349648"/>
              <a:gd name="connsiteY14-780" fmla="*/ 778377 h 906965"/>
              <a:gd name="connsiteX15-781" fmla="*/ 64646 w 1349648"/>
              <a:gd name="connsiteY15-782" fmla="*/ 904583 h 906965"/>
              <a:gd name="connsiteX16-783" fmla="*/ 12258 w 1349648"/>
              <a:gd name="connsiteY16-784" fmla="*/ 906965 h 906965"/>
              <a:gd name="connsiteX17-785" fmla="*/ 352 w 1349648"/>
              <a:gd name="connsiteY17-786" fmla="*/ 816477 h 906965"/>
              <a:gd name="connsiteX18-787" fmla="*/ 26546 w 1349648"/>
              <a:gd name="connsiteY18-788" fmla="*/ 683127 h 906965"/>
              <a:gd name="connsiteX19-789" fmla="*/ 133702 w 1349648"/>
              <a:gd name="connsiteY19-790" fmla="*/ 545015 h 906965"/>
              <a:gd name="connsiteX20-791" fmla="*/ 321821 w 1349648"/>
              <a:gd name="connsiteY20-792" fmla="*/ 435477 h 906965"/>
              <a:gd name="connsiteX21-793" fmla="*/ 488508 w 1349648"/>
              <a:gd name="connsiteY21-794" fmla="*/ 368802 h 906965"/>
              <a:gd name="connsiteX22-795" fmla="*/ 709965 w 1349648"/>
              <a:gd name="connsiteY22-796" fmla="*/ 306890 h 906965"/>
              <a:gd name="connsiteX23-797" fmla="*/ 976665 w 1349648"/>
              <a:gd name="connsiteY23-798" fmla="*/ 268790 h 906965"/>
              <a:gd name="connsiteX24-799" fmla="*/ 926658 w 1349648"/>
              <a:gd name="connsiteY24-800" fmla="*/ 240215 h 906965"/>
              <a:gd name="connsiteX25-801" fmla="*/ 755208 w 1349648"/>
              <a:gd name="connsiteY25-802" fmla="*/ 216402 h 906965"/>
              <a:gd name="connsiteX26-803" fmla="*/ 631383 w 1349648"/>
              <a:gd name="connsiteY26-804" fmla="*/ 147346 h 906965"/>
              <a:gd name="connsiteX27-805" fmla="*/ 588521 w 1349648"/>
              <a:gd name="connsiteY27-806" fmla="*/ 7374 h 906965"/>
              <a:gd name="connsiteX0-807" fmla="*/ 588521 w 1349648"/>
              <a:gd name="connsiteY0-808" fmla="*/ 16037 h 915628"/>
              <a:gd name="connsiteX1-809" fmla="*/ 682954 w 1349648"/>
              <a:gd name="connsiteY1-810" fmla="*/ 3608 h 915628"/>
              <a:gd name="connsiteX2-811" fmla="*/ 666286 w 1349648"/>
              <a:gd name="connsiteY2-812" fmla="*/ 60759 h 915628"/>
              <a:gd name="connsiteX3-813" fmla="*/ 692480 w 1349648"/>
              <a:gd name="connsiteY3-814" fmla="*/ 136959 h 915628"/>
              <a:gd name="connsiteX4-815" fmla="*/ 798071 w 1349648"/>
              <a:gd name="connsiteY4-816" fmla="*/ 184584 h 915628"/>
              <a:gd name="connsiteX5-817" fmla="*/ 1095727 w 1349648"/>
              <a:gd name="connsiteY5-818" fmla="*/ 227446 h 915628"/>
              <a:gd name="connsiteX6-819" fmla="*/ 1271940 w 1349648"/>
              <a:gd name="connsiteY6-820" fmla="*/ 232208 h 915628"/>
              <a:gd name="connsiteX7-821" fmla="*/ 1348139 w 1349648"/>
              <a:gd name="connsiteY7-822" fmla="*/ 267927 h 915628"/>
              <a:gd name="connsiteX8-823" fmla="*/ 1252890 w 1349648"/>
              <a:gd name="connsiteY8-824" fmla="*/ 317934 h 915628"/>
              <a:gd name="connsiteX9-825" fmla="*/ 1033815 w 1349648"/>
              <a:gd name="connsiteY9-826" fmla="*/ 334603 h 915628"/>
              <a:gd name="connsiteX10-827" fmla="*/ 838552 w 1349648"/>
              <a:gd name="connsiteY10-828" fmla="*/ 372703 h 915628"/>
              <a:gd name="connsiteX11-829" fmla="*/ 548040 w 1349648"/>
              <a:gd name="connsiteY11-830" fmla="*/ 465571 h 915628"/>
              <a:gd name="connsiteX12-831" fmla="*/ 312296 w 1349648"/>
              <a:gd name="connsiteY12-832" fmla="*/ 575109 h 915628"/>
              <a:gd name="connsiteX13-833" fmla="*/ 157515 w 1349648"/>
              <a:gd name="connsiteY13-834" fmla="*/ 687028 h 915628"/>
              <a:gd name="connsiteX14-835" fmla="*/ 76552 w 1349648"/>
              <a:gd name="connsiteY14-836" fmla="*/ 787040 h 915628"/>
              <a:gd name="connsiteX15-837" fmla="*/ 64646 w 1349648"/>
              <a:gd name="connsiteY15-838" fmla="*/ 913246 h 915628"/>
              <a:gd name="connsiteX16-839" fmla="*/ 12258 w 1349648"/>
              <a:gd name="connsiteY16-840" fmla="*/ 915628 h 915628"/>
              <a:gd name="connsiteX17-841" fmla="*/ 352 w 1349648"/>
              <a:gd name="connsiteY17-842" fmla="*/ 825140 h 915628"/>
              <a:gd name="connsiteX18-843" fmla="*/ 26546 w 1349648"/>
              <a:gd name="connsiteY18-844" fmla="*/ 691790 h 915628"/>
              <a:gd name="connsiteX19-845" fmla="*/ 133702 w 1349648"/>
              <a:gd name="connsiteY19-846" fmla="*/ 553678 h 915628"/>
              <a:gd name="connsiteX20-847" fmla="*/ 321821 w 1349648"/>
              <a:gd name="connsiteY20-848" fmla="*/ 444140 h 915628"/>
              <a:gd name="connsiteX21-849" fmla="*/ 488508 w 1349648"/>
              <a:gd name="connsiteY21-850" fmla="*/ 377465 h 915628"/>
              <a:gd name="connsiteX22-851" fmla="*/ 709965 w 1349648"/>
              <a:gd name="connsiteY22-852" fmla="*/ 315553 h 915628"/>
              <a:gd name="connsiteX23-853" fmla="*/ 976665 w 1349648"/>
              <a:gd name="connsiteY23-854" fmla="*/ 277453 h 915628"/>
              <a:gd name="connsiteX24-855" fmla="*/ 926658 w 1349648"/>
              <a:gd name="connsiteY24-856" fmla="*/ 248878 h 915628"/>
              <a:gd name="connsiteX25-857" fmla="*/ 755208 w 1349648"/>
              <a:gd name="connsiteY25-858" fmla="*/ 225065 h 915628"/>
              <a:gd name="connsiteX26-859" fmla="*/ 631383 w 1349648"/>
              <a:gd name="connsiteY26-860" fmla="*/ 156009 h 915628"/>
              <a:gd name="connsiteX27-861" fmla="*/ 588521 w 1349648"/>
              <a:gd name="connsiteY27-862" fmla="*/ 16037 h 915628"/>
              <a:gd name="connsiteX0-863" fmla="*/ 588521 w 1349648"/>
              <a:gd name="connsiteY0-864" fmla="*/ 11595 h 911186"/>
              <a:gd name="connsiteX1-865" fmla="*/ 687717 w 1349648"/>
              <a:gd name="connsiteY1-866" fmla="*/ 8691 h 911186"/>
              <a:gd name="connsiteX2-867" fmla="*/ 666286 w 1349648"/>
              <a:gd name="connsiteY2-868" fmla="*/ 56317 h 911186"/>
              <a:gd name="connsiteX3-869" fmla="*/ 692480 w 1349648"/>
              <a:gd name="connsiteY3-870" fmla="*/ 132517 h 911186"/>
              <a:gd name="connsiteX4-871" fmla="*/ 798071 w 1349648"/>
              <a:gd name="connsiteY4-872" fmla="*/ 180142 h 911186"/>
              <a:gd name="connsiteX5-873" fmla="*/ 1095727 w 1349648"/>
              <a:gd name="connsiteY5-874" fmla="*/ 223004 h 911186"/>
              <a:gd name="connsiteX6-875" fmla="*/ 1271940 w 1349648"/>
              <a:gd name="connsiteY6-876" fmla="*/ 227766 h 911186"/>
              <a:gd name="connsiteX7-877" fmla="*/ 1348139 w 1349648"/>
              <a:gd name="connsiteY7-878" fmla="*/ 263485 h 911186"/>
              <a:gd name="connsiteX8-879" fmla="*/ 1252890 w 1349648"/>
              <a:gd name="connsiteY8-880" fmla="*/ 313492 h 911186"/>
              <a:gd name="connsiteX9-881" fmla="*/ 1033815 w 1349648"/>
              <a:gd name="connsiteY9-882" fmla="*/ 330161 h 911186"/>
              <a:gd name="connsiteX10-883" fmla="*/ 838552 w 1349648"/>
              <a:gd name="connsiteY10-884" fmla="*/ 368261 h 911186"/>
              <a:gd name="connsiteX11-885" fmla="*/ 548040 w 1349648"/>
              <a:gd name="connsiteY11-886" fmla="*/ 461129 h 911186"/>
              <a:gd name="connsiteX12-887" fmla="*/ 312296 w 1349648"/>
              <a:gd name="connsiteY12-888" fmla="*/ 570667 h 911186"/>
              <a:gd name="connsiteX13-889" fmla="*/ 157515 w 1349648"/>
              <a:gd name="connsiteY13-890" fmla="*/ 682586 h 911186"/>
              <a:gd name="connsiteX14-891" fmla="*/ 76552 w 1349648"/>
              <a:gd name="connsiteY14-892" fmla="*/ 782598 h 911186"/>
              <a:gd name="connsiteX15-893" fmla="*/ 64646 w 1349648"/>
              <a:gd name="connsiteY15-894" fmla="*/ 908804 h 911186"/>
              <a:gd name="connsiteX16-895" fmla="*/ 12258 w 1349648"/>
              <a:gd name="connsiteY16-896" fmla="*/ 911186 h 911186"/>
              <a:gd name="connsiteX17-897" fmla="*/ 352 w 1349648"/>
              <a:gd name="connsiteY17-898" fmla="*/ 820698 h 911186"/>
              <a:gd name="connsiteX18-899" fmla="*/ 26546 w 1349648"/>
              <a:gd name="connsiteY18-900" fmla="*/ 687348 h 911186"/>
              <a:gd name="connsiteX19-901" fmla="*/ 133702 w 1349648"/>
              <a:gd name="connsiteY19-902" fmla="*/ 549236 h 911186"/>
              <a:gd name="connsiteX20-903" fmla="*/ 321821 w 1349648"/>
              <a:gd name="connsiteY20-904" fmla="*/ 439698 h 911186"/>
              <a:gd name="connsiteX21-905" fmla="*/ 488508 w 1349648"/>
              <a:gd name="connsiteY21-906" fmla="*/ 373023 h 911186"/>
              <a:gd name="connsiteX22-907" fmla="*/ 709965 w 1349648"/>
              <a:gd name="connsiteY22-908" fmla="*/ 311111 h 911186"/>
              <a:gd name="connsiteX23-909" fmla="*/ 976665 w 1349648"/>
              <a:gd name="connsiteY23-910" fmla="*/ 273011 h 911186"/>
              <a:gd name="connsiteX24-911" fmla="*/ 926658 w 1349648"/>
              <a:gd name="connsiteY24-912" fmla="*/ 244436 h 911186"/>
              <a:gd name="connsiteX25-913" fmla="*/ 755208 w 1349648"/>
              <a:gd name="connsiteY25-914" fmla="*/ 220623 h 911186"/>
              <a:gd name="connsiteX26-915" fmla="*/ 631383 w 1349648"/>
              <a:gd name="connsiteY26-916" fmla="*/ 151567 h 911186"/>
              <a:gd name="connsiteX27-917" fmla="*/ 588521 w 1349648"/>
              <a:gd name="connsiteY27-918" fmla="*/ 11595 h 911186"/>
              <a:gd name="connsiteX0-919" fmla="*/ 588521 w 1349648"/>
              <a:gd name="connsiteY0-920" fmla="*/ 12547 h 912138"/>
              <a:gd name="connsiteX1-921" fmla="*/ 680573 w 1349648"/>
              <a:gd name="connsiteY1-922" fmla="*/ 7262 h 912138"/>
              <a:gd name="connsiteX2-923" fmla="*/ 666286 w 1349648"/>
              <a:gd name="connsiteY2-924" fmla="*/ 57269 h 912138"/>
              <a:gd name="connsiteX3-925" fmla="*/ 692480 w 1349648"/>
              <a:gd name="connsiteY3-926" fmla="*/ 133469 h 912138"/>
              <a:gd name="connsiteX4-927" fmla="*/ 798071 w 1349648"/>
              <a:gd name="connsiteY4-928" fmla="*/ 181094 h 912138"/>
              <a:gd name="connsiteX5-929" fmla="*/ 1095727 w 1349648"/>
              <a:gd name="connsiteY5-930" fmla="*/ 223956 h 912138"/>
              <a:gd name="connsiteX6-931" fmla="*/ 1271940 w 1349648"/>
              <a:gd name="connsiteY6-932" fmla="*/ 228718 h 912138"/>
              <a:gd name="connsiteX7-933" fmla="*/ 1348139 w 1349648"/>
              <a:gd name="connsiteY7-934" fmla="*/ 264437 h 912138"/>
              <a:gd name="connsiteX8-935" fmla="*/ 1252890 w 1349648"/>
              <a:gd name="connsiteY8-936" fmla="*/ 314444 h 912138"/>
              <a:gd name="connsiteX9-937" fmla="*/ 1033815 w 1349648"/>
              <a:gd name="connsiteY9-938" fmla="*/ 331113 h 912138"/>
              <a:gd name="connsiteX10-939" fmla="*/ 838552 w 1349648"/>
              <a:gd name="connsiteY10-940" fmla="*/ 369213 h 912138"/>
              <a:gd name="connsiteX11-941" fmla="*/ 548040 w 1349648"/>
              <a:gd name="connsiteY11-942" fmla="*/ 462081 h 912138"/>
              <a:gd name="connsiteX12-943" fmla="*/ 312296 w 1349648"/>
              <a:gd name="connsiteY12-944" fmla="*/ 571619 h 912138"/>
              <a:gd name="connsiteX13-945" fmla="*/ 157515 w 1349648"/>
              <a:gd name="connsiteY13-946" fmla="*/ 683538 h 912138"/>
              <a:gd name="connsiteX14-947" fmla="*/ 76552 w 1349648"/>
              <a:gd name="connsiteY14-948" fmla="*/ 783550 h 912138"/>
              <a:gd name="connsiteX15-949" fmla="*/ 64646 w 1349648"/>
              <a:gd name="connsiteY15-950" fmla="*/ 909756 h 912138"/>
              <a:gd name="connsiteX16-951" fmla="*/ 12258 w 1349648"/>
              <a:gd name="connsiteY16-952" fmla="*/ 912138 h 912138"/>
              <a:gd name="connsiteX17-953" fmla="*/ 352 w 1349648"/>
              <a:gd name="connsiteY17-954" fmla="*/ 821650 h 912138"/>
              <a:gd name="connsiteX18-955" fmla="*/ 26546 w 1349648"/>
              <a:gd name="connsiteY18-956" fmla="*/ 688300 h 912138"/>
              <a:gd name="connsiteX19-957" fmla="*/ 133702 w 1349648"/>
              <a:gd name="connsiteY19-958" fmla="*/ 550188 h 912138"/>
              <a:gd name="connsiteX20-959" fmla="*/ 321821 w 1349648"/>
              <a:gd name="connsiteY20-960" fmla="*/ 440650 h 912138"/>
              <a:gd name="connsiteX21-961" fmla="*/ 488508 w 1349648"/>
              <a:gd name="connsiteY21-962" fmla="*/ 373975 h 912138"/>
              <a:gd name="connsiteX22-963" fmla="*/ 709965 w 1349648"/>
              <a:gd name="connsiteY22-964" fmla="*/ 312063 h 912138"/>
              <a:gd name="connsiteX23-965" fmla="*/ 976665 w 1349648"/>
              <a:gd name="connsiteY23-966" fmla="*/ 273963 h 912138"/>
              <a:gd name="connsiteX24-967" fmla="*/ 926658 w 1349648"/>
              <a:gd name="connsiteY24-968" fmla="*/ 245388 h 912138"/>
              <a:gd name="connsiteX25-969" fmla="*/ 755208 w 1349648"/>
              <a:gd name="connsiteY25-970" fmla="*/ 221575 h 912138"/>
              <a:gd name="connsiteX26-971" fmla="*/ 631383 w 1349648"/>
              <a:gd name="connsiteY26-972" fmla="*/ 152519 h 912138"/>
              <a:gd name="connsiteX27-973" fmla="*/ 588521 w 1349648"/>
              <a:gd name="connsiteY27-974" fmla="*/ 12547 h 912138"/>
              <a:gd name="connsiteX0-975" fmla="*/ 588521 w 1349648"/>
              <a:gd name="connsiteY0-976" fmla="*/ 9211 h 908802"/>
              <a:gd name="connsiteX1-977" fmla="*/ 687717 w 1349648"/>
              <a:gd name="connsiteY1-978" fmla="*/ 13451 h 908802"/>
              <a:gd name="connsiteX2-979" fmla="*/ 666286 w 1349648"/>
              <a:gd name="connsiteY2-980" fmla="*/ 53933 h 908802"/>
              <a:gd name="connsiteX3-981" fmla="*/ 692480 w 1349648"/>
              <a:gd name="connsiteY3-982" fmla="*/ 130133 h 908802"/>
              <a:gd name="connsiteX4-983" fmla="*/ 798071 w 1349648"/>
              <a:gd name="connsiteY4-984" fmla="*/ 177758 h 908802"/>
              <a:gd name="connsiteX5-985" fmla="*/ 1095727 w 1349648"/>
              <a:gd name="connsiteY5-986" fmla="*/ 220620 h 908802"/>
              <a:gd name="connsiteX6-987" fmla="*/ 1271940 w 1349648"/>
              <a:gd name="connsiteY6-988" fmla="*/ 225382 h 908802"/>
              <a:gd name="connsiteX7-989" fmla="*/ 1348139 w 1349648"/>
              <a:gd name="connsiteY7-990" fmla="*/ 261101 h 908802"/>
              <a:gd name="connsiteX8-991" fmla="*/ 1252890 w 1349648"/>
              <a:gd name="connsiteY8-992" fmla="*/ 311108 h 908802"/>
              <a:gd name="connsiteX9-993" fmla="*/ 1033815 w 1349648"/>
              <a:gd name="connsiteY9-994" fmla="*/ 327777 h 908802"/>
              <a:gd name="connsiteX10-995" fmla="*/ 838552 w 1349648"/>
              <a:gd name="connsiteY10-996" fmla="*/ 365877 h 908802"/>
              <a:gd name="connsiteX11-997" fmla="*/ 548040 w 1349648"/>
              <a:gd name="connsiteY11-998" fmla="*/ 458745 h 908802"/>
              <a:gd name="connsiteX12-999" fmla="*/ 312296 w 1349648"/>
              <a:gd name="connsiteY12-1000" fmla="*/ 568283 h 908802"/>
              <a:gd name="connsiteX13-1001" fmla="*/ 157515 w 1349648"/>
              <a:gd name="connsiteY13-1002" fmla="*/ 680202 h 908802"/>
              <a:gd name="connsiteX14-1003" fmla="*/ 76552 w 1349648"/>
              <a:gd name="connsiteY14-1004" fmla="*/ 780214 h 908802"/>
              <a:gd name="connsiteX15-1005" fmla="*/ 64646 w 1349648"/>
              <a:gd name="connsiteY15-1006" fmla="*/ 906420 h 908802"/>
              <a:gd name="connsiteX16-1007" fmla="*/ 12258 w 1349648"/>
              <a:gd name="connsiteY16-1008" fmla="*/ 908802 h 908802"/>
              <a:gd name="connsiteX17-1009" fmla="*/ 352 w 1349648"/>
              <a:gd name="connsiteY17-1010" fmla="*/ 818314 h 908802"/>
              <a:gd name="connsiteX18-1011" fmla="*/ 26546 w 1349648"/>
              <a:gd name="connsiteY18-1012" fmla="*/ 684964 h 908802"/>
              <a:gd name="connsiteX19-1013" fmla="*/ 133702 w 1349648"/>
              <a:gd name="connsiteY19-1014" fmla="*/ 546852 h 908802"/>
              <a:gd name="connsiteX20-1015" fmla="*/ 321821 w 1349648"/>
              <a:gd name="connsiteY20-1016" fmla="*/ 437314 h 908802"/>
              <a:gd name="connsiteX21-1017" fmla="*/ 488508 w 1349648"/>
              <a:gd name="connsiteY21-1018" fmla="*/ 370639 h 908802"/>
              <a:gd name="connsiteX22-1019" fmla="*/ 709965 w 1349648"/>
              <a:gd name="connsiteY22-1020" fmla="*/ 308727 h 908802"/>
              <a:gd name="connsiteX23-1021" fmla="*/ 976665 w 1349648"/>
              <a:gd name="connsiteY23-1022" fmla="*/ 270627 h 908802"/>
              <a:gd name="connsiteX24-1023" fmla="*/ 926658 w 1349648"/>
              <a:gd name="connsiteY24-1024" fmla="*/ 242052 h 908802"/>
              <a:gd name="connsiteX25-1025" fmla="*/ 755208 w 1349648"/>
              <a:gd name="connsiteY25-1026" fmla="*/ 218239 h 908802"/>
              <a:gd name="connsiteX26-1027" fmla="*/ 631383 w 1349648"/>
              <a:gd name="connsiteY26-1028" fmla="*/ 149183 h 908802"/>
              <a:gd name="connsiteX27-1029" fmla="*/ 588521 w 1349648"/>
              <a:gd name="connsiteY27-1030" fmla="*/ 9211 h 908802"/>
              <a:gd name="connsiteX0-1031" fmla="*/ 588521 w 1349648"/>
              <a:gd name="connsiteY0-1032" fmla="*/ 9935 h 909526"/>
              <a:gd name="connsiteX1-1033" fmla="*/ 675811 w 1349648"/>
              <a:gd name="connsiteY1-1034" fmla="*/ 11794 h 909526"/>
              <a:gd name="connsiteX2-1035" fmla="*/ 666286 w 1349648"/>
              <a:gd name="connsiteY2-1036" fmla="*/ 54657 h 909526"/>
              <a:gd name="connsiteX3-1037" fmla="*/ 692480 w 1349648"/>
              <a:gd name="connsiteY3-1038" fmla="*/ 130857 h 909526"/>
              <a:gd name="connsiteX4-1039" fmla="*/ 798071 w 1349648"/>
              <a:gd name="connsiteY4-1040" fmla="*/ 178482 h 909526"/>
              <a:gd name="connsiteX5-1041" fmla="*/ 1095727 w 1349648"/>
              <a:gd name="connsiteY5-1042" fmla="*/ 221344 h 909526"/>
              <a:gd name="connsiteX6-1043" fmla="*/ 1271940 w 1349648"/>
              <a:gd name="connsiteY6-1044" fmla="*/ 226106 h 909526"/>
              <a:gd name="connsiteX7-1045" fmla="*/ 1348139 w 1349648"/>
              <a:gd name="connsiteY7-1046" fmla="*/ 261825 h 909526"/>
              <a:gd name="connsiteX8-1047" fmla="*/ 1252890 w 1349648"/>
              <a:gd name="connsiteY8-1048" fmla="*/ 311832 h 909526"/>
              <a:gd name="connsiteX9-1049" fmla="*/ 1033815 w 1349648"/>
              <a:gd name="connsiteY9-1050" fmla="*/ 328501 h 909526"/>
              <a:gd name="connsiteX10-1051" fmla="*/ 838552 w 1349648"/>
              <a:gd name="connsiteY10-1052" fmla="*/ 366601 h 909526"/>
              <a:gd name="connsiteX11-1053" fmla="*/ 548040 w 1349648"/>
              <a:gd name="connsiteY11-1054" fmla="*/ 459469 h 909526"/>
              <a:gd name="connsiteX12-1055" fmla="*/ 312296 w 1349648"/>
              <a:gd name="connsiteY12-1056" fmla="*/ 569007 h 909526"/>
              <a:gd name="connsiteX13-1057" fmla="*/ 157515 w 1349648"/>
              <a:gd name="connsiteY13-1058" fmla="*/ 680926 h 909526"/>
              <a:gd name="connsiteX14-1059" fmla="*/ 76552 w 1349648"/>
              <a:gd name="connsiteY14-1060" fmla="*/ 780938 h 909526"/>
              <a:gd name="connsiteX15-1061" fmla="*/ 64646 w 1349648"/>
              <a:gd name="connsiteY15-1062" fmla="*/ 907144 h 909526"/>
              <a:gd name="connsiteX16-1063" fmla="*/ 12258 w 1349648"/>
              <a:gd name="connsiteY16-1064" fmla="*/ 909526 h 909526"/>
              <a:gd name="connsiteX17-1065" fmla="*/ 352 w 1349648"/>
              <a:gd name="connsiteY17-1066" fmla="*/ 819038 h 909526"/>
              <a:gd name="connsiteX18-1067" fmla="*/ 26546 w 1349648"/>
              <a:gd name="connsiteY18-1068" fmla="*/ 685688 h 909526"/>
              <a:gd name="connsiteX19-1069" fmla="*/ 133702 w 1349648"/>
              <a:gd name="connsiteY19-1070" fmla="*/ 547576 h 909526"/>
              <a:gd name="connsiteX20-1071" fmla="*/ 321821 w 1349648"/>
              <a:gd name="connsiteY20-1072" fmla="*/ 438038 h 909526"/>
              <a:gd name="connsiteX21-1073" fmla="*/ 488508 w 1349648"/>
              <a:gd name="connsiteY21-1074" fmla="*/ 371363 h 909526"/>
              <a:gd name="connsiteX22-1075" fmla="*/ 709965 w 1349648"/>
              <a:gd name="connsiteY22-1076" fmla="*/ 309451 h 909526"/>
              <a:gd name="connsiteX23-1077" fmla="*/ 976665 w 1349648"/>
              <a:gd name="connsiteY23-1078" fmla="*/ 271351 h 909526"/>
              <a:gd name="connsiteX24-1079" fmla="*/ 926658 w 1349648"/>
              <a:gd name="connsiteY24-1080" fmla="*/ 242776 h 909526"/>
              <a:gd name="connsiteX25-1081" fmla="*/ 755208 w 1349648"/>
              <a:gd name="connsiteY25-1082" fmla="*/ 218963 h 909526"/>
              <a:gd name="connsiteX26-1083" fmla="*/ 631383 w 1349648"/>
              <a:gd name="connsiteY26-1084" fmla="*/ 149907 h 909526"/>
              <a:gd name="connsiteX27-1085" fmla="*/ 588521 w 1349648"/>
              <a:gd name="connsiteY27-1086" fmla="*/ 9935 h 909526"/>
              <a:gd name="connsiteX0-1087" fmla="*/ 588521 w 1349648"/>
              <a:gd name="connsiteY0-1088" fmla="*/ 9935 h 909526"/>
              <a:gd name="connsiteX1-1089" fmla="*/ 687717 w 1349648"/>
              <a:gd name="connsiteY1-1090" fmla="*/ 11794 h 909526"/>
              <a:gd name="connsiteX2-1091" fmla="*/ 666286 w 1349648"/>
              <a:gd name="connsiteY2-1092" fmla="*/ 54657 h 909526"/>
              <a:gd name="connsiteX3-1093" fmla="*/ 692480 w 1349648"/>
              <a:gd name="connsiteY3-1094" fmla="*/ 130857 h 909526"/>
              <a:gd name="connsiteX4-1095" fmla="*/ 798071 w 1349648"/>
              <a:gd name="connsiteY4-1096" fmla="*/ 178482 h 909526"/>
              <a:gd name="connsiteX5-1097" fmla="*/ 1095727 w 1349648"/>
              <a:gd name="connsiteY5-1098" fmla="*/ 221344 h 909526"/>
              <a:gd name="connsiteX6-1099" fmla="*/ 1271940 w 1349648"/>
              <a:gd name="connsiteY6-1100" fmla="*/ 226106 h 909526"/>
              <a:gd name="connsiteX7-1101" fmla="*/ 1348139 w 1349648"/>
              <a:gd name="connsiteY7-1102" fmla="*/ 261825 h 909526"/>
              <a:gd name="connsiteX8-1103" fmla="*/ 1252890 w 1349648"/>
              <a:gd name="connsiteY8-1104" fmla="*/ 311832 h 909526"/>
              <a:gd name="connsiteX9-1105" fmla="*/ 1033815 w 1349648"/>
              <a:gd name="connsiteY9-1106" fmla="*/ 328501 h 909526"/>
              <a:gd name="connsiteX10-1107" fmla="*/ 838552 w 1349648"/>
              <a:gd name="connsiteY10-1108" fmla="*/ 366601 h 909526"/>
              <a:gd name="connsiteX11-1109" fmla="*/ 548040 w 1349648"/>
              <a:gd name="connsiteY11-1110" fmla="*/ 459469 h 909526"/>
              <a:gd name="connsiteX12-1111" fmla="*/ 312296 w 1349648"/>
              <a:gd name="connsiteY12-1112" fmla="*/ 569007 h 909526"/>
              <a:gd name="connsiteX13-1113" fmla="*/ 157515 w 1349648"/>
              <a:gd name="connsiteY13-1114" fmla="*/ 680926 h 909526"/>
              <a:gd name="connsiteX14-1115" fmla="*/ 76552 w 1349648"/>
              <a:gd name="connsiteY14-1116" fmla="*/ 780938 h 909526"/>
              <a:gd name="connsiteX15-1117" fmla="*/ 64646 w 1349648"/>
              <a:gd name="connsiteY15-1118" fmla="*/ 907144 h 909526"/>
              <a:gd name="connsiteX16-1119" fmla="*/ 12258 w 1349648"/>
              <a:gd name="connsiteY16-1120" fmla="*/ 909526 h 909526"/>
              <a:gd name="connsiteX17-1121" fmla="*/ 352 w 1349648"/>
              <a:gd name="connsiteY17-1122" fmla="*/ 819038 h 909526"/>
              <a:gd name="connsiteX18-1123" fmla="*/ 26546 w 1349648"/>
              <a:gd name="connsiteY18-1124" fmla="*/ 685688 h 909526"/>
              <a:gd name="connsiteX19-1125" fmla="*/ 133702 w 1349648"/>
              <a:gd name="connsiteY19-1126" fmla="*/ 547576 h 909526"/>
              <a:gd name="connsiteX20-1127" fmla="*/ 321821 w 1349648"/>
              <a:gd name="connsiteY20-1128" fmla="*/ 438038 h 909526"/>
              <a:gd name="connsiteX21-1129" fmla="*/ 488508 w 1349648"/>
              <a:gd name="connsiteY21-1130" fmla="*/ 371363 h 909526"/>
              <a:gd name="connsiteX22-1131" fmla="*/ 709965 w 1349648"/>
              <a:gd name="connsiteY22-1132" fmla="*/ 309451 h 909526"/>
              <a:gd name="connsiteX23-1133" fmla="*/ 976665 w 1349648"/>
              <a:gd name="connsiteY23-1134" fmla="*/ 271351 h 909526"/>
              <a:gd name="connsiteX24-1135" fmla="*/ 926658 w 1349648"/>
              <a:gd name="connsiteY24-1136" fmla="*/ 242776 h 909526"/>
              <a:gd name="connsiteX25-1137" fmla="*/ 755208 w 1349648"/>
              <a:gd name="connsiteY25-1138" fmla="*/ 218963 h 909526"/>
              <a:gd name="connsiteX26-1139" fmla="*/ 631383 w 1349648"/>
              <a:gd name="connsiteY26-1140" fmla="*/ 149907 h 909526"/>
              <a:gd name="connsiteX27-1141" fmla="*/ 588521 w 1349648"/>
              <a:gd name="connsiteY27-1142" fmla="*/ 9935 h 909526"/>
              <a:gd name="connsiteX0-1143" fmla="*/ 588521 w 1349648"/>
              <a:gd name="connsiteY0-1144" fmla="*/ 12548 h 912139"/>
              <a:gd name="connsiteX1-1145" fmla="*/ 682954 w 1349648"/>
              <a:gd name="connsiteY1-1146" fmla="*/ 7263 h 912139"/>
              <a:gd name="connsiteX2-1147" fmla="*/ 666286 w 1349648"/>
              <a:gd name="connsiteY2-1148" fmla="*/ 57270 h 912139"/>
              <a:gd name="connsiteX3-1149" fmla="*/ 692480 w 1349648"/>
              <a:gd name="connsiteY3-1150" fmla="*/ 133470 h 912139"/>
              <a:gd name="connsiteX4-1151" fmla="*/ 798071 w 1349648"/>
              <a:gd name="connsiteY4-1152" fmla="*/ 181095 h 912139"/>
              <a:gd name="connsiteX5-1153" fmla="*/ 1095727 w 1349648"/>
              <a:gd name="connsiteY5-1154" fmla="*/ 223957 h 912139"/>
              <a:gd name="connsiteX6-1155" fmla="*/ 1271940 w 1349648"/>
              <a:gd name="connsiteY6-1156" fmla="*/ 228719 h 912139"/>
              <a:gd name="connsiteX7-1157" fmla="*/ 1348139 w 1349648"/>
              <a:gd name="connsiteY7-1158" fmla="*/ 264438 h 912139"/>
              <a:gd name="connsiteX8-1159" fmla="*/ 1252890 w 1349648"/>
              <a:gd name="connsiteY8-1160" fmla="*/ 314445 h 912139"/>
              <a:gd name="connsiteX9-1161" fmla="*/ 1033815 w 1349648"/>
              <a:gd name="connsiteY9-1162" fmla="*/ 331114 h 912139"/>
              <a:gd name="connsiteX10-1163" fmla="*/ 838552 w 1349648"/>
              <a:gd name="connsiteY10-1164" fmla="*/ 369214 h 912139"/>
              <a:gd name="connsiteX11-1165" fmla="*/ 548040 w 1349648"/>
              <a:gd name="connsiteY11-1166" fmla="*/ 462082 h 912139"/>
              <a:gd name="connsiteX12-1167" fmla="*/ 312296 w 1349648"/>
              <a:gd name="connsiteY12-1168" fmla="*/ 571620 h 912139"/>
              <a:gd name="connsiteX13-1169" fmla="*/ 157515 w 1349648"/>
              <a:gd name="connsiteY13-1170" fmla="*/ 683539 h 912139"/>
              <a:gd name="connsiteX14-1171" fmla="*/ 76552 w 1349648"/>
              <a:gd name="connsiteY14-1172" fmla="*/ 783551 h 912139"/>
              <a:gd name="connsiteX15-1173" fmla="*/ 64646 w 1349648"/>
              <a:gd name="connsiteY15-1174" fmla="*/ 909757 h 912139"/>
              <a:gd name="connsiteX16-1175" fmla="*/ 12258 w 1349648"/>
              <a:gd name="connsiteY16-1176" fmla="*/ 912139 h 912139"/>
              <a:gd name="connsiteX17-1177" fmla="*/ 352 w 1349648"/>
              <a:gd name="connsiteY17-1178" fmla="*/ 821651 h 912139"/>
              <a:gd name="connsiteX18-1179" fmla="*/ 26546 w 1349648"/>
              <a:gd name="connsiteY18-1180" fmla="*/ 688301 h 912139"/>
              <a:gd name="connsiteX19-1181" fmla="*/ 133702 w 1349648"/>
              <a:gd name="connsiteY19-1182" fmla="*/ 550189 h 912139"/>
              <a:gd name="connsiteX20-1183" fmla="*/ 321821 w 1349648"/>
              <a:gd name="connsiteY20-1184" fmla="*/ 440651 h 912139"/>
              <a:gd name="connsiteX21-1185" fmla="*/ 488508 w 1349648"/>
              <a:gd name="connsiteY21-1186" fmla="*/ 373976 h 912139"/>
              <a:gd name="connsiteX22-1187" fmla="*/ 709965 w 1349648"/>
              <a:gd name="connsiteY22-1188" fmla="*/ 312064 h 912139"/>
              <a:gd name="connsiteX23-1189" fmla="*/ 976665 w 1349648"/>
              <a:gd name="connsiteY23-1190" fmla="*/ 273964 h 912139"/>
              <a:gd name="connsiteX24-1191" fmla="*/ 926658 w 1349648"/>
              <a:gd name="connsiteY24-1192" fmla="*/ 245389 h 912139"/>
              <a:gd name="connsiteX25-1193" fmla="*/ 755208 w 1349648"/>
              <a:gd name="connsiteY25-1194" fmla="*/ 221576 h 912139"/>
              <a:gd name="connsiteX26-1195" fmla="*/ 631383 w 1349648"/>
              <a:gd name="connsiteY26-1196" fmla="*/ 152520 h 912139"/>
              <a:gd name="connsiteX27-1197" fmla="*/ 588521 w 1349648"/>
              <a:gd name="connsiteY27-1198" fmla="*/ 12548 h 912139"/>
              <a:gd name="connsiteX0-1199" fmla="*/ 588521 w 1349648"/>
              <a:gd name="connsiteY0-1200" fmla="*/ 7937 h 907528"/>
              <a:gd name="connsiteX1-1201" fmla="*/ 680573 w 1349648"/>
              <a:gd name="connsiteY1-1202" fmla="*/ 16939 h 907528"/>
              <a:gd name="connsiteX2-1203" fmla="*/ 666286 w 1349648"/>
              <a:gd name="connsiteY2-1204" fmla="*/ 52659 h 907528"/>
              <a:gd name="connsiteX3-1205" fmla="*/ 692480 w 1349648"/>
              <a:gd name="connsiteY3-1206" fmla="*/ 128859 h 907528"/>
              <a:gd name="connsiteX4-1207" fmla="*/ 798071 w 1349648"/>
              <a:gd name="connsiteY4-1208" fmla="*/ 176484 h 907528"/>
              <a:gd name="connsiteX5-1209" fmla="*/ 1095727 w 1349648"/>
              <a:gd name="connsiteY5-1210" fmla="*/ 219346 h 907528"/>
              <a:gd name="connsiteX6-1211" fmla="*/ 1271940 w 1349648"/>
              <a:gd name="connsiteY6-1212" fmla="*/ 224108 h 907528"/>
              <a:gd name="connsiteX7-1213" fmla="*/ 1348139 w 1349648"/>
              <a:gd name="connsiteY7-1214" fmla="*/ 259827 h 907528"/>
              <a:gd name="connsiteX8-1215" fmla="*/ 1252890 w 1349648"/>
              <a:gd name="connsiteY8-1216" fmla="*/ 309834 h 907528"/>
              <a:gd name="connsiteX9-1217" fmla="*/ 1033815 w 1349648"/>
              <a:gd name="connsiteY9-1218" fmla="*/ 326503 h 907528"/>
              <a:gd name="connsiteX10-1219" fmla="*/ 838552 w 1349648"/>
              <a:gd name="connsiteY10-1220" fmla="*/ 364603 h 907528"/>
              <a:gd name="connsiteX11-1221" fmla="*/ 548040 w 1349648"/>
              <a:gd name="connsiteY11-1222" fmla="*/ 457471 h 907528"/>
              <a:gd name="connsiteX12-1223" fmla="*/ 312296 w 1349648"/>
              <a:gd name="connsiteY12-1224" fmla="*/ 567009 h 907528"/>
              <a:gd name="connsiteX13-1225" fmla="*/ 157515 w 1349648"/>
              <a:gd name="connsiteY13-1226" fmla="*/ 678928 h 907528"/>
              <a:gd name="connsiteX14-1227" fmla="*/ 76552 w 1349648"/>
              <a:gd name="connsiteY14-1228" fmla="*/ 778940 h 907528"/>
              <a:gd name="connsiteX15-1229" fmla="*/ 64646 w 1349648"/>
              <a:gd name="connsiteY15-1230" fmla="*/ 905146 h 907528"/>
              <a:gd name="connsiteX16-1231" fmla="*/ 12258 w 1349648"/>
              <a:gd name="connsiteY16-1232" fmla="*/ 907528 h 907528"/>
              <a:gd name="connsiteX17-1233" fmla="*/ 352 w 1349648"/>
              <a:gd name="connsiteY17-1234" fmla="*/ 817040 h 907528"/>
              <a:gd name="connsiteX18-1235" fmla="*/ 26546 w 1349648"/>
              <a:gd name="connsiteY18-1236" fmla="*/ 683690 h 907528"/>
              <a:gd name="connsiteX19-1237" fmla="*/ 133702 w 1349648"/>
              <a:gd name="connsiteY19-1238" fmla="*/ 545578 h 907528"/>
              <a:gd name="connsiteX20-1239" fmla="*/ 321821 w 1349648"/>
              <a:gd name="connsiteY20-1240" fmla="*/ 436040 h 907528"/>
              <a:gd name="connsiteX21-1241" fmla="*/ 488508 w 1349648"/>
              <a:gd name="connsiteY21-1242" fmla="*/ 369365 h 907528"/>
              <a:gd name="connsiteX22-1243" fmla="*/ 709965 w 1349648"/>
              <a:gd name="connsiteY22-1244" fmla="*/ 307453 h 907528"/>
              <a:gd name="connsiteX23-1245" fmla="*/ 976665 w 1349648"/>
              <a:gd name="connsiteY23-1246" fmla="*/ 269353 h 907528"/>
              <a:gd name="connsiteX24-1247" fmla="*/ 926658 w 1349648"/>
              <a:gd name="connsiteY24-1248" fmla="*/ 240778 h 907528"/>
              <a:gd name="connsiteX25-1249" fmla="*/ 755208 w 1349648"/>
              <a:gd name="connsiteY25-1250" fmla="*/ 216965 h 907528"/>
              <a:gd name="connsiteX26-1251" fmla="*/ 631383 w 1349648"/>
              <a:gd name="connsiteY26-1252" fmla="*/ 147909 h 907528"/>
              <a:gd name="connsiteX27-1253" fmla="*/ 588521 w 1349648"/>
              <a:gd name="connsiteY27-1254" fmla="*/ 7937 h 907528"/>
              <a:gd name="connsiteX0-1255" fmla="*/ 588521 w 1349648"/>
              <a:gd name="connsiteY0-1256" fmla="*/ 7937 h 907528"/>
              <a:gd name="connsiteX1-1257" fmla="*/ 680573 w 1349648"/>
              <a:gd name="connsiteY1-1258" fmla="*/ 16939 h 907528"/>
              <a:gd name="connsiteX2-1259" fmla="*/ 666286 w 1349648"/>
              <a:gd name="connsiteY2-1260" fmla="*/ 52659 h 907528"/>
              <a:gd name="connsiteX3-1261" fmla="*/ 692480 w 1349648"/>
              <a:gd name="connsiteY3-1262" fmla="*/ 128859 h 907528"/>
              <a:gd name="connsiteX4-1263" fmla="*/ 798071 w 1349648"/>
              <a:gd name="connsiteY4-1264" fmla="*/ 176484 h 907528"/>
              <a:gd name="connsiteX5-1265" fmla="*/ 1095727 w 1349648"/>
              <a:gd name="connsiteY5-1266" fmla="*/ 219346 h 907528"/>
              <a:gd name="connsiteX6-1267" fmla="*/ 1271940 w 1349648"/>
              <a:gd name="connsiteY6-1268" fmla="*/ 224108 h 907528"/>
              <a:gd name="connsiteX7-1269" fmla="*/ 1348139 w 1349648"/>
              <a:gd name="connsiteY7-1270" fmla="*/ 259827 h 907528"/>
              <a:gd name="connsiteX8-1271" fmla="*/ 1252890 w 1349648"/>
              <a:gd name="connsiteY8-1272" fmla="*/ 309834 h 907528"/>
              <a:gd name="connsiteX9-1273" fmla="*/ 1033815 w 1349648"/>
              <a:gd name="connsiteY9-1274" fmla="*/ 326503 h 907528"/>
              <a:gd name="connsiteX10-1275" fmla="*/ 838552 w 1349648"/>
              <a:gd name="connsiteY10-1276" fmla="*/ 364603 h 907528"/>
              <a:gd name="connsiteX11-1277" fmla="*/ 548040 w 1349648"/>
              <a:gd name="connsiteY11-1278" fmla="*/ 457471 h 907528"/>
              <a:gd name="connsiteX12-1279" fmla="*/ 312296 w 1349648"/>
              <a:gd name="connsiteY12-1280" fmla="*/ 567009 h 907528"/>
              <a:gd name="connsiteX13-1281" fmla="*/ 157515 w 1349648"/>
              <a:gd name="connsiteY13-1282" fmla="*/ 678928 h 907528"/>
              <a:gd name="connsiteX14-1283" fmla="*/ 76552 w 1349648"/>
              <a:gd name="connsiteY14-1284" fmla="*/ 778940 h 907528"/>
              <a:gd name="connsiteX15-1285" fmla="*/ 59884 w 1349648"/>
              <a:gd name="connsiteY15-1286" fmla="*/ 871809 h 907528"/>
              <a:gd name="connsiteX16-1287" fmla="*/ 12258 w 1349648"/>
              <a:gd name="connsiteY16-1288" fmla="*/ 907528 h 907528"/>
              <a:gd name="connsiteX17-1289" fmla="*/ 352 w 1349648"/>
              <a:gd name="connsiteY17-1290" fmla="*/ 817040 h 907528"/>
              <a:gd name="connsiteX18-1291" fmla="*/ 26546 w 1349648"/>
              <a:gd name="connsiteY18-1292" fmla="*/ 683690 h 907528"/>
              <a:gd name="connsiteX19-1293" fmla="*/ 133702 w 1349648"/>
              <a:gd name="connsiteY19-1294" fmla="*/ 545578 h 907528"/>
              <a:gd name="connsiteX20-1295" fmla="*/ 321821 w 1349648"/>
              <a:gd name="connsiteY20-1296" fmla="*/ 436040 h 907528"/>
              <a:gd name="connsiteX21-1297" fmla="*/ 488508 w 1349648"/>
              <a:gd name="connsiteY21-1298" fmla="*/ 369365 h 907528"/>
              <a:gd name="connsiteX22-1299" fmla="*/ 709965 w 1349648"/>
              <a:gd name="connsiteY22-1300" fmla="*/ 307453 h 907528"/>
              <a:gd name="connsiteX23-1301" fmla="*/ 976665 w 1349648"/>
              <a:gd name="connsiteY23-1302" fmla="*/ 269353 h 907528"/>
              <a:gd name="connsiteX24-1303" fmla="*/ 926658 w 1349648"/>
              <a:gd name="connsiteY24-1304" fmla="*/ 240778 h 907528"/>
              <a:gd name="connsiteX25-1305" fmla="*/ 755208 w 1349648"/>
              <a:gd name="connsiteY25-1306" fmla="*/ 216965 h 907528"/>
              <a:gd name="connsiteX26-1307" fmla="*/ 631383 w 1349648"/>
              <a:gd name="connsiteY26-1308" fmla="*/ 147909 h 907528"/>
              <a:gd name="connsiteX27-1309" fmla="*/ 588521 w 1349648"/>
              <a:gd name="connsiteY27-1310" fmla="*/ 7937 h 907528"/>
              <a:gd name="connsiteX0-1311" fmla="*/ 588521 w 1349648"/>
              <a:gd name="connsiteY0-1312" fmla="*/ 7937 h 907528"/>
              <a:gd name="connsiteX1-1313" fmla="*/ 680573 w 1349648"/>
              <a:gd name="connsiteY1-1314" fmla="*/ 16939 h 907528"/>
              <a:gd name="connsiteX2-1315" fmla="*/ 666286 w 1349648"/>
              <a:gd name="connsiteY2-1316" fmla="*/ 52659 h 907528"/>
              <a:gd name="connsiteX3-1317" fmla="*/ 692480 w 1349648"/>
              <a:gd name="connsiteY3-1318" fmla="*/ 128859 h 907528"/>
              <a:gd name="connsiteX4-1319" fmla="*/ 798071 w 1349648"/>
              <a:gd name="connsiteY4-1320" fmla="*/ 176484 h 907528"/>
              <a:gd name="connsiteX5-1321" fmla="*/ 1095727 w 1349648"/>
              <a:gd name="connsiteY5-1322" fmla="*/ 219346 h 907528"/>
              <a:gd name="connsiteX6-1323" fmla="*/ 1271940 w 1349648"/>
              <a:gd name="connsiteY6-1324" fmla="*/ 224108 h 907528"/>
              <a:gd name="connsiteX7-1325" fmla="*/ 1348139 w 1349648"/>
              <a:gd name="connsiteY7-1326" fmla="*/ 259827 h 907528"/>
              <a:gd name="connsiteX8-1327" fmla="*/ 1252890 w 1349648"/>
              <a:gd name="connsiteY8-1328" fmla="*/ 309834 h 907528"/>
              <a:gd name="connsiteX9-1329" fmla="*/ 1033815 w 1349648"/>
              <a:gd name="connsiteY9-1330" fmla="*/ 326503 h 907528"/>
              <a:gd name="connsiteX10-1331" fmla="*/ 838552 w 1349648"/>
              <a:gd name="connsiteY10-1332" fmla="*/ 364603 h 907528"/>
              <a:gd name="connsiteX11-1333" fmla="*/ 548040 w 1349648"/>
              <a:gd name="connsiteY11-1334" fmla="*/ 457471 h 907528"/>
              <a:gd name="connsiteX12-1335" fmla="*/ 312296 w 1349648"/>
              <a:gd name="connsiteY12-1336" fmla="*/ 567009 h 907528"/>
              <a:gd name="connsiteX13-1337" fmla="*/ 157515 w 1349648"/>
              <a:gd name="connsiteY13-1338" fmla="*/ 678928 h 907528"/>
              <a:gd name="connsiteX14-1339" fmla="*/ 76552 w 1349648"/>
              <a:gd name="connsiteY14-1340" fmla="*/ 778940 h 907528"/>
              <a:gd name="connsiteX15-1341" fmla="*/ 67027 w 1349648"/>
              <a:gd name="connsiteY15-1342" fmla="*/ 878952 h 907528"/>
              <a:gd name="connsiteX16-1343" fmla="*/ 12258 w 1349648"/>
              <a:gd name="connsiteY16-1344" fmla="*/ 907528 h 907528"/>
              <a:gd name="connsiteX17-1345" fmla="*/ 352 w 1349648"/>
              <a:gd name="connsiteY17-1346" fmla="*/ 817040 h 907528"/>
              <a:gd name="connsiteX18-1347" fmla="*/ 26546 w 1349648"/>
              <a:gd name="connsiteY18-1348" fmla="*/ 683690 h 907528"/>
              <a:gd name="connsiteX19-1349" fmla="*/ 133702 w 1349648"/>
              <a:gd name="connsiteY19-1350" fmla="*/ 545578 h 907528"/>
              <a:gd name="connsiteX20-1351" fmla="*/ 321821 w 1349648"/>
              <a:gd name="connsiteY20-1352" fmla="*/ 436040 h 907528"/>
              <a:gd name="connsiteX21-1353" fmla="*/ 488508 w 1349648"/>
              <a:gd name="connsiteY21-1354" fmla="*/ 369365 h 907528"/>
              <a:gd name="connsiteX22-1355" fmla="*/ 709965 w 1349648"/>
              <a:gd name="connsiteY22-1356" fmla="*/ 307453 h 907528"/>
              <a:gd name="connsiteX23-1357" fmla="*/ 976665 w 1349648"/>
              <a:gd name="connsiteY23-1358" fmla="*/ 269353 h 907528"/>
              <a:gd name="connsiteX24-1359" fmla="*/ 926658 w 1349648"/>
              <a:gd name="connsiteY24-1360" fmla="*/ 240778 h 907528"/>
              <a:gd name="connsiteX25-1361" fmla="*/ 755208 w 1349648"/>
              <a:gd name="connsiteY25-1362" fmla="*/ 216965 h 907528"/>
              <a:gd name="connsiteX26-1363" fmla="*/ 631383 w 1349648"/>
              <a:gd name="connsiteY26-1364" fmla="*/ 147909 h 907528"/>
              <a:gd name="connsiteX27-1365" fmla="*/ 588521 w 1349648"/>
              <a:gd name="connsiteY27-1366" fmla="*/ 7937 h 907528"/>
              <a:gd name="connsiteX0-1367" fmla="*/ 588521 w 1349648"/>
              <a:gd name="connsiteY0-1368" fmla="*/ 7937 h 893240"/>
              <a:gd name="connsiteX1-1369" fmla="*/ 680573 w 1349648"/>
              <a:gd name="connsiteY1-1370" fmla="*/ 16939 h 893240"/>
              <a:gd name="connsiteX2-1371" fmla="*/ 666286 w 1349648"/>
              <a:gd name="connsiteY2-1372" fmla="*/ 52659 h 893240"/>
              <a:gd name="connsiteX3-1373" fmla="*/ 692480 w 1349648"/>
              <a:gd name="connsiteY3-1374" fmla="*/ 128859 h 893240"/>
              <a:gd name="connsiteX4-1375" fmla="*/ 798071 w 1349648"/>
              <a:gd name="connsiteY4-1376" fmla="*/ 176484 h 893240"/>
              <a:gd name="connsiteX5-1377" fmla="*/ 1095727 w 1349648"/>
              <a:gd name="connsiteY5-1378" fmla="*/ 219346 h 893240"/>
              <a:gd name="connsiteX6-1379" fmla="*/ 1271940 w 1349648"/>
              <a:gd name="connsiteY6-1380" fmla="*/ 224108 h 893240"/>
              <a:gd name="connsiteX7-1381" fmla="*/ 1348139 w 1349648"/>
              <a:gd name="connsiteY7-1382" fmla="*/ 259827 h 893240"/>
              <a:gd name="connsiteX8-1383" fmla="*/ 1252890 w 1349648"/>
              <a:gd name="connsiteY8-1384" fmla="*/ 309834 h 893240"/>
              <a:gd name="connsiteX9-1385" fmla="*/ 1033815 w 1349648"/>
              <a:gd name="connsiteY9-1386" fmla="*/ 326503 h 893240"/>
              <a:gd name="connsiteX10-1387" fmla="*/ 838552 w 1349648"/>
              <a:gd name="connsiteY10-1388" fmla="*/ 364603 h 893240"/>
              <a:gd name="connsiteX11-1389" fmla="*/ 548040 w 1349648"/>
              <a:gd name="connsiteY11-1390" fmla="*/ 457471 h 893240"/>
              <a:gd name="connsiteX12-1391" fmla="*/ 312296 w 1349648"/>
              <a:gd name="connsiteY12-1392" fmla="*/ 567009 h 893240"/>
              <a:gd name="connsiteX13-1393" fmla="*/ 157515 w 1349648"/>
              <a:gd name="connsiteY13-1394" fmla="*/ 678928 h 893240"/>
              <a:gd name="connsiteX14-1395" fmla="*/ 76552 w 1349648"/>
              <a:gd name="connsiteY14-1396" fmla="*/ 778940 h 893240"/>
              <a:gd name="connsiteX15-1397" fmla="*/ 67027 w 1349648"/>
              <a:gd name="connsiteY15-1398" fmla="*/ 878952 h 893240"/>
              <a:gd name="connsiteX16-1399" fmla="*/ 12258 w 1349648"/>
              <a:gd name="connsiteY16-1400" fmla="*/ 893240 h 893240"/>
              <a:gd name="connsiteX17-1401" fmla="*/ 352 w 1349648"/>
              <a:gd name="connsiteY17-1402" fmla="*/ 817040 h 893240"/>
              <a:gd name="connsiteX18-1403" fmla="*/ 26546 w 1349648"/>
              <a:gd name="connsiteY18-1404" fmla="*/ 683690 h 893240"/>
              <a:gd name="connsiteX19-1405" fmla="*/ 133702 w 1349648"/>
              <a:gd name="connsiteY19-1406" fmla="*/ 545578 h 893240"/>
              <a:gd name="connsiteX20-1407" fmla="*/ 321821 w 1349648"/>
              <a:gd name="connsiteY20-1408" fmla="*/ 436040 h 893240"/>
              <a:gd name="connsiteX21-1409" fmla="*/ 488508 w 1349648"/>
              <a:gd name="connsiteY21-1410" fmla="*/ 369365 h 893240"/>
              <a:gd name="connsiteX22-1411" fmla="*/ 709965 w 1349648"/>
              <a:gd name="connsiteY22-1412" fmla="*/ 307453 h 893240"/>
              <a:gd name="connsiteX23-1413" fmla="*/ 976665 w 1349648"/>
              <a:gd name="connsiteY23-1414" fmla="*/ 269353 h 893240"/>
              <a:gd name="connsiteX24-1415" fmla="*/ 926658 w 1349648"/>
              <a:gd name="connsiteY24-1416" fmla="*/ 240778 h 893240"/>
              <a:gd name="connsiteX25-1417" fmla="*/ 755208 w 1349648"/>
              <a:gd name="connsiteY25-1418" fmla="*/ 216965 h 893240"/>
              <a:gd name="connsiteX26-1419" fmla="*/ 631383 w 1349648"/>
              <a:gd name="connsiteY26-1420" fmla="*/ 147909 h 893240"/>
              <a:gd name="connsiteX27-1421" fmla="*/ 588521 w 1349648"/>
              <a:gd name="connsiteY27-1422" fmla="*/ 7937 h 893240"/>
              <a:gd name="connsiteX0-1423" fmla="*/ 588521 w 1349648"/>
              <a:gd name="connsiteY0-1424" fmla="*/ 7937 h 893240"/>
              <a:gd name="connsiteX1-1425" fmla="*/ 680573 w 1349648"/>
              <a:gd name="connsiteY1-1426" fmla="*/ 16939 h 893240"/>
              <a:gd name="connsiteX2-1427" fmla="*/ 666286 w 1349648"/>
              <a:gd name="connsiteY2-1428" fmla="*/ 52659 h 893240"/>
              <a:gd name="connsiteX3-1429" fmla="*/ 692480 w 1349648"/>
              <a:gd name="connsiteY3-1430" fmla="*/ 128859 h 893240"/>
              <a:gd name="connsiteX4-1431" fmla="*/ 798071 w 1349648"/>
              <a:gd name="connsiteY4-1432" fmla="*/ 176484 h 893240"/>
              <a:gd name="connsiteX5-1433" fmla="*/ 1095727 w 1349648"/>
              <a:gd name="connsiteY5-1434" fmla="*/ 219346 h 893240"/>
              <a:gd name="connsiteX6-1435" fmla="*/ 1271940 w 1349648"/>
              <a:gd name="connsiteY6-1436" fmla="*/ 224108 h 893240"/>
              <a:gd name="connsiteX7-1437" fmla="*/ 1348139 w 1349648"/>
              <a:gd name="connsiteY7-1438" fmla="*/ 259827 h 893240"/>
              <a:gd name="connsiteX8-1439" fmla="*/ 1252890 w 1349648"/>
              <a:gd name="connsiteY8-1440" fmla="*/ 309834 h 893240"/>
              <a:gd name="connsiteX9-1441" fmla="*/ 1033815 w 1349648"/>
              <a:gd name="connsiteY9-1442" fmla="*/ 326503 h 893240"/>
              <a:gd name="connsiteX10-1443" fmla="*/ 838552 w 1349648"/>
              <a:gd name="connsiteY10-1444" fmla="*/ 364603 h 893240"/>
              <a:gd name="connsiteX11-1445" fmla="*/ 548040 w 1349648"/>
              <a:gd name="connsiteY11-1446" fmla="*/ 457471 h 893240"/>
              <a:gd name="connsiteX12-1447" fmla="*/ 312296 w 1349648"/>
              <a:gd name="connsiteY12-1448" fmla="*/ 567009 h 893240"/>
              <a:gd name="connsiteX13-1449" fmla="*/ 157515 w 1349648"/>
              <a:gd name="connsiteY13-1450" fmla="*/ 678928 h 893240"/>
              <a:gd name="connsiteX14-1451" fmla="*/ 76552 w 1349648"/>
              <a:gd name="connsiteY14-1452" fmla="*/ 778940 h 893240"/>
              <a:gd name="connsiteX15-1453" fmla="*/ 71790 w 1349648"/>
              <a:gd name="connsiteY15-1454" fmla="*/ 886096 h 893240"/>
              <a:gd name="connsiteX16-1455" fmla="*/ 12258 w 1349648"/>
              <a:gd name="connsiteY16-1456" fmla="*/ 893240 h 893240"/>
              <a:gd name="connsiteX17-1457" fmla="*/ 352 w 1349648"/>
              <a:gd name="connsiteY17-1458" fmla="*/ 817040 h 893240"/>
              <a:gd name="connsiteX18-1459" fmla="*/ 26546 w 1349648"/>
              <a:gd name="connsiteY18-1460" fmla="*/ 683690 h 893240"/>
              <a:gd name="connsiteX19-1461" fmla="*/ 133702 w 1349648"/>
              <a:gd name="connsiteY19-1462" fmla="*/ 545578 h 893240"/>
              <a:gd name="connsiteX20-1463" fmla="*/ 321821 w 1349648"/>
              <a:gd name="connsiteY20-1464" fmla="*/ 436040 h 893240"/>
              <a:gd name="connsiteX21-1465" fmla="*/ 488508 w 1349648"/>
              <a:gd name="connsiteY21-1466" fmla="*/ 369365 h 893240"/>
              <a:gd name="connsiteX22-1467" fmla="*/ 709965 w 1349648"/>
              <a:gd name="connsiteY22-1468" fmla="*/ 307453 h 893240"/>
              <a:gd name="connsiteX23-1469" fmla="*/ 976665 w 1349648"/>
              <a:gd name="connsiteY23-1470" fmla="*/ 269353 h 893240"/>
              <a:gd name="connsiteX24-1471" fmla="*/ 926658 w 1349648"/>
              <a:gd name="connsiteY24-1472" fmla="*/ 240778 h 893240"/>
              <a:gd name="connsiteX25-1473" fmla="*/ 755208 w 1349648"/>
              <a:gd name="connsiteY25-1474" fmla="*/ 216965 h 893240"/>
              <a:gd name="connsiteX26-1475" fmla="*/ 631383 w 1349648"/>
              <a:gd name="connsiteY26-1476" fmla="*/ 147909 h 893240"/>
              <a:gd name="connsiteX27-1477" fmla="*/ 588521 w 1349648"/>
              <a:gd name="connsiteY27-1478" fmla="*/ 7937 h 893240"/>
              <a:gd name="connsiteX0-1479" fmla="*/ 588521 w 1349648"/>
              <a:gd name="connsiteY0-1480" fmla="*/ 7937 h 893240"/>
              <a:gd name="connsiteX1-1481" fmla="*/ 680573 w 1349648"/>
              <a:gd name="connsiteY1-1482" fmla="*/ 16939 h 893240"/>
              <a:gd name="connsiteX2-1483" fmla="*/ 666286 w 1349648"/>
              <a:gd name="connsiteY2-1484" fmla="*/ 52659 h 893240"/>
              <a:gd name="connsiteX3-1485" fmla="*/ 692480 w 1349648"/>
              <a:gd name="connsiteY3-1486" fmla="*/ 128859 h 893240"/>
              <a:gd name="connsiteX4-1487" fmla="*/ 798071 w 1349648"/>
              <a:gd name="connsiteY4-1488" fmla="*/ 176484 h 893240"/>
              <a:gd name="connsiteX5-1489" fmla="*/ 1095727 w 1349648"/>
              <a:gd name="connsiteY5-1490" fmla="*/ 219346 h 893240"/>
              <a:gd name="connsiteX6-1491" fmla="*/ 1271940 w 1349648"/>
              <a:gd name="connsiteY6-1492" fmla="*/ 224108 h 893240"/>
              <a:gd name="connsiteX7-1493" fmla="*/ 1348139 w 1349648"/>
              <a:gd name="connsiteY7-1494" fmla="*/ 259827 h 893240"/>
              <a:gd name="connsiteX8-1495" fmla="*/ 1252890 w 1349648"/>
              <a:gd name="connsiteY8-1496" fmla="*/ 309834 h 893240"/>
              <a:gd name="connsiteX9-1497" fmla="*/ 1033815 w 1349648"/>
              <a:gd name="connsiteY9-1498" fmla="*/ 326503 h 893240"/>
              <a:gd name="connsiteX10-1499" fmla="*/ 838552 w 1349648"/>
              <a:gd name="connsiteY10-1500" fmla="*/ 364603 h 893240"/>
              <a:gd name="connsiteX11-1501" fmla="*/ 548040 w 1349648"/>
              <a:gd name="connsiteY11-1502" fmla="*/ 457471 h 893240"/>
              <a:gd name="connsiteX12-1503" fmla="*/ 312296 w 1349648"/>
              <a:gd name="connsiteY12-1504" fmla="*/ 567009 h 893240"/>
              <a:gd name="connsiteX13-1505" fmla="*/ 157515 w 1349648"/>
              <a:gd name="connsiteY13-1506" fmla="*/ 678928 h 893240"/>
              <a:gd name="connsiteX14-1507" fmla="*/ 76552 w 1349648"/>
              <a:gd name="connsiteY14-1508" fmla="*/ 778940 h 893240"/>
              <a:gd name="connsiteX15-1509" fmla="*/ 71790 w 1349648"/>
              <a:gd name="connsiteY15-1510" fmla="*/ 886096 h 893240"/>
              <a:gd name="connsiteX16-1511" fmla="*/ 12258 w 1349648"/>
              <a:gd name="connsiteY16-1512" fmla="*/ 893240 h 893240"/>
              <a:gd name="connsiteX17-1513" fmla="*/ 352 w 1349648"/>
              <a:gd name="connsiteY17-1514" fmla="*/ 817040 h 893240"/>
              <a:gd name="connsiteX18-1515" fmla="*/ 26546 w 1349648"/>
              <a:gd name="connsiteY18-1516" fmla="*/ 683690 h 893240"/>
              <a:gd name="connsiteX19-1517" fmla="*/ 133702 w 1349648"/>
              <a:gd name="connsiteY19-1518" fmla="*/ 545578 h 893240"/>
              <a:gd name="connsiteX20-1519" fmla="*/ 321821 w 1349648"/>
              <a:gd name="connsiteY20-1520" fmla="*/ 436040 h 893240"/>
              <a:gd name="connsiteX21-1521" fmla="*/ 488508 w 1349648"/>
              <a:gd name="connsiteY21-1522" fmla="*/ 369365 h 893240"/>
              <a:gd name="connsiteX22-1523" fmla="*/ 709965 w 1349648"/>
              <a:gd name="connsiteY22-1524" fmla="*/ 307453 h 893240"/>
              <a:gd name="connsiteX23-1525" fmla="*/ 976665 w 1349648"/>
              <a:gd name="connsiteY23-1526" fmla="*/ 269353 h 893240"/>
              <a:gd name="connsiteX24-1527" fmla="*/ 926658 w 1349648"/>
              <a:gd name="connsiteY24-1528" fmla="*/ 240778 h 893240"/>
              <a:gd name="connsiteX25-1529" fmla="*/ 755208 w 1349648"/>
              <a:gd name="connsiteY25-1530" fmla="*/ 216965 h 893240"/>
              <a:gd name="connsiteX26-1531" fmla="*/ 631383 w 1349648"/>
              <a:gd name="connsiteY26-1532" fmla="*/ 147909 h 893240"/>
              <a:gd name="connsiteX27-1533" fmla="*/ 588521 w 1349648"/>
              <a:gd name="connsiteY27-1534" fmla="*/ 7937 h 893240"/>
              <a:gd name="connsiteX0-1535" fmla="*/ 588521 w 1349648"/>
              <a:gd name="connsiteY0-1536" fmla="*/ 7937 h 893240"/>
              <a:gd name="connsiteX1-1537" fmla="*/ 680573 w 1349648"/>
              <a:gd name="connsiteY1-1538" fmla="*/ 16939 h 893240"/>
              <a:gd name="connsiteX2-1539" fmla="*/ 666286 w 1349648"/>
              <a:gd name="connsiteY2-1540" fmla="*/ 52659 h 893240"/>
              <a:gd name="connsiteX3-1541" fmla="*/ 692480 w 1349648"/>
              <a:gd name="connsiteY3-1542" fmla="*/ 128859 h 893240"/>
              <a:gd name="connsiteX4-1543" fmla="*/ 798071 w 1349648"/>
              <a:gd name="connsiteY4-1544" fmla="*/ 176484 h 893240"/>
              <a:gd name="connsiteX5-1545" fmla="*/ 1095727 w 1349648"/>
              <a:gd name="connsiteY5-1546" fmla="*/ 219346 h 893240"/>
              <a:gd name="connsiteX6-1547" fmla="*/ 1271940 w 1349648"/>
              <a:gd name="connsiteY6-1548" fmla="*/ 224108 h 893240"/>
              <a:gd name="connsiteX7-1549" fmla="*/ 1348139 w 1349648"/>
              <a:gd name="connsiteY7-1550" fmla="*/ 259827 h 893240"/>
              <a:gd name="connsiteX8-1551" fmla="*/ 1252890 w 1349648"/>
              <a:gd name="connsiteY8-1552" fmla="*/ 309834 h 893240"/>
              <a:gd name="connsiteX9-1553" fmla="*/ 1033815 w 1349648"/>
              <a:gd name="connsiteY9-1554" fmla="*/ 326503 h 893240"/>
              <a:gd name="connsiteX10-1555" fmla="*/ 838552 w 1349648"/>
              <a:gd name="connsiteY10-1556" fmla="*/ 364603 h 893240"/>
              <a:gd name="connsiteX11-1557" fmla="*/ 548040 w 1349648"/>
              <a:gd name="connsiteY11-1558" fmla="*/ 457471 h 893240"/>
              <a:gd name="connsiteX12-1559" fmla="*/ 312296 w 1349648"/>
              <a:gd name="connsiteY12-1560" fmla="*/ 567009 h 893240"/>
              <a:gd name="connsiteX13-1561" fmla="*/ 157515 w 1349648"/>
              <a:gd name="connsiteY13-1562" fmla="*/ 678928 h 893240"/>
              <a:gd name="connsiteX14-1563" fmla="*/ 76552 w 1349648"/>
              <a:gd name="connsiteY14-1564" fmla="*/ 778940 h 893240"/>
              <a:gd name="connsiteX15-1565" fmla="*/ 67027 w 1349648"/>
              <a:gd name="connsiteY15-1566" fmla="*/ 883715 h 893240"/>
              <a:gd name="connsiteX16-1567" fmla="*/ 12258 w 1349648"/>
              <a:gd name="connsiteY16-1568" fmla="*/ 893240 h 893240"/>
              <a:gd name="connsiteX17-1569" fmla="*/ 352 w 1349648"/>
              <a:gd name="connsiteY17-1570" fmla="*/ 817040 h 893240"/>
              <a:gd name="connsiteX18-1571" fmla="*/ 26546 w 1349648"/>
              <a:gd name="connsiteY18-1572" fmla="*/ 683690 h 893240"/>
              <a:gd name="connsiteX19-1573" fmla="*/ 133702 w 1349648"/>
              <a:gd name="connsiteY19-1574" fmla="*/ 545578 h 893240"/>
              <a:gd name="connsiteX20-1575" fmla="*/ 321821 w 1349648"/>
              <a:gd name="connsiteY20-1576" fmla="*/ 436040 h 893240"/>
              <a:gd name="connsiteX21-1577" fmla="*/ 488508 w 1349648"/>
              <a:gd name="connsiteY21-1578" fmla="*/ 369365 h 893240"/>
              <a:gd name="connsiteX22-1579" fmla="*/ 709965 w 1349648"/>
              <a:gd name="connsiteY22-1580" fmla="*/ 307453 h 893240"/>
              <a:gd name="connsiteX23-1581" fmla="*/ 976665 w 1349648"/>
              <a:gd name="connsiteY23-1582" fmla="*/ 269353 h 893240"/>
              <a:gd name="connsiteX24-1583" fmla="*/ 926658 w 1349648"/>
              <a:gd name="connsiteY24-1584" fmla="*/ 240778 h 893240"/>
              <a:gd name="connsiteX25-1585" fmla="*/ 755208 w 1349648"/>
              <a:gd name="connsiteY25-1586" fmla="*/ 216965 h 893240"/>
              <a:gd name="connsiteX26-1587" fmla="*/ 631383 w 1349648"/>
              <a:gd name="connsiteY26-1588" fmla="*/ 147909 h 893240"/>
              <a:gd name="connsiteX27-1589" fmla="*/ 588521 w 1349648"/>
              <a:gd name="connsiteY27-1590" fmla="*/ 7937 h 893240"/>
              <a:gd name="connsiteX0-1591" fmla="*/ 588521 w 1349648"/>
              <a:gd name="connsiteY0-1592" fmla="*/ 7937 h 893240"/>
              <a:gd name="connsiteX1-1593" fmla="*/ 680573 w 1349648"/>
              <a:gd name="connsiteY1-1594" fmla="*/ 16939 h 893240"/>
              <a:gd name="connsiteX2-1595" fmla="*/ 666286 w 1349648"/>
              <a:gd name="connsiteY2-1596" fmla="*/ 52659 h 893240"/>
              <a:gd name="connsiteX3-1597" fmla="*/ 692480 w 1349648"/>
              <a:gd name="connsiteY3-1598" fmla="*/ 128859 h 893240"/>
              <a:gd name="connsiteX4-1599" fmla="*/ 798071 w 1349648"/>
              <a:gd name="connsiteY4-1600" fmla="*/ 176484 h 893240"/>
              <a:gd name="connsiteX5-1601" fmla="*/ 1095727 w 1349648"/>
              <a:gd name="connsiteY5-1602" fmla="*/ 219346 h 893240"/>
              <a:gd name="connsiteX6-1603" fmla="*/ 1271940 w 1349648"/>
              <a:gd name="connsiteY6-1604" fmla="*/ 224108 h 893240"/>
              <a:gd name="connsiteX7-1605" fmla="*/ 1348139 w 1349648"/>
              <a:gd name="connsiteY7-1606" fmla="*/ 259827 h 893240"/>
              <a:gd name="connsiteX8-1607" fmla="*/ 1252890 w 1349648"/>
              <a:gd name="connsiteY8-1608" fmla="*/ 309834 h 893240"/>
              <a:gd name="connsiteX9-1609" fmla="*/ 1033815 w 1349648"/>
              <a:gd name="connsiteY9-1610" fmla="*/ 326503 h 893240"/>
              <a:gd name="connsiteX10-1611" fmla="*/ 838552 w 1349648"/>
              <a:gd name="connsiteY10-1612" fmla="*/ 364603 h 893240"/>
              <a:gd name="connsiteX11-1613" fmla="*/ 548040 w 1349648"/>
              <a:gd name="connsiteY11-1614" fmla="*/ 457471 h 893240"/>
              <a:gd name="connsiteX12-1615" fmla="*/ 312296 w 1349648"/>
              <a:gd name="connsiteY12-1616" fmla="*/ 567009 h 893240"/>
              <a:gd name="connsiteX13-1617" fmla="*/ 157515 w 1349648"/>
              <a:gd name="connsiteY13-1618" fmla="*/ 678928 h 893240"/>
              <a:gd name="connsiteX14-1619" fmla="*/ 76552 w 1349648"/>
              <a:gd name="connsiteY14-1620" fmla="*/ 778940 h 893240"/>
              <a:gd name="connsiteX15-1621" fmla="*/ 67027 w 1349648"/>
              <a:gd name="connsiteY15-1622" fmla="*/ 883715 h 893240"/>
              <a:gd name="connsiteX16-1623" fmla="*/ 12258 w 1349648"/>
              <a:gd name="connsiteY16-1624" fmla="*/ 893240 h 893240"/>
              <a:gd name="connsiteX17-1625" fmla="*/ 352 w 1349648"/>
              <a:gd name="connsiteY17-1626" fmla="*/ 817040 h 893240"/>
              <a:gd name="connsiteX18-1627" fmla="*/ 26546 w 1349648"/>
              <a:gd name="connsiteY18-1628" fmla="*/ 683690 h 893240"/>
              <a:gd name="connsiteX19-1629" fmla="*/ 133702 w 1349648"/>
              <a:gd name="connsiteY19-1630" fmla="*/ 545578 h 893240"/>
              <a:gd name="connsiteX20-1631" fmla="*/ 321821 w 1349648"/>
              <a:gd name="connsiteY20-1632" fmla="*/ 436040 h 893240"/>
              <a:gd name="connsiteX21-1633" fmla="*/ 488508 w 1349648"/>
              <a:gd name="connsiteY21-1634" fmla="*/ 369365 h 893240"/>
              <a:gd name="connsiteX22-1635" fmla="*/ 709965 w 1349648"/>
              <a:gd name="connsiteY22-1636" fmla="*/ 307453 h 893240"/>
              <a:gd name="connsiteX23-1637" fmla="*/ 976665 w 1349648"/>
              <a:gd name="connsiteY23-1638" fmla="*/ 269353 h 893240"/>
              <a:gd name="connsiteX24-1639" fmla="*/ 926658 w 1349648"/>
              <a:gd name="connsiteY24-1640" fmla="*/ 240778 h 893240"/>
              <a:gd name="connsiteX25-1641" fmla="*/ 755208 w 1349648"/>
              <a:gd name="connsiteY25-1642" fmla="*/ 216965 h 893240"/>
              <a:gd name="connsiteX26-1643" fmla="*/ 631383 w 1349648"/>
              <a:gd name="connsiteY26-1644" fmla="*/ 147909 h 893240"/>
              <a:gd name="connsiteX27-1645" fmla="*/ 588521 w 1349648"/>
              <a:gd name="connsiteY27-1646" fmla="*/ 7937 h 893240"/>
              <a:gd name="connsiteX0-1647" fmla="*/ 588521 w 1349648"/>
              <a:gd name="connsiteY0-1648" fmla="*/ 7937 h 893240"/>
              <a:gd name="connsiteX1-1649" fmla="*/ 680573 w 1349648"/>
              <a:gd name="connsiteY1-1650" fmla="*/ 16939 h 893240"/>
              <a:gd name="connsiteX2-1651" fmla="*/ 666286 w 1349648"/>
              <a:gd name="connsiteY2-1652" fmla="*/ 52659 h 893240"/>
              <a:gd name="connsiteX3-1653" fmla="*/ 692480 w 1349648"/>
              <a:gd name="connsiteY3-1654" fmla="*/ 128859 h 893240"/>
              <a:gd name="connsiteX4-1655" fmla="*/ 798071 w 1349648"/>
              <a:gd name="connsiteY4-1656" fmla="*/ 176484 h 893240"/>
              <a:gd name="connsiteX5-1657" fmla="*/ 1095727 w 1349648"/>
              <a:gd name="connsiteY5-1658" fmla="*/ 219346 h 893240"/>
              <a:gd name="connsiteX6-1659" fmla="*/ 1271940 w 1349648"/>
              <a:gd name="connsiteY6-1660" fmla="*/ 224108 h 893240"/>
              <a:gd name="connsiteX7-1661" fmla="*/ 1348139 w 1349648"/>
              <a:gd name="connsiteY7-1662" fmla="*/ 259827 h 893240"/>
              <a:gd name="connsiteX8-1663" fmla="*/ 1252890 w 1349648"/>
              <a:gd name="connsiteY8-1664" fmla="*/ 309834 h 893240"/>
              <a:gd name="connsiteX9-1665" fmla="*/ 1033815 w 1349648"/>
              <a:gd name="connsiteY9-1666" fmla="*/ 326503 h 893240"/>
              <a:gd name="connsiteX10-1667" fmla="*/ 838552 w 1349648"/>
              <a:gd name="connsiteY10-1668" fmla="*/ 364603 h 893240"/>
              <a:gd name="connsiteX11-1669" fmla="*/ 548040 w 1349648"/>
              <a:gd name="connsiteY11-1670" fmla="*/ 457471 h 893240"/>
              <a:gd name="connsiteX12-1671" fmla="*/ 312296 w 1349648"/>
              <a:gd name="connsiteY12-1672" fmla="*/ 567009 h 893240"/>
              <a:gd name="connsiteX13-1673" fmla="*/ 157515 w 1349648"/>
              <a:gd name="connsiteY13-1674" fmla="*/ 678928 h 893240"/>
              <a:gd name="connsiteX14-1675" fmla="*/ 76552 w 1349648"/>
              <a:gd name="connsiteY14-1676" fmla="*/ 778940 h 893240"/>
              <a:gd name="connsiteX15-1677" fmla="*/ 67027 w 1349648"/>
              <a:gd name="connsiteY15-1678" fmla="*/ 883715 h 893240"/>
              <a:gd name="connsiteX16-1679" fmla="*/ 12258 w 1349648"/>
              <a:gd name="connsiteY16-1680" fmla="*/ 893240 h 893240"/>
              <a:gd name="connsiteX17-1681" fmla="*/ 352 w 1349648"/>
              <a:gd name="connsiteY17-1682" fmla="*/ 817040 h 893240"/>
              <a:gd name="connsiteX18-1683" fmla="*/ 26546 w 1349648"/>
              <a:gd name="connsiteY18-1684" fmla="*/ 683690 h 893240"/>
              <a:gd name="connsiteX19-1685" fmla="*/ 148570 w 1349648"/>
              <a:gd name="connsiteY19-1686" fmla="*/ 541861 h 893240"/>
              <a:gd name="connsiteX20-1687" fmla="*/ 321821 w 1349648"/>
              <a:gd name="connsiteY20-1688" fmla="*/ 436040 h 893240"/>
              <a:gd name="connsiteX21-1689" fmla="*/ 488508 w 1349648"/>
              <a:gd name="connsiteY21-1690" fmla="*/ 369365 h 893240"/>
              <a:gd name="connsiteX22-1691" fmla="*/ 709965 w 1349648"/>
              <a:gd name="connsiteY22-1692" fmla="*/ 307453 h 893240"/>
              <a:gd name="connsiteX23-1693" fmla="*/ 976665 w 1349648"/>
              <a:gd name="connsiteY23-1694" fmla="*/ 269353 h 893240"/>
              <a:gd name="connsiteX24-1695" fmla="*/ 926658 w 1349648"/>
              <a:gd name="connsiteY24-1696" fmla="*/ 240778 h 893240"/>
              <a:gd name="connsiteX25-1697" fmla="*/ 755208 w 1349648"/>
              <a:gd name="connsiteY25-1698" fmla="*/ 216965 h 893240"/>
              <a:gd name="connsiteX26-1699" fmla="*/ 631383 w 1349648"/>
              <a:gd name="connsiteY26-1700" fmla="*/ 147909 h 893240"/>
              <a:gd name="connsiteX27-1701" fmla="*/ 588521 w 1349648"/>
              <a:gd name="connsiteY27-1702" fmla="*/ 7937 h 8932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</a:cxnLst>
            <a:rect l="l" t="t" r="r" b="b"/>
            <a:pathLst>
              <a:path w="1349648" h="893240">
                <a:moveTo>
                  <a:pt x="588521" y="7937"/>
                </a:moveTo>
                <a:cubicBezTo>
                  <a:pt x="596719" y="-13891"/>
                  <a:pt x="668270" y="16145"/>
                  <a:pt x="680573" y="16939"/>
                </a:cubicBezTo>
                <a:cubicBezTo>
                  <a:pt x="674223" y="28052"/>
                  <a:pt x="664302" y="34006"/>
                  <a:pt x="666286" y="52659"/>
                </a:cubicBezTo>
                <a:cubicBezTo>
                  <a:pt x="668271" y="71312"/>
                  <a:pt x="670516" y="108222"/>
                  <a:pt x="692480" y="128859"/>
                </a:cubicBezTo>
                <a:cubicBezTo>
                  <a:pt x="714444" y="149496"/>
                  <a:pt x="730863" y="161403"/>
                  <a:pt x="798071" y="176484"/>
                </a:cubicBezTo>
                <a:cubicBezTo>
                  <a:pt x="865279" y="191565"/>
                  <a:pt x="1016749" y="211409"/>
                  <a:pt x="1095727" y="219346"/>
                </a:cubicBezTo>
                <a:cubicBezTo>
                  <a:pt x="1174705" y="227283"/>
                  <a:pt x="1229871" y="217361"/>
                  <a:pt x="1271940" y="224108"/>
                </a:cubicBezTo>
                <a:cubicBezTo>
                  <a:pt x="1314009" y="230855"/>
                  <a:pt x="1358458" y="231251"/>
                  <a:pt x="1348139" y="259827"/>
                </a:cubicBezTo>
                <a:cubicBezTo>
                  <a:pt x="1337820" y="288403"/>
                  <a:pt x="1305277" y="298721"/>
                  <a:pt x="1252890" y="309834"/>
                </a:cubicBezTo>
                <a:cubicBezTo>
                  <a:pt x="1200503" y="320947"/>
                  <a:pt x="1102871" y="317375"/>
                  <a:pt x="1033815" y="326503"/>
                </a:cubicBezTo>
                <a:cubicBezTo>
                  <a:pt x="964759" y="335631"/>
                  <a:pt x="919515" y="342775"/>
                  <a:pt x="838552" y="364603"/>
                </a:cubicBezTo>
                <a:cubicBezTo>
                  <a:pt x="757590" y="386431"/>
                  <a:pt x="635749" y="423737"/>
                  <a:pt x="548040" y="457471"/>
                </a:cubicBezTo>
                <a:cubicBezTo>
                  <a:pt x="460331" y="491205"/>
                  <a:pt x="377383" y="530100"/>
                  <a:pt x="312296" y="567009"/>
                </a:cubicBezTo>
                <a:cubicBezTo>
                  <a:pt x="247208" y="603919"/>
                  <a:pt x="196806" y="643606"/>
                  <a:pt x="157515" y="678928"/>
                </a:cubicBezTo>
                <a:cubicBezTo>
                  <a:pt x="118224" y="714250"/>
                  <a:pt x="91633" y="744809"/>
                  <a:pt x="76552" y="778940"/>
                </a:cubicBezTo>
                <a:cubicBezTo>
                  <a:pt x="61471" y="813071"/>
                  <a:pt x="61868" y="863078"/>
                  <a:pt x="67027" y="883715"/>
                </a:cubicBezTo>
                <a:cubicBezTo>
                  <a:pt x="49564" y="884509"/>
                  <a:pt x="33689" y="891652"/>
                  <a:pt x="12258" y="893240"/>
                </a:cubicBezTo>
                <a:cubicBezTo>
                  <a:pt x="8289" y="863077"/>
                  <a:pt x="-2029" y="851965"/>
                  <a:pt x="352" y="817040"/>
                </a:cubicBezTo>
                <a:cubicBezTo>
                  <a:pt x="2733" y="782115"/>
                  <a:pt x="1843" y="729553"/>
                  <a:pt x="26546" y="683690"/>
                </a:cubicBezTo>
                <a:cubicBezTo>
                  <a:pt x="51249" y="637827"/>
                  <a:pt x="85864" y="578374"/>
                  <a:pt x="148570" y="541861"/>
                </a:cubicBezTo>
                <a:cubicBezTo>
                  <a:pt x="211276" y="505348"/>
                  <a:pt x="265165" y="464789"/>
                  <a:pt x="321821" y="436040"/>
                </a:cubicBezTo>
                <a:cubicBezTo>
                  <a:pt x="378477" y="407291"/>
                  <a:pt x="423817" y="390796"/>
                  <a:pt x="488508" y="369365"/>
                </a:cubicBezTo>
                <a:cubicBezTo>
                  <a:pt x="553199" y="347934"/>
                  <a:pt x="628606" y="324122"/>
                  <a:pt x="709965" y="307453"/>
                </a:cubicBezTo>
                <a:cubicBezTo>
                  <a:pt x="791324" y="290784"/>
                  <a:pt x="940550" y="280465"/>
                  <a:pt x="976665" y="269353"/>
                </a:cubicBezTo>
                <a:cubicBezTo>
                  <a:pt x="1012780" y="258241"/>
                  <a:pt x="963568" y="249509"/>
                  <a:pt x="926658" y="240778"/>
                </a:cubicBezTo>
                <a:cubicBezTo>
                  <a:pt x="889748" y="232047"/>
                  <a:pt x="804421" y="232443"/>
                  <a:pt x="755208" y="216965"/>
                </a:cubicBezTo>
                <a:cubicBezTo>
                  <a:pt x="705996" y="201487"/>
                  <a:pt x="659164" y="182747"/>
                  <a:pt x="631383" y="147909"/>
                </a:cubicBezTo>
                <a:cubicBezTo>
                  <a:pt x="603602" y="113071"/>
                  <a:pt x="580323" y="29765"/>
                  <a:pt x="588521" y="79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>
            <a:off x="4276119" y="3532175"/>
            <a:ext cx="1357313" cy="588962"/>
          </a:xfrm>
          <a:custGeom>
            <a:avLst/>
            <a:gdLst>
              <a:gd name="connsiteX0" fmla="*/ 1213 w 1357985"/>
              <a:gd name="connsiteY0" fmla="*/ 357188 h 589494"/>
              <a:gd name="connsiteX1" fmla="*/ 53600 w 1357985"/>
              <a:gd name="connsiteY1" fmla="*/ 354806 h 589494"/>
              <a:gd name="connsiteX2" fmla="*/ 77413 w 1357985"/>
              <a:gd name="connsiteY2" fmla="*/ 407194 h 589494"/>
              <a:gd name="connsiteX3" fmla="*/ 132181 w 1357985"/>
              <a:gd name="connsiteY3" fmla="*/ 447675 h 589494"/>
              <a:gd name="connsiteX4" fmla="*/ 284581 w 1357985"/>
              <a:gd name="connsiteY4" fmla="*/ 483394 h 589494"/>
              <a:gd name="connsiteX5" fmla="*/ 489369 w 1357985"/>
              <a:gd name="connsiteY5" fmla="*/ 473869 h 589494"/>
              <a:gd name="connsiteX6" fmla="*/ 701300 w 1357985"/>
              <a:gd name="connsiteY6" fmla="*/ 397669 h 589494"/>
              <a:gd name="connsiteX7" fmla="*/ 972763 w 1357985"/>
              <a:gd name="connsiteY7" fmla="*/ 207169 h 589494"/>
              <a:gd name="connsiteX8" fmla="*/ 1003719 w 1357985"/>
              <a:gd name="connsiteY8" fmla="*/ 176213 h 589494"/>
              <a:gd name="connsiteX9" fmla="*/ 1025150 w 1357985"/>
              <a:gd name="connsiteY9" fmla="*/ 235744 h 589494"/>
              <a:gd name="connsiteX10" fmla="*/ 1008481 w 1357985"/>
              <a:gd name="connsiteY10" fmla="*/ 252413 h 589494"/>
              <a:gd name="connsiteX11" fmla="*/ 1018006 w 1357985"/>
              <a:gd name="connsiteY11" fmla="*/ 259556 h 589494"/>
              <a:gd name="connsiteX12" fmla="*/ 1237081 w 1357985"/>
              <a:gd name="connsiteY12" fmla="*/ 88106 h 589494"/>
              <a:gd name="connsiteX13" fmla="*/ 1318044 w 1357985"/>
              <a:gd name="connsiteY13" fmla="*/ 16669 h 589494"/>
              <a:gd name="connsiteX14" fmla="*/ 1356144 w 1357985"/>
              <a:gd name="connsiteY14" fmla="*/ 0 h 589494"/>
              <a:gd name="connsiteX15" fmla="*/ 1344238 w 1357985"/>
              <a:gd name="connsiteY15" fmla="*/ 16669 h 589494"/>
              <a:gd name="connsiteX16" fmla="*/ 1277563 w 1357985"/>
              <a:gd name="connsiteY16" fmla="*/ 73819 h 589494"/>
              <a:gd name="connsiteX17" fmla="*/ 975144 w 1357985"/>
              <a:gd name="connsiteY17" fmla="*/ 323850 h 589494"/>
              <a:gd name="connsiteX18" fmla="*/ 894181 w 1357985"/>
              <a:gd name="connsiteY18" fmla="*/ 392906 h 589494"/>
              <a:gd name="connsiteX19" fmla="*/ 777500 w 1357985"/>
              <a:gd name="connsiteY19" fmla="*/ 466725 h 589494"/>
              <a:gd name="connsiteX20" fmla="*/ 544138 w 1357985"/>
              <a:gd name="connsiteY20" fmla="*/ 564356 h 589494"/>
              <a:gd name="connsiteX21" fmla="*/ 398881 w 1357985"/>
              <a:gd name="connsiteY21" fmla="*/ 588169 h 589494"/>
              <a:gd name="connsiteX22" fmla="*/ 286963 w 1357985"/>
              <a:gd name="connsiteY22" fmla="*/ 578644 h 589494"/>
              <a:gd name="connsiteX23" fmla="*/ 113131 w 1357985"/>
              <a:gd name="connsiteY23" fmla="*/ 514350 h 589494"/>
              <a:gd name="connsiteX24" fmla="*/ 25025 w 1357985"/>
              <a:gd name="connsiteY24" fmla="*/ 421481 h 589494"/>
              <a:gd name="connsiteX25" fmla="*/ 1213 w 1357985"/>
              <a:gd name="connsiteY25" fmla="*/ 357188 h 589494"/>
              <a:gd name="connsiteX0-1" fmla="*/ 1213 w 1357985"/>
              <a:gd name="connsiteY0-2" fmla="*/ 357188 h 589494"/>
              <a:gd name="connsiteX1-3" fmla="*/ 53600 w 1357985"/>
              <a:gd name="connsiteY1-4" fmla="*/ 354806 h 589494"/>
              <a:gd name="connsiteX2-5" fmla="*/ 77413 w 1357985"/>
              <a:gd name="connsiteY2-6" fmla="*/ 407194 h 589494"/>
              <a:gd name="connsiteX3-7" fmla="*/ 132181 w 1357985"/>
              <a:gd name="connsiteY3-8" fmla="*/ 447675 h 589494"/>
              <a:gd name="connsiteX4-9" fmla="*/ 284581 w 1357985"/>
              <a:gd name="connsiteY4-10" fmla="*/ 483394 h 589494"/>
              <a:gd name="connsiteX5-11" fmla="*/ 489369 w 1357985"/>
              <a:gd name="connsiteY5-12" fmla="*/ 471487 h 589494"/>
              <a:gd name="connsiteX6-13" fmla="*/ 701300 w 1357985"/>
              <a:gd name="connsiteY6-14" fmla="*/ 397669 h 589494"/>
              <a:gd name="connsiteX7-15" fmla="*/ 972763 w 1357985"/>
              <a:gd name="connsiteY7-16" fmla="*/ 207169 h 589494"/>
              <a:gd name="connsiteX8-17" fmla="*/ 1003719 w 1357985"/>
              <a:gd name="connsiteY8-18" fmla="*/ 176213 h 589494"/>
              <a:gd name="connsiteX9-19" fmla="*/ 1025150 w 1357985"/>
              <a:gd name="connsiteY9-20" fmla="*/ 235744 h 589494"/>
              <a:gd name="connsiteX10-21" fmla="*/ 1008481 w 1357985"/>
              <a:gd name="connsiteY10-22" fmla="*/ 252413 h 589494"/>
              <a:gd name="connsiteX11-23" fmla="*/ 1018006 w 1357985"/>
              <a:gd name="connsiteY11-24" fmla="*/ 259556 h 589494"/>
              <a:gd name="connsiteX12-25" fmla="*/ 1237081 w 1357985"/>
              <a:gd name="connsiteY12-26" fmla="*/ 88106 h 589494"/>
              <a:gd name="connsiteX13-27" fmla="*/ 1318044 w 1357985"/>
              <a:gd name="connsiteY13-28" fmla="*/ 16669 h 589494"/>
              <a:gd name="connsiteX14-29" fmla="*/ 1356144 w 1357985"/>
              <a:gd name="connsiteY14-30" fmla="*/ 0 h 589494"/>
              <a:gd name="connsiteX15-31" fmla="*/ 1344238 w 1357985"/>
              <a:gd name="connsiteY15-32" fmla="*/ 16669 h 589494"/>
              <a:gd name="connsiteX16-33" fmla="*/ 1277563 w 1357985"/>
              <a:gd name="connsiteY16-34" fmla="*/ 73819 h 589494"/>
              <a:gd name="connsiteX17-35" fmla="*/ 975144 w 1357985"/>
              <a:gd name="connsiteY17-36" fmla="*/ 323850 h 589494"/>
              <a:gd name="connsiteX18-37" fmla="*/ 894181 w 1357985"/>
              <a:gd name="connsiteY18-38" fmla="*/ 392906 h 589494"/>
              <a:gd name="connsiteX19-39" fmla="*/ 777500 w 1357985"/>
              <a:gd name="connsiteY19-40" fmla="*/ 466725 h 589494"/>
              <a:gd name="connsiteX20-41" fmla="*/ 544138 w 1357985"/>
              <a:gd name="connsiteY20-42" fmla="*/ 564356 h 589494"/>
              <a:gd name="connsiteX21-43" fmla="*/ 398881 w 1357985"/>
              <a:gd name="connsiteY21-44" fmla="*/ 588169 h 589494"/>
              <a:gd name="connsiteX22-45" fmla="*/ 286963 w 1357985"/>
              <a:gd name="connsiteY22-46" fmla="*/ 578644 h 589494"/>
              <a:gd name="connsiteX23-47" fmla="*/ 113131 w 1357985"/>
              <a:gd name="connsiteY23-48" fmla="*/ 514350 h 589494"/>
              <a:gd name="connsiteX24-49" fmla="*/ 25025 w 1357985"/>
              <a:gd name="connsiteY24-50" fmla="*/ 421481 h 589494"/>
              <a:gd name="connsiteX25-51" fmla="*/ 1213 w 1357985"/>
              <a:gd name="connsiteY25-52" fmla="*/ 357188 h 589494"/>
              <a:gd name="connsiteX0-53" fmla="*/ 1213 w 1357985"/>
              <a:gd name="connsiteY0-54" fmla="*/ 357188 h 589494"/>
              <a:gd name="connsiteX1-55" fmla="*/ 53600 w 1357985"/>
              <a:gd name="connsiteY1-56" fmla="*/ 354806 h 589494"/>
              <a:gd name="connsiteX2-57" fmla="*/ 77413 w 1357985"/>
              <a:gd name="connsiteY2-58" fmla="*/ 407194 h 589494"/>
              <a:gd name="connsiteX3-59" fmla="*/ 132181 w 1357985"/>
              <a:gd name="connsiteY3-60" fmla="*/ 447675 h 589494"/>
              <a:gd name="connsiteX4-61" fmla="*/ 284581 w 1357985"/>
              <a:gd name="connsiteY4-62" fmla="*/ 483394 h 589494"/>
              <a:gd name="connsiteX5-63" fmla="*/ 489369 w 1357985"/>
              <a:gd name="connsiteY5-64" fmla="*/ 471487 h 589494"/>
              <a:gd name="connsiteX6-65" fmla="*/ 701300 w 1357985"/>
              <a:gd name="connsiteY6-66" fmla="*/ 397669 h 589494"/>
              <a:gd name="connsiteX7-67" fmla="*/ 972763 w 1357985"/>
              <a:gd name="connsiteY7-68" fmla="*/ 207169 h 589494"/>
              <a:gd name="connsiteX8-69" fmla="*/ 998957 w 1357985"/>
              <a:gd name="connsiteY8-70" fmla="*/ 178594 h 589494"/>
              <a:gd name="connsiteX9-71" fmla="*/ 1025150 w 1357985"/>
              <a:gd name="connsiteY9-72" fmla="*/ 235744 h 589494"/>
              <a:gd name="connsiteX10-73" fmla="*/ 1008481 w 1357985"/>
              <a:gd name="connsiteY10-74" fmla="*/ 252413 h 589494"/>
              <a:gd name="connsiteX11-75" fmla="*/ 1018006 w 1357985"/>
              <a:gd name="connsiteY11-76" fmla="*/ 259556 h 589494"/>
              <a:gd name="connsiteX12-77" fmla="*/ 1237081 w 1357985"/>
              <a:gd name="connsiteY12-78" fmla="*/ 88106 h 589494"/>
              <a:gd name="connsiteX13-79" fmla="*/ 1318044 w 1357985"/>
              <a:gd name="connsiteY13-80" fmla="*/ 16669 h 589494"/>
              <a:gd name="connsiteX14-81" fmla="*/ 1356144 w 1357985"/>
              <a:gd name="connsiteY14-82" fmla="*/ 0 h 589494"/>
              <a:gd name="connsiteX15-83" fmla="*/ 1344238 w 1357985"/>
              <a:gd name="connsiteY15-84" fmla="*/ 16669 h 589494"/>
              <a:gd name="connsiteX16-85" fmla="*/ 1277563 w 1357985"/>
              <a:gd name="connsiteY16-86" fmla="*/ 73819 h 589494"/>
              <a:gd name="connsiteX17-87" fmla="*/ 975144 w 1357985"/>
              <a:gd name="connsiteY17-88" fmla="*/ 323850 h 589494"/>
              <a:gd name="connsiteX18-89" fmla="*/ 894181 w 1357985"/>
              <a:gd name="connsiteY18-90" fmla="*/ 392906 h 589494"/>
              <a:gd name="connsiteX19-91" fmla="*/ 777500 w 1357985"/>
              <a:gd name="connsiteY19-92" fmla="*/ 466725 h 589494"/>
              <a:gd name="connsiteX20-93" fmla="*/ 544138 w 1357985"/>
              <a:gd name="connsiteY20-94" fmla="*/ 564356 h 589494"/>
              <a:gd name="connsiteX21-95" fmla="*/ 398881 w 1357985"/>
              <a:gd name="connsiteY21-96" fmla="*/ 588169 h 589494"/>
              <a:gd name="connsiteX22-97" fmla="*/ 286963 w 1357985"/>
              <a:gd name="connsiteY22-98" fmla="*/ 578644 h 589494"/>
              <a:gd name="connsiteX23-99" fmla="*/ 113131 w 1357985"/>
              <a:gd name="connsiteY23-100" fmla="*/ 514350 h 589494"/>
              <a:gd name="connsiteX24-101" fmla="*/ 25025 w 1357985"/>
              <a:gd name="connsiteY24-102" fmla="*/ 421481 h 589494"/>
              <a:gd name="connsiteX25-103" fmla="*/ 1213 w 1357985"/>
              <a:gd name="connsiteY25-104" fmla="*/ 357188 h 589494"/>
              <a:gd name="connsiteX0-105" fmla="*/ 1213 w 1357985"/>
              <a:gd name="connsiteY0-106" fmla="*/ 357188 h 588884"/>
              <a:gd name="connsiteX1-107" fmla="*/ 53600 w 1357985"/>
              <a:gd name="connsiteY1-108" fmla="*/ 354806 h 588884"/>
              <a:gd name="connsiteX2-109" fmla="*/ 77413 w 1357985"/>
              <a:gd name="connsiteY2-110" fmla="*/ 407194 h 588884"/>
              <a:gd name="connsiteX3-111" fmla="*/ 132181 w 1357985"/>
              <a:gd name="connsiteY3-112" fmla="*/ 447675 h 588884"/>
              <a:gd name="connsiteX4-113" fmla="*/ 284581 w 1357985"/>
              <a:gd name="connsiteY4-114" fmla="*/ 483394 h 588884"/>
              <a:gd name="connsiteX5-115" fmla="*/ 489369 w 1357985"/>
              <a:gd name="connsiteY5-116" fmla="*/ 471487 h 588884"/>
              <a:gd name="connsiteX6-117" fmla="*/ 701300 w 1357985"/>
              <a:gd name="connsiteY6-118" fmla="*/ 397669 h 588884"/>
              <a:gd name="connsiteX7-119" fmla="*/ 972763 w 1357985"/>
              <a:gd name="connsiteY7-120" fmla="*/ 207169 h 588884"/>
              <a:gd name="connsiteX8-121" fmla="*/ 998957 w 1357985"/>
              <a:gd name="connsiteY8-122" fmla="*/ 178594 h 588884"/>
              <a:gd name="connsiteX9-123" fmla="*/ 1025150 w 1357985"/>
              <a:gd name="connsiteY9-124" fmla="*/ 235744 h 588884"/>
              <a:gd name="connsiteX10-125" fmla="*/ 1008481 w 1357985"/>
              <a:gd name="connsiteY10-126" fmla="*/ 252413 h 588884"/>
              <a:gd name="connsiteX11-127" fmla="*/ 1018006 w 1357985"/>
              <a:gd name="connsiteY11-128" fmla="*/ 259556 h 588884"/>
              <a:gd name="connsiteX12-129" fmla="*/ 1237081 w 1357985"/>
              <a:gd name="connsiteY12-130" fmla="*/ 88106 h 588884"/>
              <a:gd name="connsiteX13-131" fmla="*/ 1318044 w 1357985"/>
              <a:gd name="connsiteY13-132" fmla="*/ 16669 h 588884"/>
              <a:gd name="connsiteX14-133" fmla="*/ 1356144 w 1357985"/>
              <a:gd name="connsiteY14-134" fmla="*/ 0 h 588884"/>
              <a:gd name="connsiteX15-135" fmla="*/ 1344238 w 1357985"/>
              <a:gd name="connsiteY15-136" fmla="*/ 16669 h 588884"/>
              <a:gd name="connsiteX16-137" fmla="*/ 1277563 w 1357985"/>
              <a:gd name="connsiteY16-138" fmla="*/ 73819 h 588884"/>
              <a:gd name="connsiteX17-139" fmla="*/ 975144 w 1357985"/>
              <a:gd name="connsiteY17-140" fmla="*/ 323850 h 588884"/>
              <a:gd name="connsiteX18-141" fmla="*/ 894181 w 1357985"/>
              <a:gd name="connsiteY18-142" fmla="*/ 392906 h 588884"/>
              <a:gd name="connsiteX19-143" fmla="*/ 777500 w 1357985"/>
              <a:gd name="connsiteY19-144" fmla="*/ 466725 h 588884"/>
              <a:gd name="connsiteX20-145" fmla="*/ 544138 w 1357985"/>
              <a:gd name="connsiteY20-146" fmla="*/ 564356 h 588884"/>
              <a:gd name="connsiteX21-147" fmla="*/ 398881 w 1357985"/>
              <a:gd name="connsiteY21-148" fmla="*/ 588169 h 588884"/>
              <a:gd name="connsiteX22-149" fmla="*/ 267913 w 1357985"/>
              <a:gd name="connsiteY22-150" fmla="*/ 576263 h 588884"/>
              <a:gd name="connsiteX23-151" fmla="*/ 113131 w 1357985"/>
              <a:gd name="connsiteY23-152" fmla="*/ 514350 h 588884"/>
              <a:gd name="connsiteX24-153" fmla="*/ 25025 w 1357985"/>
              <a:gd name="connsiteY24-154" fmla="*/ 421481 h 588884"/>
              <a:gd name="connsiteX25-155" fmla="*/ 1213 w 1357985"/>
              <a:gd name="connsiteY25-156" fmla="*/ 357188 h 588884"/>
              <a:gd name="connsiteX0-157" fmla="*/ 1213 w 1357985"/>
              <a:gd name="connsiteY0-158" fmla="*/ 357188 h 588884"/>
              <a:gd name="connsiteX1-159" fmla="*/ 53600 w 1357985"/>
              <a:gd name="connsiteY1-160" fmla="*/ 354806 h 588884"/>
              <a:gd name="connsiteX2-161" fmla="*/ 77413 w 1357985"/>
              <a:gd name="connsiteY2-162" fmla="*/ 407194 h 588884"/>
              <a:gd name="connsiteX3-163" fmla="*/ 134563 w 1357985"/>
              <a:gd name="connsiteY3-164" fmla="*/ 471487 h 588884"/>
              <a:gd name="connsiteX4-165" fmla="*/ 284581 w 1357985"/>
              <a:gd name="connsiteY4-166" fmla="*/ 483394 h 588884"/>
              <a:gd name="connsiteX5-167" fmla="*/ 489369 w 1357985"/>
              <a:gd name="connsiteY5-168" fmla="*/ 471487 h 588884"/>
              <a:gd name="connsiteX6-169" fmla="*/ 701300 w 1357985"/>
              <a:gd name="connsiteY6-170" fmla="*/ 397669 h 588884"/>
              <a:gd name="connsiteX7-171" fmla="*/ 972763 w 1357985"/>
              <a:gd name="connsiteY7-172" fmla="*/ 207169 h 588884"/>
              <a:gd name="connsiteX8-173" fmla="*/ 998957 w 1357985"/>
              <a:gd name="connsiteY8-174" fmla="*/ 178594 h 588884"/>
              <a:gd name="connsiteX9-175" fmla="*/ 1025150 w 1357985"/>
              <a:gd name="connsiteY9-176" fmla="*/ 235744 h 588884"/>
              <a:gd name="connsiteX10-177" fmla="*/ 1008481 w 1357985"/>
              <a:gd name="connsiteY10-178" fmla="*/ 252413 h 588884"/>
              <a:gd name="connsiteX11-179" fmla="*/ 1018006 w 1357985"/>
              <a:gd name="connsiteY11-180" fmla="*/ 259556 h 588884"/>
              <a:gd name="connsiteX12-181" fmla="*/ 1237081 w 1357985"/>
              <a:gd name="connsiteY12-182" fmla="*/ 88106 h 588884"/>
              <a:gd name="connsiteX13-183" fmla="*/ 1318044 w 1357985"/>
              <a:gd name="connsiteY13-184" fmla="*/ 16669 h 588884"/>
              <a:gd name="connsiteX14-185" fmla="*/ 1356144 w 1357985"/>
              <a:gd name="connsiteY14-186" fmla="*/ 0 h 588884"/>
              <a:gd name="connsiteX15-187" fmla="*/ 1344238 w 1357985"/>
              <a:gd name="connsiteY15-188" fmla="*/ 16669 h 588884"/>
              <a:gd name="connsiteX16-189" fmla="*/ 1277563 w 1357985"/>
              <a:gd name="connsiteY16-190" fmla="*/ 73819 h 588884"/>
              <a:gd name="connsiteX17-191" fmla="*/ 975144 w 1357985"/>
              <a:gd name="connsiteY17-192" fmla="*/ 323850 h 588884"/>
              <a:gd name="connsiteX18-193" fmla="*/ 894181 w 1357985"/>
              <a:gd name="connsiteY18-194" fmla="*/ 392906 h 588884"/>
              <a:gd name="connsiteX19-195" fmla="*/ 777500 w 1357985"/>
              <a:gd name="connsiteY19-196" fmla="*/ 466725 h 588884"/>
              <a:gd name="connsiteX20-197" fmla="*/ 544138 w 1357985"/>
              <a:gd name="connsiteY20-198" fmla="*/ 564356 h 588884"/>
              <a:gd name="connsiteX21-199" fmla="*/ 398881 w 1357985"/>
              <a:gd name="connsiteY21-200" fmla="*/ 588169 h 588884"/>
              <a:gd name="connsiteX22-201" fmla="*/ 267913 w 1357985"/>
              <a:gd name="connsiteY22-202" fmla="*/ 576263 h 588884"/>
              <a:gd name="connsiteX23-203" fmla="*/ 113131 w 1357985"/>
              <a:gd name="connsiteY23-204" fmla="*/ 514350 h 588884"/>
              <a:gd name="connsiteX24-205" fmla="*/ 25025 w 1357985"/>
              <a:gd name="connsiteY24-206" fmla="*/ 421481 h 588884"/>
              <a:gd name="connsiteX25-207" fmla="*/ 1213 w 1357985"/>
              <a:gd name="connsiteY25-208" fmla="*/ 357188 h 588884"/>
              <a:gd name="connsiteX0-209" fmla="*/ 1213 w 1357985"/>
              <a:gd name="connsiteY0-210" fmla="*/ 357188 h 588884"/>
              <a:gd name="connsiteX1-211" fmla="*/ 53600 w 1357985"/>
              <a:gd name="connsiteY1-212" fmla="*/ 354806 h 588884"/>
              <a:gd name="connsiteX2-213" fmla="*/ 77413 w 1357985"/>
              <a:gd name="connsiteY2-214" fmla="*/ 407194 h 588884"/>
              <a:gd name="connsiteX3-215" fmla="*/ 158375 w 1357985"/>
              <a:gd name="connsiteY3-216" fmla="*/ 457200 h 588884"/>
              <a:gd name="connsiteX4-217" fmla="*/ 284581 w 1357985"/>
              <a:gd name="connsiteY4-218" fmla="*/ 483394 h 588884"/>
              <a:gd name="connsiteX5-219" fmla="*/ 489369 w 1357985"/>
              <a:gd name="connsiteY5-220" fmla="*/ 471487 h 588884"/>
              <a:gd name="connsiteX6-221" fmla="*/ 701300 w 1357985"/>
              <a:gd name="connsiteY6-222" fmla="*/ 397669 h 588884"/>
              <a:gd name="connsiteX7-223" fmla="*/ 972763 w 1357985"/>
              <a:gd name="connsiteY7-224" fmla="*/ 207169 h 588884"/>
              <a:gd name="connsiteX8-225" fmla="*/ 998957 w 1357985"/>
              <a:gd name="connsiteY8-226" fmla="*/ 178594 h 588884"/>
              <a:gd name="connsiteX9-227" fmla="*/ 1025150 w 1357985"/>
              <a:gd name="connsiteY9-228" fmla="*/ 235744 h 588884"/>
              <a:gd name="connsiteX10-229" fmla="*/ 1008481 w 1357985"/>
              <a:gd name="connsiteY10-230" fmla="*/ 252413 h 588884"/>
              <a:gd name="connsiteX11-231" fmla="*/ 1018006 w 1357985"/>
              <a:gd name="connsiteY11-232" fmla="*/ 259556 h 588884"/>
              <a:gd name="connsiteX12-233" fmla="*/ 1237081 w 1357985"/>
              <a:gd name="connsiteY12-234" fmla="*/ 88106 h 588884"/>
              <a:gd name="connsiteX13-235" fmla="*/ 1318044 w 1357985"/>
              <a:gd name="connsiteY13-236" fmla="*/ 16669 h 588884"/>
              <a:gd name="connsiteX14-237" fmla="*/ 1356144 w 1357985"/>
              <a:gd name="connsiteY14-238" fmla="*/ 0 h 588884"/>
              <a:gd name="connsiteX15-239" fmla="*/ 1344238 w 1357985"/>
              <a:gd name="connsiteY15-240" fmla="*/ 16669 h 588884"/>
              <a:gd name="connsiteX16-241" fmla="*/ 1277563 w 1357985"/>
              <a:gd name="connsiteY16-242" fmla="*/ 73819 h 588884"/>
              <a:gd name="connsiteX17-243" fmla="*/ 975144 w 1357985"/>
              <a:gd name="connsiteY17-244" fmla="*/ 323850 h 588884"/>
              <a:gd name="connsiteX18-245" fmla="*/ 894181 w 1357985"/>
              <a:gd name="connsiteY18-246" fmla="*/ 392906 h 588884"/>
              <a:gd name="connsiteX19-247" fmla="*/ 777500 w 1357985"/>
              <a:gd name="connsiteY19-248" fmla="*/ 466725 h 588884"/>
              <a:gd name="connsiteX20-249" fmla="*/ 544138 w 1357985"/>
              <a:gd name="connsiteY20-250" fmla="*/ 564356 h 588884"/>
              <a:gd name="connsiteX21-251" fmla="*/ 398881 w 1357985"/>
              <a:gd name="connsiteY21-252" fmla="*/ 588169 h 588884"/>
              <a:gd name="connsiteX22-253" fmla="*/ 267913 w 1357985"/>
              <a:gd name="connsiteY22-254" fmla="*/ 576263 h 588884"/>
              <a:gd name="connsiteX23-255" fmla="*/ 113131 w 1357985"/>
              <a:gd name="connsiteY23-256" fmla="*/ 514350 h 588884"/>
              <a:gd name="connsiteX24-257" fmla="*/ 25025 w 1357985"/>
              <a:gd name="connsiteY24-258" fmla="*/ 421481 h 588884"/>
              <a:gd name="connsiteX25-259" fmla="*/ 1213 w 1357985"/>
              <a:gd name="connsiteY25-260" fmla="*/ 357188 h 588884"/>
              <a:gd name="connsiteX0-261" fmla="*/ 1213 w 1357985"/>
              <a:gd name="connsiteY0-262" fmla="*/ 357188 h 588884"/>
              <a:gd name="connsiteX1-263" fmla="*/ 53600 w 1357985"/>
              <a:gd name="connsiteY1-264" fmla="*/ 354806 h 588884"/>
              <a:gd name="connsiteX2-265" fmla="*/ 77413 w 1357985"/>
              <a:gd name="connsiteY2-266" fmla="*/ 407194 h 588884"/>
              <a:gd name="connsiteX3-267" fmla="*/ 158375 w 1357985"/>
              <a:gd name="connsiteY3-268" fmla="*/ 457200 h 588884"/>
              <a:gd name="connsiteX4-269" fmla="*/ 289344 w 1357985"/>
              <a:gd name="connsiteY4-270" fmla="*/ 495301 h 588884"/>
              <a:gd name="connsiteX5-271" fmla="*/ 489369 w 1357985"/>
              <a:gd name="connsiteY5-272" fmla="*/ 471487 h 588884"/>
              <a:gd name="connsiteX6-273" fmla="*/ 701300 w 1357985"/>
              <a:gd name="connsiteY6-274" fmla="*/ 397669 h 588884"/>
              <a:gd name="connsiteX7-275" fmla="*/ 972763 w 1357985"/>
              <a:gd name="connsiteY7-276" fmla="*/ 207169 h 588884"/>
              <a:gd name="connsiteX8-277" fmla="*/ 998957 w 1357985"/>
              <a:gd name="connsiteY8-278" fmla="*/ 178594 h 588884"/>
              <a:gd name="connsiteX9-279" fmla="*/ 1025150 w 1357985"/>
              <a:gd name="connsiteY9-280" fmla="*/ 235744 h 588884"/>
              <a:gd name="connsiteX10-281" fmla="*/ 1008481 w 1357985"/>
              <a:gd name="connsiteY10-282" fmla="*/ 252413 h 588884"/>
              <a:gd name="connsiteX11-283" fmla="*/ 1018006 w 1357985"/>
              <a:gd name="connsiteY11-284" fmla="*/ 259556 h 588884"/>
              <a:gd name="connsiteX12-285" fmla="*/ 1237081 w 1357985"/>
              <a:gd name="connsiteY12-286" fmla="*/ 88106 h 588884"/>
              <a:gd name="connsiteX13-287" fmla="*/ 1318044 w 1357985"/>
              <a:gd name="connsiteY13-288" fmla="*/ 16669 h 588884"/>
              <a:gd name="connsiteX14-289" fmla="*/ 1356144 w 1357985"/>
              <a:gd name="connsiteY14-290" fmla="*/ 0 h 588884"/>
              <a:gd name="connsiteX15-291" fmla="*/ 1344238 w 1357985"/>
              <a:gd name="connsiteY15-292" fmla="*/ 16669 h 588884"/>
              <a:gd name="connsiteX16-293" fmla="*/ 1277563 w 1357985"/>
              <a:gd name="connsiteY16-294" fmla="*/ 73819 h 588884"/>
              <a:gd name="connsiteX17-295" fmla="*/ 975144 w 1357985"/>
              <a:gd name="connsiteY17-296" fmla="*/ 323850 h 588884"/>
              <a:gd name="connsiteX18-297" fmla="*/ 894181 w 1357985"/>
              <a:gd name="connsiteY18-298" fmla="*/ 392906 h 588884"/>
              <a:gd name="connsiteX19-299" fmla="*/ 777500 w 1357985"/>
              <a:gd name="connsiteY19-300" fmla="*/ 466725 h 588884"/>
              <a:gd name="connsiteX20-301" fmla="*/ 544138 w 1357985"/>
              <a:gd name="connsiteY20-302" fmla="*/ 564356 h 588884"/>
              <a:gd name="connsiteX21-303" fmla="*/ 398881 w 1357985"/>
              <a:gd name="connsiteY21-304" fmla="*/ 588169 h 588884"/>
              <a:gd name="connsiteX22-305" fmla="*/ 267913 w 1357985"/>
              <a:gd name="connsiteY22-306" fmla="*/ 576263 h 588884"/>
              <a:gd name="connsiteX23-307" fmla="*/ 113131 w 1357985"/>
              <a:gd name="connsiteY23-308" fmla="*/ 514350 h 588884"/>
              <a:gd name="connsiteX24-309" fmla="*/ 25025 w 1357985"/>
              <a:gd name="connsiteY24-310" fmla="*/ 421481 h 588884"/>
              <a:gd name="connsiteX25-311" fmla="*/ 1213 w 1357985"/>
              <a:gd name="connsiteY25-312" fmla="*/ 357188 h 588884"/>
              <a:gd name="connsiteX0-313" fmla="*/ 1213 w 1357985"/>
              <a:gd name="connsiteY0-314" fmla="*/ 357188 h 588884"/>
              <a:gd name="connsiteX1-315" fmla="*/ 53600 w 1357985"/>
              <a:gd name="connsiteY1-316" fmla="*/ 354806 h 588884"/>
              <a:gd name="connsiteX2-317" fmla="*/ 77413 w 1357985"/>
              <a:gd name="connsiteY2-318" fmla="*/ 407194 h 588884"/>
              <a:gd name="connsiteX3-319" fmla="*/ 158375 w 1357985"/>
              <a:gd name="connsiteY3-320" fmla="*/ 457200 h 588884"/>
              <a:gd name="connsiteX4-321" fmla="*/ 289344 w 1357985"/>
              <a:gd name="connsiteY4-322" fmla="*/ 481014 h 588884"/>
              <a:gd name="connsiteX5-323" fmla="*/ 489369 w 1357985"/>
              <a:gd name="connsiteY5-324" fmla="*/ 471487 h 588884"/>
              <a:gd name="connsiteX6-325" fmla="*/ 701300 w 1357985"/>
              <a:gd name="connsiteY6-326" fmla="*/ 397669 h 588884"/>
              <a:gd name="connsiteX7-327" fmla="*/ 972763 w 1357985"/>
              <a:gd name="connsiteY7-328" fmla="*/ 207169 h 588884"/>
              <a:gd name="connsiteX8-329" fmla="*/ 998957 w 1357985"/>
              <a:gd name="connsiteY8-330" fmla="*/ 178594 h 588884"/>
              <a:gd name="connsiteX9-331" fmla="*/ 1025150 w 1357985"/>
              <a:gd name="connsiteY9-332" fmla="*/ 235744 h 588884"/>
              <a:gd name="connsiteX10-333" fmla="*/ 1008481 w 1357985"/>
              <a:gd name="connsiteY10-334" fmla="*/ 252413 h 588884"/>
              <a:gd name="connsiteX11-335" fmla="*/ 1018006 w 1357985"/>
              <a:gd name="connsiteY11-336" fmla="*/ 259556 h 588884"/>
              <a:gd name="connsiteX12-337" fmla="*/ 1237081 w 1357985"/>
              <a:gd name="connsiteY12-338" fmla="*/ 88106 h 588884"/>
              <a:gd name="connsiteX13-339" fmla="*/ 1318044 w 1357985"/>
              <a:gd name="connsiteY13-340" fmla="*/ 16669 h 588884"/>
              <a:gd name="connsiteX14-341" fmla="*/ 1356144 w 1357985"/>
              <a:gd name="connsiteY14-342" fmla="*/ 0 h 588884"/>
              <a:gd name="connsiteX15-343" fmla="*/ 1344238 w 1357985"/>
              <a:gd name="connsiteY15-344" fmla="*/ 16669 h 588884"/>
              <a:gd name="connsiteX16-345" fmla="*/ 1277563 w 1357985"/>
              <a:gd name="connsiteY16-346" fmla="*/ 73819 h 588884"/>
              <a:gd name="connsiteX17-347" fmla="*/ 975144 w 1357985"/>
              <a:gd name="connsiteY17-348" fmla="*/ 323850 h 588884"/>
              <a:gd name="connsiteX18-349" fmla="*/ 894181 w 1357985"/>
              <a:gd name="connsiteY18-350" fmla="*/ 392906 h 588884"/>
              <a:gd name="connsiteX19-351" fmla="*/ 777500 w 1357985"/>
              <a:gd name="connsiteY19-352" fmla="*/ 466725 h 588884"/>
              <a:gd name="connsiteX20-353" fmla="*/ 544138 w 1357985"/>
              <a:gd name="connsiteY20-354" fmla="*/ 564356 h 588884"/>
              <a:gd name="connsiteX21-355" fmla="*/ 398881 w 1357985"/>
              <a:gd name="connsiteY21-356" fmla="*/ 588169 h 588884"/>
              <a:gd name="connsiteX22-357" fmla="*/ 267913 w 1357985"/>
              <a:gd name="connsiteY22-358" fmla="*/ 576263 h 588884"/>
              <a:gd name="connsiteX23-359" fmla="*/ 113131 w 1357985"/>
              <a:gd name="connsiteY23-360" fmla="*/ 514350 h 588884"/>
              <a:gd name="connsiteX24-361" fmla="*/ 25025 w 1357985"/>
              <a:gd name="connsiteY24-362" fmla="*/ 421481 h 588884"/>
              <a:gd name="connsiteX25-363" fmla="*/ 1213 w 1357985"/>
              <a:gd name="connsiteY25-364" fmla="*/ 357188 h 5888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</a:cxnLst>
            <a:rect l="l" t="t" r="r" b="b"/>
            <a:pathLst>
              <a:path w="1357985" h="588884">
                <a:moveTo>
                  <a:pt x="1213" y="357188"/>
                </a:moveTo>
                <a:cubicBezTo>
                  <a:pt x="5975" y="346076"/>
                  <a:pt x="43678" y="359172"/>
                  <a:pt x="53600" y="354806"/>
                </a:cubicBezTo>
                <a:cubicBezTo>
                  <a:pt x="61538" y="372269"/>
                  <a:pt x="65904" y="393303"/>
                  <a:pt x="77413" y="407194"/>
                </a:cubicBezTo>
                <a:cubicBezTo>
                  <a:pt x="95669" y="420688"/>
                  <a:pt x="123053" y="444897"/>
                  <a:pt x="158375" y="457200"/>
                </a:cubicBezTo>
                <a:cubicBezTo>
                  <a:pt x="193697" y="469503"/>
                  <a:pt x="234178" y="478633"/>
                  <a:pt x="289344" y="481014"/>
                </a:cubicBezTo>
                <a:cubicBezTo>
                  <a:pt x="344510" y="483395"/>
                  <a:pt x="420710" y="485378"/>
                  <a:pt x="489369" y="471487"/>
                </a:cubicBezTo>
                <a:cubicBezTo>
                  <a:pt x="558028" y="457596"/>
                  <a:pt x="620734" y="441722"/>
                  <a:pt x="701300" y="397669"/>
                </a:cubicBezTo>
                <a:cubicBezTo>
                  <a:pt x="781866" y="353616"/>
                  <a:pt x="923154" y="243682"/>
                  <a:pt x="972763" y="207169"/>
                </a:cubicBezTo>
                <a:cubicBezTo>
                  <a:pt x="1022373" y="170657"/>
                  <a:pt x="990226" y="173832"/>
                  <a:pt x="998957" y="178594"/>
                </a:cubicBezTo>
                <a:cubicBezTo>
                  <a:pt x="1007688" y="183356"/>
                  <a:pt x="1023563" y="223441"/>
                  <a:pt x="1025150" y="235744"/>
                </a:cubicBezTo>
                <a:cubicBezTo>
                  <a:pt x="1026737" y="248047"/>
                  <a:pt x="1009672" y="248444"/>
                  <a:pt x="1008481" y="252413"/>
                </a:cubicBezTo>
                <a:cubicBezTo>
                  <a:pt x="1007290" y="256382"/>
                  <a:pt x="979906" y="286940"/>
                  <a:pt x="1018006" y="259556"/>
                </a:cubicBezTo>
                <a:cubicBezTo>
                  <a:pt x="1056106" y="232171"/>
                  <a:pt x="1187075" y="128587"/>
                  <a:pt x="1237081" y="88106"/>
                </a:cubicBezTo>
                <a:cubicBezTo>
                  <a:pt x="1287087" y="47625"/>
                  <a:pt x="1298200" y="31353"/>
                  <a:pt x="1318044" y="16669"/>
                </a:cubicBezTo>
                <a:cubicBezTo>
                  <a:pt x="1337888" y="1985"/>
                  <a:pt x="1351778" y="0"/>
                  <a:pt x="1356144" y="0"/>
                </a:cubicBezTo>
                <a:cubicBezTo>
                  <a:pt x="1360510" y="0"/>
                  <a:pt x="1357335" y="4366"/>
                  <a:pt x="1344238" y="16669"/>
                </a:cubicBezTo>
                <a:cubicBezTo>
                  <a:pt x="1331141" y="28972"/>
                  <a:pt x="1277563" y="73819"/>
                  <a:pt x="1277563" y="73819"/>
                </a:cubicBezTo>
                <a:cubicBezTo>
                  <a:pt x="1216047" y="125016"/>
                  <a:pt x="1036263" y="268287"/>
                  <a:pt x="975144" y="323850"/>
                </a:cubicBezTo>
                <a:cubicBezTo>
                  <a:pt x="948156" y="346869"/>
                  <a:pt x="927122" y="369094"/>
                  <a:pt x="894181" y="392906"/>
                </a:cubicBezTo>
                <a:cubicBezTo>
                  <a:pt x="861240" y="416718"/>
                  <a:pt x="835841" y="438150"/>
                  <a:pt x="777500" y="466725"/>
                </a:cubicBezTo>
                <a:cubicBezTo>
                  <a:pt x="719159" y="495300"/>
                  <a:pt x="607241" y="544115"/>
                  <a:pt x="544138" y="564356"/>
                </a:cubicBezTo>
                <a:cubicBezTo>
                  <a:pt x="481035" y="584597"/>
                  <a:pt x="444918" y="586185"/>
                  <a:pt x="398881" y="588169"/>
                </a:cubicBezTo>
                <a:cubicBezTo>
                  <a:pt x="352844" y="590153"/>
                  <a:pt x="315538" y="588566"/>
                  <a:pt x="267913" y="576263"/>
                </a:cubicBezTo>
                <a:cubicBezTo>
                  <a:pt x="220288" y="563960"/>
                  <a:pt x="156787" y="540544"/>
                  <a:pt x="113131" y="514350"/>
                </a:cubicBezTo>
                <a:cubicBezTo>
                  <a:pt x="69475" y="488156"/>
                  <a:pt x="44075" y="447278"/>
                  <a:pt x="25025" y="421481"/>
                </a:cubicBezTo>
                <a:cubicBezTo>
                  <a:pt x="5975" y="395684"/>
                  <a:pt x="-3549" y="368300"/>
                  <a:pt x="1213" y="3571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7" name="任意多边形 16"/>
          <p:cNvSpPr/>
          <p:nvPr/>
        </p:nvSpPr>
        <p:spPr>
          <a:xfrm>
            <a:off x="5327044" y="3533762"/>
            <a:ext cx="327025" cy="403225"/>
          </a:xfrm>
          <a:custGeom>
            <a:avLst/>
            <a:gdLst>
              <a:gd name="connsiteX0" fmla="*/ 302418 w 331304"/>
              <a:gd name="connsiteY0" fmla="*/ 2014 h 393646"/>
              <a:gd name="connsiteX1" fmla="*/ 200025 w 331304"/>
              <a:gd name="connsiteY1" fmla="*/ 106789 h 393646"/>
              <a:gd name="connsiteX2" fmla="*/ 114300 w 331304"/>
              <a:gd name="connsiteY2" fmla="*/ 228233 h 393646"/>
              <a:gd name="connsiteX3" fmla="*/ 0 w 331304"/>
              <a:gd name="connsiteY3" fmla="*/ 354439 h 393646"/>
              <a:gd name="connsiteX4" fmla="*/ 21431 w 331304"/>
              <a:gd name="connsiteY4" fmla="*/ 390158 h 393646"/>
              <a:gd name="connsiteX5" fmla="*/ 50006 w 331304"/>
              <a:gd name="connsiteY5" fmla="*/ 385396 h 393646"/>
              <a:gd name="connsiteX6" fmla="*/ 138112 w 331304"/>
              <a:gd name="connsiteY6" fmla="*/ 292527 h 393646"/>
              <a:gd name="connsiteX7" fmla="*/ 245268 w 331304"/>
              <a:gd name="connsiteY7" fmla="*/ 161558 h 393646"/>
              <a:gd name="connsiteX8" fmla="*/ 328612 w 331304"/>
              <a:gd name="connsiteY8" fmla="*/ 47258 h 393646"/>
              <a:gd name="connsiteX9" fmla="*/ 302418 w 331304"/>
              <a:gd name="connsiteY9" fmla="*/ 2014 h 393646"/>
              <a:gd name="connsiteX0-1" fmla="*/ 302418 w 331304"/>
              <a:gd name="connsiteY0-2" fmla="*/ 2014 h 393646"/>
              <a:gd name="connsiteX1-3" fmla="*/ 200025 w 331304"/>
              <a:gd name="connsiteY1-4" fmla="*/ 106789 h 393646"/>
              <a:gd name="connsiteX2-5" fmla="*/ 114300 w 331304"/>
              <a:gd name="connsiteY2-6" fmla="*/ 228233 h 393646"/>
              <a:gd name="connsiteX3-7" fmla="*/ 0 w 331304"/>
              <a:gd name="connsiteY3-8" fmla="*/ 354439 h 393646"/>
              <a:gd name="connsiteX4-9" fmla="*/ 21431 w 331304"/>
              <a:gd name="connsiteY4-10" fmla="*/ 390158 h 393646"/>
              <a:gd name="connsiteX5-11" fmla="*/ 50006 w 331304"/>
              <a:gd name="connsiteY5-12" fmla="*/ 385396 h 393646"/>
              <a:gd name="connsiteX6-13" fmla="*/ 138112 w 331304"/>
              <a:gd name="connsiteY6-14" fmla="*/ 292527 h 393646"/>
              <a:gd name="connsiteX7-15" fmla="*/ 245268 w 331304"/>
              <a:gd name="connsiteY7-16" fmla="*/ 161558 h 393646"/>
              <a:gd name="connsiteX8-17" fmla="*/ 328612 w 331304"/>
              <a:gd name="connsiteY8-18" fmla="*/ 47258 h 393646"/>
              <a:gd name="connsiteX9-19" fmla="*/ 302418 w 331304"/>
              <a:gd name="connsiteY9-20" fmla="*/ 2014 h 393646"/>
              <a:gd name="connsiteX0-21" fmla="*/ 302418 w 331304"/>
              <a:gd name="connsiteY0-22" fmla="*/ 2014 h 393646"/>
              <a:gd name="connsiteX1-23" fmla="*/ 200025 w 331304"/>
              <a:gd name="connsiteY1-24" fmla="*/ 106789 h 393646"/>
              <a:gd name="connsiteX2-25" fmla="*/ 109538 w 331304"/>
              <a:gd name="connsiteY2-26" fmla="*/ 230614 h 393646"/>
              <a:gd name="connsiteX3-27" fmla="*/ 0 w 331304"/>
              <a:gd name="connsiteY3-28" fmla="*/ 354439 h 393646"/>
              <a:gd name="connsiteX4-29" fmla="*/ 21431 w 331304"/>
              <a:gd name="connsiteY4-30" fmla="*/ 390158 h 393646"/>
              <a:gd name="connsiteX5-31" fmla="*/ 50006 w 331304"/>
              <a:gd name="connsiteY5-32" fmla="*/ 385396 h 393646"/>
              <a:gd name="connsiteX6-33" fmla="*/ 138112 w 331304"/>
              <a:gd name="connsiteY6-34" fmla="*/ 292527 h 393646"/>
              <a:gd name="connsiteX7-35" fmla="*/ 245268 w 331304"/>
              <a:gd name="connsiteY7-36" fmla="*/ 161558 h 393646"/>
              <a:gd name="connsiteX8-37" fmla="*/ 328612 w 331304"/>
              <a:gd name="connsiteY8-38" fmla="*/ 47258 h 393646"/>
              <a:gd name="connsiteX9-39" fmla="*/ 302418 w 331304"/>
              <a:gd name="connsiteY9-40" fmla="*/ 2014 h 393646"/>
              <a:gd name="connsiteX0-41" fmla="*/ 302418 w 331304"/>
              <a:gd name="connsiteY0-42" fmla="*/ 2014 h 401769"/>
              <a:gd name="connsiteX1-43" fmla="*/ 200025 w 331304"/>
              <a:gd name="connsiteY1-44" fmla="*/ 106789 h 401769"/>
              <a:gd name="connsiteX2-45" fmla="*/ 109538 w 331304"/>
              <a:gd name="connsiteY2-46" fmla="*/ 230614 h 401769"/>
              <a:gd name="connsiteX3-47" fmla="*/ 0 w 331304"/>
              <a:gd name="connsiteY3-48" fmla="*/ 354439 h 401769"/>
              <a:gd name="connsiteX4-49" fmla="*/ 9820 w 331304"/>
              <a:gd name="connsiteY4-50" fmla="*/ 401769 h 401769"/>
              <a:gd name="connsiteX5-51" fmla="*/ 50006 w 331304"/>
              <a:gd name="connsiteY5-52" fmla="*/ 385396 h 401769"/>
              <a:gd name="connsiteX6-53" fmla="*/ 138112 w 331304"/>
              <a:gd name="connsiteY6-54" fmla="*/ 292527 h 401769"/>
              <a:gd name="connsiteX7-55" fmla="*/ 245268 w 331304"/>
              <a:gd name="connsiteY7-56" fmla="*/ 161558 h 401769"/>
              <a:gd name="connsiteX8-57" fmla="*/ 328612 w 331304"/>
              <a:gd name="connsiteY8-58" fmla="*/ 47258 h 401769"/>
              <a:gd name="connsiteX9-59" fmla="*/ 302418 w 331304"/>
              <a:gd name="connsiteY9-60" fmla="*/ 2014 h 401769"/>
              <a:gd name="connsiteX0-61" fmla="*/ 296612 w 325498"/>
              <a:gd name="connsiteY0-62" fmla="*/ 2014 h 401769"/>
              <a:gd name="connsiteX1-63" fmla="*/ 194219 w 325498"/>
              <a:gd name="connsiteY1-64" fmla="*/ 106789 h 401769"/>
              <a:gd name="connsiteX2-65" fmla="*/ 103732 w 325498"/>
              <a:gd name="connsiteY2-66" fmla="*/ 230614 h 401769"/>
              <a:gd name="connsiteX3-67" fmla="*/ 0 w 325498"/>
              <a:gd name="connsiteY3-68" fmla="*/ 357342 h 401769"/>
              <a:gd name="connsiteX4-69" fmla="*/ 4014 w 325498"/>
              <a:gd name="connsiteY4-70" fmla="*/ 401769 h 401769"/>
              <a:gd name="connsiteX5-71" fmla="*/ 44200 w 325498"/>
              <a:gd name="connsiteY5-72" fmla="*/ 385396 h 401769"/>
              <a:gd name="connsiteX6-73" fmla="*/ 132306 w 325498"/>
              <a:gd name="connsiteY6-74" fmla="*/ 292527 h 401769"/>
              <a:gd name="connsiteX7-75" fmla="*/ 239462 w 325498"/>
              <a:gd name="connsiteY7-76" fmla="*/ 161558 h 401769"/>
              <a:gd name="connsiteX8-77" fmla="*/ 322806 w 325498"/>
              <a:gd name="connsiteY8-78" fmla="*/ 47258 h 401769"/>
              <a:gd name="connsiteX9-79" fmla="*/ 296612 w 325498"/>
              <a:gd name="connsiteY9-80" fmla="*/ 2014 h 401769"/>
              <a:gd name="connsiteX0-81" fmla="*/ 297665 w 326551"/>
              <a:gd name="connsiteY0-82" fmla="*/ 2014 h 401769"/>
              <a:gd name="connsiteX1-83" fmla="*/ 195272 w 326551"/>
              <a:gd name="connsiteY1-84" fmla="*/ 106789 h 401769"/>
              <a:gd name="connsiteX2-85" fmla="*/ 104785 w 326551"/>
              <a:gd name="connsiteY2-86" fmla="*/ 230614 h 401769"/>
              <a:gd name="connsiteX3-87" fmla="*/ 1053 w 326551"/>
              <a:gd name="connsiteY3-88" fmla="*/ 357342 h 401769"/>
              <a:gd name="connsiteX4-89" fmla="*/ 5067 w 326551"/>
              <a:gd name="connsiteY4-90" fmla="*/ 401769 h 401769"/>
              <a:gd name="connsiteX5-91" fmla="*/ 45253 w 326551"/>
              <a:gd name="connsiteY5-92" fmla="*/ 385396 h 401769"/>
              <a:gd name="connsiteX6-93" fmla="*/ 133359 w 326551"/>
              <a:gd name="connsiteY6-94" fmla="*/ 292527 h 401769"/>
              <a:gd name="connsiteX7-95" fmla="*/ 240515 w 326551"/>
              <a:gd name="connsiteY7-96" fmla="*/ 161558 h 401769"/>
              <a:gd name="connsiteX8-97" fmla="*/ 323859 w 326551"/>
              <a:gd name="connsiteY8-98" fmla="*/ 47258 h 401769"/>
              <a:gd name="connsiteX9-99" fmla="*/ 297665 w 326551"/>
              <a:gd name="connsiteY9-100" fmla="*/ 2014 h 401769"/>
              <a:gd name="connsiteX0-101" fmla="*/ 298931 w 327817"/>
              <a:gd name="connsiteY0-102" fmla="*/ 2014 h 401769"/>
              <a:gd name="connsiteX1-103" fmla="*/ 196538 w 327817"/>
              <a:gd name="connsiteY1-104" fmla="*/ 106789 h 401769"/>
              <a:gd name="connsiteX2-105" fmla="*/ 106051 w 327817"/>
              <a:gd name="connsiteY2-106" fmla="*/ 230614 h 401769"/>
              <a:gd name="connsiteX3-107" fmla="*/ 2319 w 327817"/>
              <a:gd name="connsiteY3-108" fmla="*/ 357342 h 401769"/>
              <a:gd name="connsiteX4-109" fmla="*/ 6333 w 327817"/>
              <a:gd name="connsiteY4-110" fmla="*/ 401769 h 401769"/>
              <a:gd name="connsiteX5-111" fmla="*/ 46519 w 327817"/>
              <a:gd name="connsiteY5-112" fmla="*/ 385396 h 401769"/>
              <a:gd name="connsiteX6-113" fmla="*/ 134625 w 327817"/>
              <a:gd name="connsiteY6-114" fmla="*/ 292527 h 401769"/>
              <a:gd name="connsiteX7-115" fmla="*/ 241781 w 327817"/>
              <a:gd name="connsiteY7-116" fmla="*/ 161558 h 401769"/>
              <a:gd name="connsiteX8-117" fmla="*/ 325125 w 327817"/>
              <a:gd name="connsiteY8-118" fmla="*/ 47258 h 401769"/>
              <a:gd name="connsiteX9-119" fmla="*/ 298931 w 327817"/>
              <a:gd name="connsiteY9-120" fmla="*/ 2014 h 4017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27817" h="401769">
                <a:moveTo>
                  <a:pt x="298931" y="2014"/>
                </a:moveTo>
                <a:cubicBezTo>
                  <a:pt x="277500" y="11936"/>
                  <a:pt x="228685" y="68689"/>
                  <a:pt x="196538" y="106789"/>
                </a:cubicBezTo>
                <a:cubicBezTo>
                  <a:pt x="164391" y="144889"/>
                  <a:pt x="138421" y="188855"/>
                  <a:pt x="106051" y="230614"/>
                </a:cubicBezTo>
                <a:cubicBezTo>
                  <a:pt x="73681" y="272373"/>
                  <a:pt x="19385" y="331942"/>
                  <a:pt x="2319" y="357342"/>
                </a:cubicBezTo>
                <a:cubicBezTo>
                  <a:pt x="4700" y="383535"/>
                  <a:pt x="-6617" y="386959"/>
                  <a:pt x="6333" y="401769"/>
                </a:cubicBezTo>
                <a:cubicBezTo>
                  <a:pt x="15858" y="400182"/>
                  <a:pt x="25137" y="403603"/>
                  <a:pt x="46519" y="385396"/>
                </a:cubicBezTo>
                <a:cubicBezTo>
                  <a:pt x="67901" y="367189"/>
                  <a:pt x="102081" y="329833"/>
                  <a:pt x="134625" y="292527"/>
                </a:cubicBezTo>
                <a:cubicBezTo>
                  <a:pt x="167169" y="255221"/>
                  <a:pt x="210031" y="202436"/>
                  <a:pt x="241781" y="161558"/>
                </a:cubicBezTo>
                <a:cubicBezTo>
                  <a:pt x="273531" y="120680"/>
                  <a:pt x="316394" y="73849"/>
                  <a:pt x="325125" y="47258"/>
                </a:cubicBezTo>
                <a:cubicBezTo>
                  <a:pt x="333856" y="20667"/>
                  <a:pt x="320362" y="-7908"/>
                  <a:pt x="298931" y="20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5327044" y="3576625"/>
            <a:ext cx="544513" cy="360362"/>
          </a:xfrm>
          <a:custGeom>
            <a:avLst/>
            <a:gdLst>
              <a:gd name="connsiteX0" fmla="*/ 539060 w 540878"/>
              <a:gd name="connsiteY0" fmla="*/ 30997 h 361286"/>
              <a:gd name="connsiteX1" fmla="*/ 498579 w 540878"/>
              <a:gd name="connsiteY1" fmla="*/ 40 h 361286"/>
              <a:gd name="connsiteX2" fmla="*/ 389041 w 540878"/>
              <a:gd name="connsiteY2" fmla="*/ 38140 h 361286"/>
              <a:gd name="connsiteX3" fmla="*/ 212829 w 540878"/>
              <a:gd name="connsiteY3" fmla="*/ 164347 h 361286"/>
              <a:gd name="connsiteX4" fmla="*/ 74716 w 540878"/>
              <a:gd name="connsiteY4" fmla="*/ 309603 h 361286"/>
              <a:gd name="connsiteX5" fmla="*/ 24710 w 540878"/>
              <a:gd name="connsiteY5" fmla="*/ 340559 h 361286"/>
              <a:gd name="connsiteX6" fmla="*/ 3279 w 540878"/>
              <a:gd name="connsiteY6" fmla="*/ 338178 h 361286"/>
              <a:gd name="connsiteX7" fmla="*/ 5660 w 540878"/>
              <a:gd name="connsiteY7" fmla="*/ 357228 h 361286"/>
              <a:gd name="connsiteX8" fmla="*/ 55666 w 540878"/>
              <a:gd name="connsiteY8" fmla="*/ 352465 h 361286"/>
              <a:gd name="connsiteX9" fmla="*/ 134247 w 540878"/>
              <a:gd name="connsiteY9" fmla="*/ 269122 h 361286"/>
              <a:gd name="connsiteX10" fmla="*/ 205685 w 540878"/>
              <a:gd name="connsiteY10" fmla="*/ 209590 h 361286"/>
              <a:gd name="connsiteX11" fmla="*/ 300935 w 540878"/>
              <a:gd name="connsiteY11" fmla="*/ 123865 h 361286"/>
              <a:gd name="connsiteX12" fmla="*/ 372372 w 540878"/>
              <a:gd name="connsiteY12" fmla="*/ 85765 h 361286"/>
              <a:gd name="connsiteX13" fmla="*/ 446191 w 540878"/>
              <a:gd name="connsiteY13" fmla="*/ 40522 h 361286"/>
              <a:gd name="connsiteX14" fmla="*/ 539060 w 540878"/>
              <a:gd name="connsiteY14" fmla="*/ 30997 h 361286"/>
              <a:gd name="connsiteX0-1" fmla="*/ 539060 w 540878"/>
              <a:gd name="connsiteY0-2" fmla="*/ 30997 h 361286"/>
              <a:gd name="connsiteX1-3" fmla="*/ 498579 w 540878"/>
              <a:gd name="connsiteY1-4" fmla="*/ 40 h 361286"/>
              <a:gd name="connsiteX2-5" fmla="*/ 389041 w 540878"/>
              <a:gd name="connsiteY2-6" fmla="*/ 38140 h 361286"/>
              <a:gd name="connsiteX3-7" fmla="*/ 212829 w 540878"/>
              <a:gd name="connsiteY3-8" fmla="*/ 164347 h 361286"/>
              <a:gd name="connsiteX4-9" fmla="*/ 74716 w 540878"/>
              <a:gd name="connsiteY4-10" fmla="*/ 309603 h 361286"/>
              <a:gd name="connsiteX5-11" fmla="*/ 24710 w 540878"/>
              <a:gd name="connsiteY5-12" fmla="*/ 340559 h 361286"/>
              <a:gd name="connsiteX6-13" fmla="*/ 3279 w 540878"/>
              <a:gd name="connsiteY6-14" fmla="*/ 338178 h 361286"/>
              <a:gd name="connsiteX7-15" fmla="*/ 5660 w 540878"/>
              <a:gd name="connsiteY7-16" fmla="*/ 357228 h 361286"/>
              <a:gd name="connsiteX8-17" fmla="*/ 55666 w 540878"/>
              <a:gd name="connsiteY8-18" fmla="*/ 352465 h 361286"/>
              <a:gd name="connsiteX9-19" fmla="*/ 134247 w 540878"/>
              <a:gd name="connsiteY9-20" fmla="*/ 269122 h 361286"/>
              <a:gd name="connsiteX10-21" fmla="*/ 205685 w 540878"/>
              <a:gd name="connsiteY10-22" fmla="*/ 209590 h 361286"/>
              <a:gd name="connsiteX11-23" fmla="*/ 300935 w 540878"/>
              <a:gd name="connsiteY11-24" fmla="*/ 123865 h 361286"/>
              <a:gd name="connsiteX12-25" fmla="*/ 367610 w 540878"/>
              <a:gd name="connsiteY12-26" fmla="*/ 73859 h 361286"/>
              <a:gd name="connsiteX13-27" fmla="*/ 446191 w 540878"/>
              <a:gd name="connsiteY13-28" fmla="*/ 40522 h 361286"/>
              <a:gd name="connsiteX14-29" fmla="*/ 539060 w 540878"/>
              <a:gd name="connsiteY14-30" fmla="*/ 30997 h 361286"/>
              <a:gd name="connsiteX0-31" fmla="*/ 539060 w 540878"/>
              <a:gd name="connsiteY0-32" fmla="*/ 30997 h 361286"/>
              <a:gd name="connsiteX1-33" fmla="*/ 498579 w 540878"/>
              <a:gd name="connsiteY1-34" fmla="*/ 40 h 361286"/>
              <a:gd name="connsiteX2-35" fmla="*/ 389041 w 540878"/>
              <a:gd name="connsiteY2-36" fmla="*/ 38140 h 361286"/>
              <a:gd name="connsiteX3-37" fmla="*/ 212829 w 540878"/>
              <a:gd name="connsiteY3-38" fmla="*/ 164347 h 361286"/>
              <a:gd name="connsiteX4-39" fmla="*/ 74716 w 540878"/>
              <a:gd name="connsiteY4-40" fmla="*/ 309603 h 361286"/>
              <a:gd name="connsiteX5-41" fmla="*/ 24710 w 540878"/>
              <a:gd name="connsiteY5-42" fmla="*/ 340559 h 361286"/>
              <a:gd name="connsiteX6-43" fmla="*/ 3279 w 540878"/>
              <a:gd name="connsiteY6-44" fmla="*/ 338178 h 361286"/>
              <a:gd name="connsiteX7-45" fmla="*/ 5660 w 540878"/>
              <a:gd name="connsiteY7-46" fmla="*/ 357228 h 361286"/>
              <a:gd name="connsiteX8-47" fmla="*/ 55666 w 540878"/>
              <a:gd name="connsiteY8-48" fmla="*/ 352465 h 361286"/>
              <a:gd name="connsiteX9-49" fmla="*/ 134247 w 540878"/>
              <a:gd name="connsiteY9-50" fmla="*/ 269122 h 361286"/>
              <a:gd name="connsiteX10-51" fmla="*/ 205685 w 540878"/>
              <a:gd name="connsiteY10-52" fmla="*/ 209590 h 361286"/>
              <a:gd name="connsiteX11-53" fmla="*/ 300935 w 540878"/>
              <a:gd name="connsiteY11-54" fmla="*/ 123865 h 361286"/>
              <a:gd name="connsiteX12-55" fmla="*/ 365229 w 540878"/>
              <a:gd name="connsiteY12-56" fmla="*/ 78622 h 361286"/>
              <a:gd name="connsiteX13-57" fmla="*/ 446191 w 540878"/>
              <a:gd name="connsiteY13-58" fmla="*/ 40522 h 361286"/>
              <a:gd name="connsiteX14-59" fmla="*/ 539060 w 540878"/>
              <a:gd name="connsiteY14-60" fmla="*/ 30997 h 361286"/>
              <a:gd name="connsiteX0-61" fmla="*/ 539060 w 540878"/>
              <a:gd name="connsiteY0-62" fmla="*/ 30997 h 361286"/>
              <a:gd name="connsiteX1-63" fmla="*/ 498579 w 540878"/>
              <a:gd name="connsiteY1-64" fmla="*/ 40 h 361286"/>
              <a:gd name="connsiteX2-65" fmla="*/ 389041 w 540878"/>
              <a:gd name="connsiteY2-66" fmla="*/ 38140 h 361286"/>
              <a:gd name="connsiteX3-67" fmla="*/ 212829 w 540878"/>
              <a:gd name="connsiteY3-68" fmla="*/ 164347 h 361286"/>
              <a:gd name="connsiteX4-69" fmla="*/ 74716 w 540878"/>
              <a:gd name="connsiteY4-70" fmla="*/ 309603 h 361286"/>
              <a:gd name="connsiteX5-71" fmla="*/ 24710 w 540878"/>
              <a:gd name="connsiteY5-72" fmla="*/ 340559 h 361286"/>
              <a:gd name="connsiteX6-73" fmla="*/ 3279 w 540878"/>
              <a:gd name="connsiteY6-74" fmla="*/ 338178 h 361286"/>
              <a:gd name="connsiteX7-75" fmla="*/ 5660 w 540878"/>
              <a:gd name="connsiteY7-76" fmla="*/ 357228 h 361286"/>
              <a:gd name="connsiteX8-77" fmla="*/ 55666 w 540878"/>
              <a:gd name="connsiteY8-78" fmla="*/ 352465 h 361286"/>
              <a:gd name="connsiteX9-79" fmla="*/ 134247 w 540878"/>
              <a:gd name="connsiteY9-80" fmla="*/ 269122 h 361286"/>
              <a:gd name="connsiteX10-81" fmla="*/ 205685 w 540878"/>
              <a:gd name="connsiteY10-82" fmla="*/ 209590 h 361286"/>
              <a:gd name="connsiteX11-83" fmla="*/ 300935 w 540878"/>
              <a:gd name="connsiteY11-84" fmla="*/ 128628 h 361286"/>
              <a:gd name="connsiteX12-85" fmla="*/ 365229 w 540878"/>
              <a:gd name="connsiteY12-86" fmla="*/ 78622 h 361286"/>
              <a:gd name="connsiteX13-87" fmla="*/ 446191 w 540878"/>
              <a:gd name="connsiteY13-88" fmla="*/ 40522 h 361286"/>
              <a:gd name="connsiteX14-89" fmla="*/ 539060 w 540878"/>
              <a:gd name="connsiteY14-90" fmla="*/ 30997 h 361286"/>
              <a:gd name="connsiteX0-91" fmla="*/ 539060 w 540878"/>
              <a:gd name="connsiteY0-92" fmla="*/ 30997 h 361286"/>
              <a:gd name="connsiteX1-93" fmla="*/ 498579 w 540878"/>
              <a:gd name="connsiteY1-94" fmla="*/ 40 h 361286"/>
              <a:gd name="connsiteX2-95" fmla="*/ 389041 w 540878"/>
              <a:gd name="connsiteY2-96" fmla="*/ 38140 h 361286"/>
              <a:gd name="connsiteX3-97" fmla="*/ 212829 w 540878"/>
              <a:gd name="connsiteY3-98" fmla="*/ 164347 h 361286"/>
              <a:gd name="connsiteX4-99" fmla="*/ 74716 w 540878"/>
              <a:gd name="connsiteY4-100" fmla="*/ 309603 h 361286"/>
              <a:gd name="connsiteX5-101" fmla="*/ 24710 w 540878"/>
              <a:gd name="connsiteY5-102" fmla="*/ 340559 h 361286"/>
              <a:gd name="connsiteX6-103" fmla="*/ 3279 w 540878"/>
              <a:gd name="connsiteY6-104" fmla="*/ 338178 h 361286"/>
              <a:gd name="connsiteX7-105" fmla="*/ 5660 w 540878"/>
              <a:gd name="connsiteY7-106" fmla="*/ 357228 h 361286"/>
              <a:gd name="connsiteX8-107" fmla="*/ 55666 w 540878"/>
              <a:gd name="connsiteY8-108" fmla="*/ 352465 h 361286"/>
              <a:gd name="connsiteX9-109" fmla="*/ 134247 w 540878"/>
              <a:gd name="connsiteY9-110" fmla="*/ 269122 h 361286"/>
              <a:gd name="connsiteX10-111" fmla="*/ 205685 w 540878"/>
              <a:gd name="connsiteY10-112" fmla="*/ 209590 h 361286"/>
              <a:gd name="connsiteX11-113" fmla="*/ 300935 w 540878"/>
              <a:gd name="connsiteY11-114" fmla="*/ 128628 h 361286"/>
              <a:gd name="connsiteX12-115" fmla="*/ 365229 w 540878"/>
              <a:gd name="connsiteY12-116" fmla="*/ 78622 h 361286"/>
              <a:gd name="connsiteX13-117" fmla="*/ 446191 w 540878"/>
              <a:gd name="connsiteY13-118" fmla="*/ 40522 h 361286"/>
              <a:gd name="connsiteX14-119" fmla="*/ 539060 w 540878"/>
              <a:gd name="connsiteY14-120" fmla="*/ 30997 h 361286"/>
              <a:gd name="connsiteX0-121" fmla="*/ 543822 w 545443"/>
              <a:gd name="connsiteY0-122" fmla="*/ 33355 h 361263"/>
              <a:gd name="connsiteX1-123" fmla="*/ 498579 w 545443"/>
              <a:gd name="connsiteY1-124" fmla="*/ 17 h 361263"/>
              <a:gd name="connsiteX2-125" fmla="*/ 389041 w 545443"/>
              <a:gd name="connsiteY2-126" fmla="*/ 38117 h 361263"/>
              <a:gd name="connsiteX3-127" fmla="*/ 212829 w 545443"/>
              <a:gd name="connsiteY3-128" fmla="*/ 164324 h 361263"/>
              <a:gd name="connsiteX4-129" fmla="*/ 74716 w 545443"/>
              <a:gd name="connsiteY4-130" fmla="*/ 309580 h 361263"/>
              <a:gd name="connsiteX5-131" fmla="*/ 24710 w 545443"/>
              <a:gd name="connsiteY5-132" fmla="*/ 340536 h 361263"/>
              <a:gd name="connsiteX6-133" fmla="*/ 3279 w 545443"/>
              <a:gd name="connsiteY6-134" fmla="*/ 338155 h 361263"/>
              <a:gd name="connsiteX7-135" fmla="*/ 5660 w 545443"/>
              <a:gd name="connsiteY7-136" fmla="*/ 357205 h 361263"/>
              <a:gd name="connsiteX8-137" fmla="*/ 55666 w 545443"/>
              <a:gd name="connsiteY8-138" fmla="*/ 352442 h 361263"/>
              <a:gd name="connsiteX9-139" fmla="*/ 134247 w 545443"/>
              <a:gd name="connsiteY9-140" fmla="*/ 269099 h 361263"/>
              <a:gd name="connsiteX10-141" fmla="*/ 205685 w 545443"/>
              <a:gd name="connsiteY10-142" fmla="*/ 209567 h 361263"/>
              <a:gd name="connsiteX11-143" fmla="*/ 300935 w 545443"/>
              <a:gd name="connsiteY11-144" fmla="*/ 128605 h 361263"/>
              <a:gd name="connsiteX12-145" fmla="*/ 365229 w 545443"/>
              <a:gd name="connsiteY12-146" fmla="*/ 78599 h 361263"/>
              <a:gd name="connsiteX13-147" fmla="*/ 446191 w 545443"/>
              <a:gd name="connsiteY13-148" fmla="*/ 40499 h 361263"/>
              <a:gd name="connsiteX14-149" fmla="*/ 543822 w 545443"/>
              <a:gd name="connsiteY14-150" fmla="*/ 33355 h 3612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</a:cxnLst>
            <a:rect l="l" t="t" r="r" b="b"/>
            <a:pathLst>
              <a:path w="545443" h="361263">
                <a:moveTo>
                  <a:pt x="543822" y="33355"/>
                </a:moveTo>
                <a:cubicBezTo>
                  <a:pt x="552553" y="26608"/>
                  <a:pt x="524376" y="-777"/>
                  <a:pt x="498579" y="17"/>
                </a:cubicBezTo>
                <a:cubicBezTo>
                  <a:pt x="472782" y="811"/>
                  <a:pt x="436666" y="10733"/>
                  <a:pt x="389041" y="38117"/>
                </a:cubicBezTo>
                <a:cubicBezTo>
                  <a:pt x="341416" y="65501"/>
                  <a:pt x="265216" y="119080"/>
                  <a:pt x="212829" y="164324"/>
                </a:cubicBezTo>
                <a:cubicBezTo>
                  <a:pt x="160442" y="209568"/>
                  <a:pt x="106069" y="280211"/>
                  <a:pt x="74716" y="309580"/>
                </a:cubicBezTo>
                <a:cubicBezTo>
                  <a:pt x="43363" y="338949"/>
                  <a:pt x="36616" y="335774"/>
                  <a:pt x="24710" y="340536"/>
                </a:cubicBezTo>
                <a:cubicBezTo>
                  <a:pt x="12804" y="345299"/>
                  <a:pt x="6454" y="335377"/>
                  <a:pt x="3279" y="338155"/>
                </a:cubicBezTo>
                <a:cubicBezTo>
                  <a:pt x="104" y="340933"/>
                  <a:pt x="-3071" y="354824"/>
                  <a:pt x="5660" y="357205"/>
                </a:cubicBezTo>
                <a:cubicBezTo>
                  <a:pt x="14391" y="359586"/>
                  <a:pt x="34235" y="367126"/>
                  <a:pt x="55666" y="352442"/>
                </a:cubicBezTo>
                <a:cubicBezTo>
                  <a:pt x="77097" y="337758"/>
                  <a:pt x="109244" y="292912"/>
                  <a:pt x="134247" y="269099"/>
                </a:cubicBezTo>
                <a:cubicBezTo>
                  <a:pt x="159250" y="245287"/>
                  <a:pt x="177904" y="232983"/>
                  <a:pt x="205685" y="209567"/>
                </a:cubicBezTo>
                <a:cubicBezTo>
                  <a:pt x="233466" y="186151"/>
                  <a:pt x="274344" y="150433"/>
                  <a:pt x="300935" y="128605"/>
                </a:cubicBezTo>
                <a:cubicBezTo>
                  <a:pt x="327526" y="106777"/>
                  <a:pt x="341020" y="92489"/>
                  <a:pt x="365229" y="78599"/>
                </a:cubicBezTo>
                <a:cubicBezTo>
                  <a:pt x="389438" y="64709"/>
                  <a:pt x="416426" y="48040"/>
                  <a:pt x="446191" y="40499"/>
                </a:cubicBezTo>
                <a:cubicBezTo>
                  <a:pt x="475956" y="32958"/>
                  <a:pt x="535091" y="40102"/>
                  <a:pt x="543822" y="33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>
            <a:off x="5582632" y="3598850"/>
            <a:ext cx="292100" cy="349250"/>
          </a:xfrm>
          <a:custGeom>
            <a:avLst/>
            <a:gdLst>
              <a:gd name="connsiteX0" fmla="*/ 220712 w 292760"/>
              <a:gd name="connsiteY0" fmla="*/ 2586 h 350249"/>
              <a:gd name="connsiteX1" fmla="*/ 292149 w 292760"/>
              <a:gd name="connsiteY1" fmla="*/ 4967 h 350249"/>
              <a:gd name="connsiteX2" fmla="*/ 282624 w 292760"/>
              <a:gd name="connsiteY2" fmla="*/ 40686 h 350249"/>
              <a:gd name="connsiteX3" fmla="*/ 187374 w 292760"/>
              <a:gd name="connsiteY3" fmla="*/ 143080 h 350249"/>
              <a:gd name="connsiteX4" fmla="*/ 61168 w 292760"/>
              <a:gd name="connsiteY4" fmla="*/ 281192 h 350249"/>
              <a:gd name="connsiteX5" fmla="*/ 63549 w 292760"/>
              <a:gd name="connsiteY5" fmla="*/ 350249 h 350249"/>
              <a:gd name="connsiteX6" fmla="*/ 18305 w 292760"/>
              <a:gd name="connsiteY6" fmla="*/ 340724 h 350249"/>
              <a:gd name="connsiteX7" fmla="*/ 4018 w 292760"/>
              <a:gd name="connsiteY7" fmla="*/ 264524 h 350249"/>
              <a:gd name="connsiteX8" fmla="*/ 87362 w 292760"/>
              <a:gd name="connsiteY8" fmla="*/ 154986 h 350249"/>
              <a:gd name="connsiteX9" fmla="*/ 199280 w 292760"/>
              <a:gd name="connsiteY9" fmla="*/ 50211 h 350249"/>
              <a:gd name="connsiteX10" fmla="*/ 220712 w 292760"/>
              <a:gd name="connsiteY10" fmla="*/ 2586 h 350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2760" h="350249">
                <a:moveTo>
                  <a:pt x="220712" y="2586"/>
                </a:moveTo>
                <a:cubicBezTo>
                  <a:pt x="236190" y="-4955"/>
                  <a:pt x="278655" y="6554"/>
                  <a:pt x="292149" y="4967"/>
                </a:cubicBezTo>
                <a:cubicBezTo>
                  <a:pt x="288974" y="16873"/>
                  <a:pt x="300087" y="17667"/>
                  <a:pt x="282624" y="40686"/>
                </a:cubicBezTo>
                <a:cubicBezTo>
                  <a:pt x="265161" y="63705"/>
                  <a:pt x="187374" y="143080"/>
                  <a:pt x="187374" y="143080"/>
                </a:cubicBezTo>
                <a:cubicBezTo>
                  <a:pt x="150465" y="183164"/>
                  <a:pt x="81805" y="246664"/>
                  <a:pt x="61168" y="281192"/>
                </a:cubicBezTo>
                <a:cubicBezTo>
                  <a:pt x="61962" y="304211"/>
                  <a:pt x="59977" y="315324"/>
                  <a:pt x="63549" y="350249"/>
                </a:cubicBezTo>
                <a:cubicBezTo>
                  <a:pt x="48468" y="347074"/>
                  <a:pt x="28227" y="355012"/>
                  <a:pt x="18305" y="340724"/>
                </a:cubicBezTo>
                <a:cubicBezTo>
                  <a:pt x="8383" y="326437"/>
                  <a:pt x="-7491" y="295480"/>
                  <a:pt x="4018" y="264524"/>
                </a:cubicBezTo>
                <a:cubicBezTo>
                  <a:pt x="15527" y="233568"/>
                  <a:pt x="54818" y="190705"/>
                  <a:pt x="87362" y="154986"/>
                </a:cubicBezTo>
                <a:cubicBezTo>
                  <a:pt x="119906" y="119267"/>
                  <a:pt x="175071" y="71642"/>
                  <a:pt x="199280" y="50211"/>
                </a:cubicBezTo>
                <a:cubicBezTo>
                  <a:pt x="223489" y="28780"/>
                  <a:pt x="205234" y="10127"/>
                  <a:pt x="220712" y="25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>
            <a:off x="5608032" y="3555987"/>
            <a:ext cx="668337" cy="395288"/>
          </a:xfrm>
          <a:custGeom>
            <a:avLst/>
            <a:gdLst>
              <a:gd name="connsiteX0" fmla="*/ 664545 w 668744"/>
              <a:gd name="connsiteY0" fmla="*/ 65691 h 391923"/>
              <a:gd name="connsiteX1" fmla="*/ 650257 w 668744"/>
              <a:gd name="connsiteY1" fmla="*/ 13304 h 391923"/>
              <a:gd name="connsiteX2" fmla="*/ 590726 w 668744"/>
              <a:gd name="connsiteY2" fmla="*/ 1398 h 391923"/>
              <a:gd name="connsiteX3" fmla="*/ 550245 w 668744"/>
              <a:gd name="connsiteY3" fmla="*/ 8541 h 391923"/>
              <a:gd name="connsiteX4" fmla="*/ 457376 w 668744"/>
              <a:gd name="connsiteY4" fmla="*/ 75216 h 391923"/>
              <a:gd name="connsiteX5" fmla="*/ 350220 w 668744"/>
              <a:gd name="connsiteY5" fmla="*/ 158560 h 391923"/>
              <a:gd name="connsiteX6" fmla="*/ 226395 w 668744"/>
              <a:gd name="connsiteY6" fmla="*/ 275241 h 391923"/>
              <a:gd name="connsiteX7" fmla="*/ 116857 w 668744"/>
              <a:gd name="connsiteY7" fmla="*/ 341916 h 391923"/>
              <a:gd name="connsiteX8" fmla="*/ 50182 w 668744"/>
              <a:gd name="connsiteY8" fmla="*/ 363348 h 391923"/>
              <a:gd name="connsiteX9" fmla="*/ 176 w 668744"/>
              <a:gd name="connsiteY9" fmla="*/ 356204 h 391923"/>
              <a:gd name="connsiteX10" fmla="*/ 176 w 668744"/>
              <a:gd name="connsiteY10" fmla="*/ 391923 h 391923"/>
              <a:gd name="connsiteX11" fmla="*/ 83520 w 668744"/>
              <a:gd name="connsiteY11" fmla="*/ 384779 h 391923"/>
              <a:gd name="connsiteX12" fmla="*/ 195439 w 668744"/>
              <a:gd name="connsiteY12" fmla="*/ 315723 h 391923"/>
              <a:gd name="connsiteX13" fmla="*/ 359745 w 668744"/>
              <a:gd name="connsiteY13" fmla="*/ 184754 h 391923"/>
              <a:gd name="connsiteX14" fmla="*/ 435945 w 668744"/>
              <a:gd name="connsiteY14" fmla="*/ 103791 h 391923"/>
              <a:gd name="connsiteX15" fmla="*/ 535957 w 668744"/>
              <a:gd name="connsiteY15" fmla="*/ 39498 h 391923"/>
              <a:gd name="connsiteX16" fmla="*/ 583582 w 668744"/>
              <a:gd name="connsiteY16" fmla="*/ 18066 h 391923"/>
              <a:gd name="connsiteX17" fmla="*/ 664545 w 668744"/>
              <a:gd name="connsiteY17" fmla="*/ 65691 h 391923"/>
              <a:gd name="connsiteX0-1" fmla="*/ 664545 w 668744"/>
              <a:gd name="connsiteY0-2" fmla="*/ 65691 h 391923"/>
              <a:gd name="connsiteX1-3" fmla="*/ 650257 w 668744"/>
              <a:gd name="connsiteY1-4" fmla="*/ 13304 h 391923"/>
              <a:gd name="connsiteX2-5" fmla="*/ 590726 w 668744"/>
              <a:gd name="connsiteY2-6" fmla="*/ 1398 h 391923"/>
              <a:gd name="connsiteX3-7" fmla="*/ 550245 w 668744"/>
              <a:gd name="connsiteY3-8" fmla="*/ 8541 h 391923"/>
              <a:gd name="connsiteX4-9" fmla="*/ 457376 w 668744"/>
              <a:gd name="connsiteY4-10" fmla="*/ 75216 h 391923"/>
              <a:gd name="connsiteX5-11" fmla="*/ 350220 w 668744"/>
              <a:gd name="connsiteY5-12" fmla="*/ 158560 h 391923"/>
              <a:gd name="connsiteX6-13" fmla="*/ 226395 w 668744"/>
              <a:gd name="connsiteY6-14" fmla="*/ 275241 h 391923"/>
              <a:gd name="connsiteX7-15" fmla="*/ 116857 w 668744"/>
              <a:gd name="connsiteY7-16" fmla="*/ 341916 h 391923"/>
              <a:gd name="connsiteX8-17" fmla="*/ 50182 w 668744"/>
              <a:gd name="connsiteY8-18" fmla="*/ 363348 h 391923"/>
              <a:gd name="connsiteX9-19" fmla="*/ 176 w 668744"/>
              <a:gd name="connsiteY9-20" fmla="*/ 356204 h 391923"/>
              <a:gd name="connsiteX10-21" fmla="*/ 176 w 668744"/>
              <a:gd name="connsiteY10-22" fmla="*/ 391923 h 391923"/>
              <a:gd name="connsiteX11-23" fmla="*/ 83520 w 668744"/>
              <a:gd name="connsiteY11-24" fmla="*/ 384779 h 391923"/>
              <a:gd name="connsiteX12-25" fmla="*/ 195439 w 668744"/>
              <a:gd name="connsiteY12-26" fmla="*/ 315723 h 391923"/>
              <a:gd name="connsiteX13-27" fmla="*/ 359745 w 668744"/>
              <a:gd name="connsiteY13-28" fmla="*/ 184754 h 391923"/>
              <a:gd name="connsiteX14-29" fmla="*/ 438326 w 668744"/>
              <a:gd name="connsiteY14-30" fmla="*/ 108554 h 391923"/>
              <a:gd name="connsiteX15-31" fmla="*/ 535957 w 668744"/>
              <a:gd name="connsiteY15-32" fmla="*/ 39498 h 391923"/>
              <a:gd name="connsiteX16-33" fmla="*/ 583582 w 668744"/>
              <a:gd name="connsiteY16-34" fmla="*/ 18066 h 391923"/>
              <a:gd name="connsiteX17-35" fmla="*/ 664545 w 668744"/>
              <a:gd name="connsiteY17-36" fmla="*/ 65691 h 391923"/>
              <a:gd name="connsiteX0-37" fmla="*/ 664545 w 668744"/>
              <a:gd name="connsiteY0-38" fmla="*/ 65691 h 391923"/>
              <a:gd name="connsiteX1-39" fmla="*/ 650257 w 668744"/>
              <a:gd name="connsiteY1-40" fmla="*/ 13304 h 391923"/>
              <a:gd name="connsiteX2-41" fmla="*/ 590726 w 668744"/>
              <a:gd name="connsiteY2-42" fmla="*/ 1398 h 391923"/>
              <a:gd name="connsiteX3-43" fmla="*/ 550245 w 668744"/>
              <a:gd name="connsiteY3-44" fmla="*/ 8541 h 391923"/>
              <a:gd name="connsiteX4-45" fmla="*/ 457376 w 668744"/>
              <a:gd name="connsiteY4-46" fmla="*/ 75216 h 391923"/>
              <a:gd name="connsiteX5-47" fmla="*/ 350220 w 668744"/>
              <a:gd name="connsiteY5-48" fmla="*/ 158560 h 391923"/>
              <a:gd name="connsiteX6-49" fmla="*/ 231158 w 668744"/>
              <a:gd name="connsiteY6-50" fmla="*/ 270479 h 391923"/>
              <a:gd name="connsiteX7-51" fmla="*/ 116857 w 668744"/>
              <a:gd name="connsiteY7-52" fmla="*/ 341916 h 391923"/>
              <a:gd name="connsiteX8-53" fmla="*/ 50182 w 668744"/>
              <a:gd name="connsiteY8-54" fmla="*/ 363348 h 391923"/>
              <a:gd name="connsiteX9-55" fmla="*/ 176 w 668744"/>
              <a:gd name="connsiteY9-56" fmla="*/ 356204 h 391923"/>
              <a:gd name="connsiteX10-57" fmla="*/ 176 w 668744"/>
              <a:gd name="connsiteY10-58" fmla="*/ 391923 h 391923"/>
              <a:gd name="connsiteX11-59" fmla="*/ 83520 w 668744"/>
              <a:gd name="connsiteY11-60" fmla="*/ 384779 h 391923"/>
              <a:gd name="connsiteX12-61" fmla="*/ 195439 w 668744"/>
              <a:gd name="connsiteY12-62" fmla="*/ 315723 h 391923"/>
              <a:gd name="connsiteX13-63" fmla="*/ 359745 w 668744"/>
              <a:gd name="connsiteY13-64" fmla="*/ 184754 h 391923"/>
              <a:gd name="connsiteX14-65" fmla="*/ 438326 w 668744"/>
              <a:gd name="connsiteY14-66" fmla="*/ 108554 h 391923"/>
              <a:gd name="connsiteX15-67" fmla="*/ 535957 w 668744"/>
              <a:gd name="connsiteY15-68" fmla="*/ 39498 h 391923"/>
              <a:gd name="connsiteX16-69" fmla="*/ 583582 w 668744"/>
              <a:gd name="connsiteY16-70" fmla="*/ 18066 h 391923"/>
              <a:gd name="connsiteX17-71" fmla="*/ 664545 w 668744"/>
              <a:gd name="connsiteY17-72" fmla="*/ 65691 h 391923"/>
              <a:gd name="connsiteX0-73" fmla="*/ 664545 w 668744"/>
              <a:gd name="connsiteY0-74" fmla="*/ 65691 h 391923"/>
              <a:gd name="connsiteX1-75" fmla="*/ 650257 w 668744"/>
              <a:gd name="connsiteY1-76" fmla="*/ 13304 h 391923"/>
              <a:gd name="connsiteX2-77" fmla="*/ 590726 w 668744"/>
              <a:gd name="connsiteY2-78" fmla="*/ 1398 h 391923"/>
              <a:gd name="connsiteX3-79" fmla="*/ 550245 w 668744"/>
              <a:gd name="connsiteY3-80" fmla="*/ 8541 h 391923"/>
              <a:gd name="connsiteX4-81" fmla="*/ 457376 w 668744"/>
              <a:gd name="connsiteY4-82" fmla="*/ 75216 h 391923"/>
              <a:gd name="connsiteX5-83" fmla="*/ 350220 w 668744"/>
              <a:gd name="connsiteY5-84" fmla="*/ 158560 h 391923"/>
              <a:gd name="connsiteX6-85" fmla="*/ 231158 w 668744"/>
              <a:gd name="connsiteY6-86" fmla="*/ 270479 h 391923"/>
              <a:gd name="connsiteX7-87" fmla="*/ 116857 w 668744"/>
              <a:gd name="connsiteY7-88" fmla="*/ 341916 h 391923"/>
              <a:gd name="connsiteX8-89" fmla="*/ 50182 w 668744"/>
              <a:gd name="connsiteY8-90" fmla="*/ 363348 h 391923"/>
              <a:gd name="connsiteX9-91" fmla="*/ 176 w 668744"/>
              <a:gd name="connsiteY9-92" fmla="*/ 356204 h 391923"/>
              <a:gd name="connsiteX10-93" fmla="*/ 176 w 668744"/>
              <a:gd name="connsiteY10-94" fmla="*/ 391923 h 391923"/>
              <a:gd name="connsiteX11-95" fmla="*/ 83520 w 668744"/>
              <a:gd name="connsiteY11-96" fmla="*/ 384779 h 391923"/>
              <a:gd name="connsiteX12-97" fmla="*/ 195439 w 668744"/>
              <a:gd name="connsiteY12-98" fmla="*/ 315723 h 391923"/>
              <a:gd name="connsiteX13-99" fmla="*/ 352602 w 668744"/>
              <a:gd name="connsiteY13-100" fmla="*/ 175229 h 391923"/>
              <a:gd name="connsiteX14-101" fmla="*/ 438326 w 668744"/>
              <a:gd name="connsiteY14-102" fmla="*/ 108554 h 391923"/>
              <a:gd name="connsiteX15-103" fmla="*/ 535957 w 668744"/>
              <a:gd name="connsiteY15-104" fmla="*/ 39498 h 391923"/>
              <a:gd name="connsiteX16-105" fmla="*/ 583582 w 668744"/>
              <a:gd name="connsiteY16-106" fmla="*/ 18066 h 391923"/>
              <a:gd name="connsiteX17-107" fmla="*/ 664545 w 668744"/>
              <a:gd name="connsiteY17-108" fmla="*/ 65691 h 391923"/>
              <a:gd name="connsiteX0-109" fmla="*/ 664545 w 668744"/>
              <a:gd name="connsiteY0-110" fmla="*/ 65691 h 391923"/>
              <a:gd name="connsiteX1-111" fmla="*/ 650257 w 668744"/>
              <a:gd name="connsiteY1-112" fmla="*/ 13304 h 391923"/>
              <a:gd name="connsiteX2-113" fmla="*/ 590726 w 668744"/>
              <a:gd name="connsiteY2-114" fmla="*/ 1398 h 391923"/>
              <a:gd name="connsiteX3-115" fmla="*/ 550245 w 668744"/>
              <a:gd name="connsiteY3-116" fmla="*/ 8541 h 391923"/>
              <a:gd name="connsiteX4-117" fmla="*/ 457376 w 668744"/>
              <a:gd name="connsiteY4-118" fmla="*/ 75216 h 391923"/>
              <a:gd name="connsiteX5-119" fmla="*/ 350220 w 668744"/>
              <a:gd name="connsiteY5-120" fmla="*/ 158560 h 391923"/>
              <a:gd name="connsiteX6-121" fmla="*/ 231158 w 668744"/>
              <a:gd name="connsiteY6-122" fmla="*/ 270479 h 391923"/>
              <a:gd name="connsiteX7-123" fmla="*/ 116857 w 668744"/>
              <a:gd name="connsiteY7-124" fmla="*/ 341916 h 391923"/>
              <a:gd name="connsiteX8-125" fmla="*/ 50182 w 668744"/>
              <a:gd name="connsiteY8-126" fmla="*/ 363348 h 391923"/>
              <a:gd name="connsiteX9-127" fmla="*/ 176 w 668744"/>
              <a:gd name="connsiteY9-128" fmla="*/ 356204 h 391923"/>
              <a:gd name="connsiteX10-129" fmla="*/ 176 w 668744"/>
              <a:gd name="connsiteY10-130" fmla="*/ 391923 h 391923"/>
              <a:gd name="connsiteX11-131" fmla="*/ 83520 w 668744"/>
              <a:gd name="connsiteY11-132" fmla="*/ 384779 h 391923"/>
              <a:gd name="connsiteX12-133" fmla="*/ 195439 w 668744"/>
              <a:gd name="connsiteY12-134" fmla="*/ 315723 h 391923"/>
              <a:gd name="connsiteX13-135" fmla="*/ 364508 w 668744"/>
              <a:gd name="connsiteY13-136" fmla="*/ 182373 h 391923"/>
              <a:gd name="connsiteX14-137" fmla="*/ 438326 w 668744"/>
              <a:gd name="connsiteY14-138" fmla="*/ 108554 h 391923"/>
              <a:gd name="connsiteX15-139" fmla="*/ 535957 w 668744"/>
              <a:gd name="connsiteY15-140" fmla="*/ 39498 h 391923"/>
              <a:gd name="connsiteX16-141" fmla="*/ 583582 w 668744"/>
              <a:gd name="connsiteY16-142" fmla="*/ 18066 h 391923"/>
              <a:gd name="connsiteX17-143" fmla="*/ 664545 w 668744"/>
              <a:gd name="connsiteY17-144" fmla="*/ 65691 h 391923"/>
              <a:gd name="connsiteX0-145" fmla="*/ 664545 w 668744"/>
              <a:gd name="connsiteY0-146" fmla="*/ 65691 h 391923"/>
              <a:gd name="connsiteX1-147" fmla="*/ 650257 w 668744"/>
              <a:gd name="connsiteY1-148" fmla="*/ 13304 h 391923"/>
              <a:gd name="connsiteX2-149" fmla="*/ 590726 w 668744"/>
              <a:gd name="connsiteY2-150" fmla="*/ 1398 h 391923"/>
              <a:gd name="connsiteX3-151" fmla="*/ 550245 w 668744"/>
              <a:gd name="connsiteY3-152" fmla="*/ 8541 h 391923"/>
              <a:gd name="connsiteX4-153" fmla="*/ 457376 w 668744"/>
              <a:gd name="connsiteY4-154" fmla="*/ 75216 h 391923"/>
              <a:gd name="connsiteX5-155" fmla="*/ 350220 w 668744"/>
              <a:gd name="connsiteY5-156" fmla="*/ 158560 h 391923"/>
              <a:gd name="connsiteX6-157" fmla="*/ 231158 w 668744"/>
              <a:gd name="connsiteY6-158" fmla="*/ 270479 h 391923"/>
              <a:gd name="connsiteX7-159" fmla="*/ 116857 w 668744"/>
              <a:gd name="connsiteY7-160" fmla="*/ 341916 h 391923"/>
              <a:gd name="connsiteX8-161" fmla="*/ 50182 w 668744"/>
              <a:gd name="connsiteY8-162" fmla="*/ 363348 h 391923"/>
              <a:gd name="connsiteX9-163" fmla="*/ 176 w 668744"/>
              <a:gd name="connsiteY9-164" fmla="*/ 356204 h 391923"/>
              <a:gd name="connsiteX10-165" fmla="*/ 176 w 668744"/>
              <a:gd name="connsiteY10-166" fmla="*/ 391923 h 391923"/>
              <a:gd name="connsiteX11-167" fmla="*/ 83520 w 668744"/>
              <a:gd name="connsiteY11-168" fmla="*/ 384779 h 391923"/>
              <a:gd name="connsiteX12-169" fmla="*/ 195439 w 668744"/>
              <a:gd name="connsiteY12-170" fmla="*/ 315723 h 391923"/>
              <a:gd name="connsiteX13-171" fmla="*/ 364508 w 668744"/>
              <a:gd name="connsiteY13-172" fmla="*/ 177610 h 391923"/>
              <a:gd name="connsiteX14-173" fmla="*/ 438326 w 668744"/>
              <a:gd name="connsiteY14-174" fmla="*/ 108554 h 391923"/>
              <a:gd name="connsiteX15-175" fmla="*/ 535957 w 668744"/>
              <a:gd name="connsiteY15-176" fmla="*/ 39498 h 391923"/>
              <a:gd name="connsiteX16-177" fmla="*/ 583582 w 668744"/>
              <a:gd name="connsiteY16-178" fmla="*/ 18066 h 391923"/>
              <a:gd name="connsiteX17-179" fmla="*/ 664545 w 668744"/>
              <a:gd name="connsiteY17-180" fmla="*/ 65691 h 391923"/>
              <a:gd name="connsiteX0-181" fmla="*/ 664545 w 668744"/>
              <a:gd name="connsiteY0-182" fmla="*/ 65691 h 391923"/>
              <a:gd name="connsiteX1-183" fmla="*/ 650257 w 668744"/>
              <a:gd name="connsiteY1-184" fmla="*/ 13304 h 391923"/>
              <a:gd name="connsiteX2-185" fmla="*/ 590726 w 668744"/>
              <a:gd name="connsiteY2-186" fmla="*/ 1398 h 391923"/>
              <a:gd name="connsiteX3-187" fmla="*/ 550245 w 668744"/>
              <a:gd name="connsiteY3-188" fmla="*/ 8541 h 391923"/>
              <a:gd name="connsiteX4-189" fmla="*/ 457376 w 668744"/>
              <a:gd name="connsiteY4-190" fmla="*/ 75216 h 391923"/>
              <a:gd name="connsiteX5-191" fmla="*/ 350220 w 668744"/>
              <a:gd name="connsiteY5-192" fmla="*/ 158560 h 391923"/>
              <a:gd name="connsiteX6-193" fmla="*/ 231158 w 668744"/>
              <a:gd name="connsiteY6-194" fmla="*/ 270479 h 391923"/>
              <a:gd name="connsiteX7-195" fmla="*/ 116857 w 668744"/>
              <a:gd name="connsiteY7-196" fmla="*/ 341916 h 391923"/>
              <a:gd name="connsiteX8-197" fmla="*/ 50182 w 668744"/>
              <a:gd name="connsiteY8-198" fmla="*/ 363348 h 391923"/>
              <a:gd name="connsiteX9-199" fmla="*/ 176 w 668744"/>
              <a:gd name="connsiteY9-200" fmla="*/ 356204 h 391923"/>
              <a:gd name="connsiteX10-201" fmla="*/ 176 w 668744"/>
              <a:gd name="connsiteY10-202" fmla="*/ 391923 h 391923"/>
              <a:gd name="connsiteX11-203" fmla="*/ 83520 w 668744"/>
              <a:gd name="connsiteY11-204" fmla="*/ 384779 h 391923"/>
              <a:gd name="connsiteX12-205" fmla="*/ 195439 w 668744"/>
              <a:gd name="connsiteY12-206" fmla="*/ 315723 h 391923"/>
              <a:gd name="connsiteX13-207" fmla="*/ 359746 w 668744"/>
              <a:gd name="connsiteY13-208" fmla="*/ 168085 h 391923"/>
              <a:gd name="connsiteX14-209" fmla="*/ 438326 w 668744"/>
              <a:gd name="connsiteY14-210" fmla="*/ 108554 h 391923"/>
              <a:gd name="connsiteX15-211" fmla="*/ 535957 w 668744"/>
              <a:gd name="connsiteY15-212" fmla="*/ 39498 h 391923"/>
              <a:gd name="connsiteX16-213" fmla="*/ 583582 w 668744"/>
              <a:gd name="connsiteY16-214" fmla="*/ 18066 h 391923"/>
              <a:gd name="connsiteX17-215" fmla="*/ 664545 w 668744"/>
              <a:gd name="connsiteY17-216" fmla="*/ 65691 h 391923"/>
              <a:gd name="connsiteX0-217" fmla="*/ 664545 w 668744"/>
              <a:gd name="connsiteY0-218" fmla="*/ 65691 h 391923"/>
              <a:gd name="connsiteX1-219" fmla="*/ 650257 w 668744"/>
              <a:gd name="connsiteY1-220" fmla="*/ 13304 h 391923"/>
              <a:gd name="connsiteX2-221" fmla="*/ 590726 w 668744"/>
              <a:gd name="connsiteY2-222" fmla="*/ 1398 h 391923"/>
              <a:gd name="connsiteX3-223" fmla="*/ 550245 w 668744"/>
              <a:gd name="connsiteY3-224" fmla="*/ 8541 h 391923"/>
              <a:gd name="connsiteX4-225" fmla="*/ 457376 w 668744"/>
              <a:gd name="connsiteY4-226" fmla="*/ 75216 h 391923"/>
              <a:gd name="connsiteX5-227" fmla="*/ 350220 w 668744"/>
              <a:gd name="connsiteY5-228" fmla="*/ 158560 h 391923"/>
              <a:gd name="connsiteX6-229" fmla="*/ 231158 w 668744"/>
              <a:gd name="connsiteY6-230" fmla="*/ 270479 h 391923"/>
              <a:gd name="connsiteX7-231" fmla="*/ 116857 w 668744"/>
              <a:gd name="connsiteY7-232" fmla="*/ 341916 h 391923"/>
              <a:gd name="connsiteX8-233" fmla="*/ 50182 w 668744"/>
              <a:gd name="connsiteY8-234" fmla="*/ 363348 h 391923"/>
              <a:gd name="connsiteX9-235" fmla="*/ 176 w 668744"/>
              <a:gd name="connsiteY9-236" fmla="*/ 356204 h 391923"/>
              <a:gd name="connsiteX10-237" fmla="*/ 176 w 668744"/>
              <a:gd name="connsiteY10-238" fmla="*/ 391923 h 391923"/>
              <a:gd name="connsiteX11-239" fmla="*/ 83520 w 668744"/>
              <a:gd name="connsiteY11-240" fmla="*/ 384779 h 391923"/>
              <a:gd name="connsiteX12-241" fmla="*/ 195439 w 668744"/>
              <a:gd name="connsiteY12-242" fmla="*/ 315723 h 391923"/>
              <a:gd name="connsiteX13-243" fmla="*/ 366890 w 668744"/>
              <a:gd name="connsiteY13-244" fmla="*/ 175229 h 391923"/>
              <a:gd name="connsiteX14-245" fmla="*/ 438326 w 668744"/>
              <a:gd name="connsiteY14-246" fmla="*/ 108554 h 391923"/>
              <a:gd name="connsiteX15-247" fmla="*/ 535957 w 668744"/>
              <a:gd name="connsiteY15-248" fmla="*/ 39498 h 391923"/>
              <a:gd name="connsiteX16-249" fmla="*/ 583582 w 668744"/>
              <a:gd name="connsiteY16-250" fmla="*/ 18066 h 391923"/>
              <a:gd name="connsiteX17-251" fmla="*/ 664545 w 668744"/>
              <a:gd name="connsiteY17-252" fmla="*/ 65691 h 391923"/>
              <a:gd name="connsiteX0-253" fmla="*/ 664545 w 668806"/>
              <a:gd name="connsiteY0-254" fmla="*/ 69382 h 395614"/>
              <a:gd name="connsiteX1-255" fmla="*/ 650257 w 668806"/>
              <a:gd name="connsiteY1-256" fmla="*/ 16995 h 395614"/>
              <a:gd name="connsiteX2-257" fmla="*/ 588344 w 668806"/>
              <a:gd name="connsiteY2-258" fmla="*/ 326 h 395614"/>
              <a:gd name="connsiteX3-259" fmla="*/ 550245 w 668806"/>
              <a:gd name="connsiteY3-260" fmla="*/ 12232 h 395614"/>
              <a:gd name="connsiteX4-261" fmla="*/ 457376 w 668806"/>
              <a:gd name="connsiteY4-262" fmla="*/ 78907 h 395614"/>
              <a:gd name="connsiteX5-263" fmla="*/ 350220 w 668806"/>
              <a:gd name="connsiteY5-264" fmla="*/ 162251 h 395614"/>
              <a:gd name="connsiteX6-265" fmla="*/ 231158 w 668806"/>
              <a:gd name="connsiteY6-266" fmla="*/ 274170 h 395614"/>
              <a:gd name="connsiteX7-267" fmla="*/ 116857 w 668806"/>
              <a:gd name="connsiteY7-268" fmla="*/ 345607 h 395614"/>
              <a:gd name="connsiteX8-269" fmla="*/ 50182 w 668806"/>
              <a:gd name="connsiteY8-270" fmla="*/ 367039 h 395614"/>
              <a:gd name="connsiteX9-271" fmla="*/ 176 w 668806"/>
              <a:gd name="connsiteY9-272" fmla="*/ 359895 h 395614"/>
              <a:gd name="connsiteX10-273" fmla="*/ 176 w 668806"/>
              <a:gd name="connsiteY10-274" fmla="*/ 395614 h 395614"/>
              <a:gd name="connsiteX11-275" fmla="*/ 83520 w 668806"/>
              <a:gd name="connsiteY11-276" fmla="*/ 388470 h 395614"/>
              <a:gd name="connsiteX12-277" fmla="*/ 195439 w 668806"/>
              <a:gd name="connsiteY12-278" fmla="*/ 319414 h 395614"/>
              <a:gd name="connsiteX13-279" fmla="*/ 366890 w 668806"/>
              <a:gd name="connsiteY13-280" fmla="*/ 178920 h 395614"/>
              <a:gd name="connsiteX14-281" fmla="*/ 438326 w 668806"/>
              <a:gd name="connsiteY14-282" fmla="*/ 112245 h 395614"/>
              <a:gd name="connsiteX15-283" fmla="*/ 535957 w 668806"/>
              <a:gd name="connsiteY15-284" fmla="*/ 43189 h 395614"/>
              <a:gd name="connsiteX16-285" fmla="*/ 583582 w 668806"/>
              <a:gd name="connsiteY16-286" fmla="*/ 21757 h 395614"/>
              <a:gd name="connsiteX17-287" fmla="*/ 664545 w 668806"/>
              <a:gd name="connsiteY17-288" fmla="*/ 69382 h 3956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</a:cxnLst>
            <a:rect l="l" t="t" r="r" b="b"/>
            <a:pathLst>
              <a:path w="668806" h="395614">
                <a:moveTo>
                  <a:pt x="664545" y="69382"/>
                </a:moveTo>
                <a:cubicBezTo>
                  <a:pt x="675657" y="68588"/>
                  <a:pt x="662957" y="28504"/>
                  <a:pt x="650257" y="16995"/>
                </a:cubicBezTo>
                <a:cubicBezTo>
                  <a:pt x="637557" y="5486"/>
                  <a:pt x="605013" y="1120"/>
                  <a:pt x="588344" y="326"/>
                </a:cubicBezTo>
                <a:cubicBezTo>
                  <a:pt x="571675" y="-468"/>
                  <a:pt x="572073" y="-865"/>
                  <a:pt x="550245" y="12232"/>
                </a:cubicBezTo>
                <a:cubicBezTo>
                  <a:pt x="528417" y="25329"/>
                  <a:pt x="490713" y="53904"/>
                  <a:pt x="457376" y="78907"/>
                </a:cubicBezTo>
                <a:cubicBezTo>
                  <a:pt x="424039" y="103910"/>
                  <a:pt x="387923" y="129707"/>
                  <a:pt x="350220" y="162251"/>
                </a:cubicBezTo>
                <a:cubicBezTo>
                  <a:pt x="312517" y="194795"/>
                  <a:pt x="270052" y="243611"/>
                  <a:pt x="231158" y="274170"/>
                </a:cubicBezTo>
                <a:cubicBezTo>
                  <a:pt x="192264" y="304729"/>
                  <a:pt x="147020" y="330129"/>
                  <a:pt x="116857" y="345607"/>
                </a:cubicBezTo>
                <a:cubicBezTo>
                  <a:pt x="86694" y="361085"/>
                  <a:pt x="69629" y="364658"/>
                  <a:pt x="50182" y="367039"/>
                </a:cubicBezTo>
                <a:cubicBezTo>
                  <a:pt x="30735" y="369420"/>
                  <a:pt x="7716" y="360689"/>
                  <a:pt x="176" y="359895"/>
                </a:cubicBezTo>
                <a:cubicBezTo>
                  <a:pt x="176" y="371801"/>
                  <a:pt x="-221" y="378152"/>
                  <a:pt x="176" y="395614"/>
                </a:cubicBezTo>
                <a:lnTo>
                  <a:pt x="83520" y="388470"/>
                </a:lnTo>
                <a:cubicBezTo>
                  <a:pt x="120826" y="365451"/>
                  <a:pt x="148211" y="354339"/>
                  <a:pt x="195439" y="319414"/>
                </a:cubicBezTo>
                <a:cubicBezTo>
                  <a:pt x="242667" y="284489"/>
                  <a:pt x="326409" y="213448"/>
                  <a:pt x="366890" y="178920"/>
                </a:cubicBezTo>
                <a:cubicBezTo>
                  <a:pt x="407371" y="144392"/>
                  <a:pt x="410148" y="134867"/>
                  <a:pt x="438326" y="112245"/>
                </a:cubicBezTo>
                <a:cubicBezTo>
                  <a:pt x="466504" y="89623"/>
                  <a:pt x="511351" y="57477"/>
                  <a:pt x="535957" y="43189"/>
                </a:cubicBezTo>
                <a:cubicBezTo>
                  <a:pt x="560563" y="28901"/>
                  <a:pt x="565723" y="21757"/>
                  <a:pt x="583582" y="21757"/>
                </a:cubicBezTo>
                <a:cubicBezTo>
                  <a:pt x="601441" y="21757"/>
                  <a:pt x="653433" y="70176"/>
                  <a:pt x="664545" y="69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5903307" y="3562337"/>
            <a:ext cx="373062" cy="368300"/>
          </a:xfrm>
          <a:custGeom>
            <a:avLst/>
            <a:gdLst>
              <a:gd name="connsiteX0" fmla="*/ 66437 w 376186"/>
              <a:gd name="connsiteY0" fmla="*/ 362540 h 362540"/>
              <a:gd name="connsiteX1" fmla="*/ 66437 w 376186"/>
              <a:gd name="connsiteY1" fmla="*/ 288721 h 362540"/>
              <a:gd name="connsiteX2" fmla="*/ 121206 w 376186"/>
              <a:gd name="connsiteY2" fmla="*/ 200615 h 362540"/>
              <a:gd name="connsiteX3" fmla="*/ 225981 w 376186"/>
              <a:gd name="connsiteY3" fmla="*/ 86315 h 362540"/>
              <a:gd name="connsiteX4" fmla="*/ 304562 w 376186"/>
              <a:gd name="connsiteY4" fmla="*/ 29165 h 362540"/>
              <a:gd name="connsiteX5" fmla="*/ 335519 w 376186"/>
              <a:gd name="connsiteY5" fmla="*/ 24403 h 362540"/>
              <a:gd name="connsiteX6" fmla="*/ 342662 w 376186"/>
              <a:gd name="connsiteY6" fmla="*/ 69646 h 362540"/>
              <a:gd name="connsiteX7" fmla="*/ 376000 w 376186"/>
              <a:gd name="connsiteY7" fmla="*/ 50596 h 362540"/>
              <a:gd name="connsiteX8" fmla="*/ 354569 w 376186"/>
              <a:gd name="connsiteY8" fmla="*/ 14878 h 362540"/>
              <a:gd name="connsiteX9" fmla="*/ 321231 w 376186"/>
              <a:gd name="connsiteY9" fmla="*/ 2971 h 362540"/>
              <a:gd name="connsiteX10" fmla="*/ 268844 w 376186"/>
              <a:gd name="connsiteY10" fmla="*/ 2971 h 362540"/>
              <a:gd name="connsiteX11" fmla="*/ 202169 w 376186"/>
              <a:gd name="connsiteY11" fmla="*/ 36309 h 362540"/>
              <a:gd name="connsiteX12" fmla="*/ 97394 w 376186"/>
              <a:gd name="connsiteY12" fmla="*/ 122034 h 362540"/>
              <a:gd name="connsiteX13" fmla="*/ 11669 w 376186"/>
              <a:gd name="connsiteY13" fmla="*/ 224428 h 362540"/>
              <a:gd name="connsiteX14" fmla="*/ 6906 w 376186"/>
              <a:gd name="connsiteY14" fmla="*/ 350634 h 362540"/>
              <a:gd name="connsiteX15" fmla="*/ 66437 w 376186"/>
              <a:gd name="connsiteY15" fmla="*/ 362540 h 362540"/>
              <a:gd name="connsiteX0-1" fmla="*/ 73581 w 376186"/>
              <a:gd name="connsiteY0-2" fmla="*/ 364921 h 364921"/>
              <a:gd name="connsiteX1-3" fmla="*/ 66437 w 376186"/>
              <a:gd name="connsiteY1-4" fmla="*/ 288721 h 364921"/>
              <a:gd name="connsiteX2-5" fmla="*/ 121206 w 376186"/>
              <a:gd name="connsiteY2-6" fmla="*/ 200615 h 364921"/>
              <a:gd name="connsiteX3-7" fmla="*/ 225981 w 376186"/>
              <a:gd name="connsiteY3-8" fmla="*/ 86315 h 364921"/>
              <a:gd name="connsiteX4-9" fmla="*/ 304562 w 376186"/>
              <a:gd name="connsiteY4-10" fmla="*/ 29165 h 364921"/>
              <a:gd name="connsiteX5-11" fmla="*/ 335519 w 376186"/>
              <a:gd name="connsiteY5-12" fmla="*/ 24403 h 364921"/>
              <a:gd name="connsiteX6-13" fmla="*/ 342662 w 376186"/>
              <a:gd name="connsiteY6-14" fmla="*/ 69646 h 364921"/>
              <a:gd name="connsiteX7-15" fmla="*/ 376000 w 376186"/>
              <a:gd name="connsiteY7-16" fmla="*/ 50596 h 364921"/>
              <a:gd name="connsiteX8-17" fmla="*/ 354569 w 376186"/>
              <a:gd name="connsiteY8-18" fmla="*/ 14878 h 364921"/>
              <a:gd name="connsiteX9-19" fmla="*/ 321231 w 376186"/>
              <a:gd name="connsiteY9-20" fmla="*/ 2971 h 364921"/>
              <a:gd name="connsiteX10-21" fmla="*/ 268844 w 376186"/>
              <a:gd name="connsiteY10-22" fmla="*/ 2971 h 364921"/>
              <a:gd name="connsiteX11-23" fmla="*/ 202169 w 376186"/>
              <a:gd name="connsiteY11-24" fmla="*/ 36309 h 364921"/>
              <a:gd name="connsiteX12-25" fmla="*/ 97394 w 376186"/>
              <a:gd name="connsiteY12-26" fmla="*/ 122034 h 364921"/>
              <a:gd name="connsiteX13-27" fmla="*/ 11669 w 376186"/>
              <a:gd name="connsiteY13-28" fmla="*/ 224428 h 364921"/>
              <a:gd name="connsiteX14-29" fmla="*/ 6906 w 376186"/>
              <a:gd name="connsiteY14-30" fmla="*/ 350634 h 364921"/>
              <a:gd name="connsiteX15-31" fmla="*/ 73581 w 376186"/>
              <a:gd name="connsiteY15-32" fmla="*/ 364921 h 364921"/>
              <a:gd name="connsiteX0-33" fmla="*/ 68880 w 371485"/>
              <a:gd name="connsiteY0-34" fmla="*/ 364921 h 364921"/>
              <a:gd name="connsiteX1-35" fmla="*/ 61736 w 371485"/>
              <a:gd name="connsiteY1-36" fmla="*/ 288721 h 364921"/>
              <a:gd name="connsiteX2-37" fmla="*/ 116505 w 371485"/>
              <a:gd name="connsiteY2-38" fmla="*/ 200615 h 364921"/>
              <a:gd name="connsiteX3-39" fmla="*/ 221280 w 371485"/>
              <a:gd name="connsiteY3-40" fmla="*/ 86315 h 364921"/>
              <a:gd name="connsiteX4-41" fmla="*/ 299861 w 371485"/>
              <a:gd name="connsiteY4-42" fmla="*/ 29165 h 364921"/>
              <a:gd name="connsiteX5-43" fmla="*/ 330818 w 371485"/>
              <a:gd name="connsiteY5-44" fmla="*/ 24403 h 364921"/>
              <a:gd name="connsiteX6-45" fmla="*/ 337961 w 371485"/>
              <a:gd name="connsiteY6-46" fmla="*/ 69646 h 364921"/>
              <a:gd name="connsiteX7-47" fmla="*/ 371299 w 371485"/>
              <a:gd name="connsiteY7-48" fmla="*/ 50596 h 364921"/>
              <a:gd name="connsiteX8-49" fmla="*/ 349868 w 371485"/>
              <a:gd name="connsiteY8-50" fmla="*/ 14878 h 364921"/>
              <a:gd name="connsiteX9-51" fmla="*/ 316530 w 371485"/>
              <a:gd name="connsiteY9-52" fmla="*/ 2971 h 364921"/>
              <a:gd name="connsiteX10-53" fmla="*/ 264143 w 371485"/>
              <a:gd name="connsiteY10-54" fmla="*/ 2971 h 364921"/>
              <a:gd name="connsiteX11-55" fmla="*/ 197468 w 371485"/>
              <a:gd name="connsiteY11-56" fmla="*/ 36309 h 364921"/>
              <a:gd name="connsiteX12-57" fmla="*/ 92693 w 371485"/>
              <a:gd name="connsiteY12-58" fmla="*/ 122034 h 364921"/>
              <a:gd name="connsiteX13-59" fmla="*/ 6968 w 371485"/>
              <a:gd name="connsiteY13-60" fmla="*/ 224428 h 364921"/>
              <a:gd name="connsiteX14-61" fmla="*/ 14111 w 371485"/>
              <a:gd name="connsiteY14-62" fmla="*/ 350634 h 364921"/>
              <a:gd name="connsiteX15-63" fmla="*/ 68880 w 371485"/>
              <a:gd name="connsiteY15-64" fmla="*/ 364921 h 364921"/>
              <a:gd name="connsiteX0-65" fmla="*/ 70332 w 372937"/>
              <a:gd name="connsiteY0-66" fmla="*/ 364921 h 364921"/>
              <a:gd name="connsiteX1-67" fmla="*/ 63188 w 372937"/>
              <a:gd name="connsiteY1-68" fmla="*/ 288721 h 364921"/>
              <a:gd name="connsiteX2-69" fmla="*/ 117957 w 372937"/>
              <a:gd name="connsiteY2-70" fmla="*/ 200615 h 364921"/>
              <a:gd name="connsiteX3-71" fmla="*/ 222732 w 372937"/>
              <a:gd name="connsiteY3-72" fmla="*/ 86315 h 364921"/>
              <a:gd name="connsiteX4-73" fmla="*/ 301313 w 372937"/>
              <a:gd name="connsiteY4-74" fmla="*/ 29165 h 364921"/>
              <a:gd name="connsiteX5-75" fmla="*/ 332270 w 372937"/>
              <a:gd name="connsiteY5-76" fmla="*/ 24403 h 364921"/>
              <a:gd name="connsiteX6-77" fmla="*/ 339413 w 372937"/>
              <a:gd name="connsiteY6-78" fmla="*/ 69646 h 364921"/>
              <a:gd name="connsiteX7-79" fmla="*/ 372751 w 372937"/>
              <a:gd name="connsiteY7-80" fmla="*/ 50596 h 364921"/>
              <a:gd name="connsiteX8-81" fmla="*/ 351320 w 372937"/>
              <a:gd name="connsiteY8-82" fmla="*/ 14878 h 364921"/>
              <a:gd name="connsiteX9-83" fmla="*/ 317982 w 372937"/>
              <a:gd name="connsiteY9-84" fmla="*/ 2971 h 364921"/>
              <a:gd name="connsiteX10-85" fmla="*/ 265595 w 372937"/>
              <a:gd name="connsiteY10-86" fmla="*/ 2971 h 364921"/>
              <a:gd name="connsiteX11-87" fmla="*/ 198920 w 372937"/>
              <a:gd name="connsiteY11-88" fmla="*/ 36309 h 364921"/>
              <a:gd name="connsiteX12-89" fmla="*/ 94145 w 372937"/>
              <a:gd name="connsiteY12-90" fmla="*/ 122034 h 364921"/>
              <a:gd name="connsiteX13-91" fmla="*/ 8420 w 372937"/>
              <a:gd name="connsiteY13-92" fmla="*/ 224428 h 364921"/>
              <a:gd name="connsiteX14-93" fmla="*/ 10801 w 372937"/>
              <a:gd name="connsiteY14-94" fmla="*/ 348253 h 364921"/>
              <a:gd name="connsiteX15-95" fmla="*/ 70332 w 372937"/>
              <a:gd name="connsiteY15-96" fmla="*/ 364921 h 364921"/>
              <a:gd name="connsiteX0-97" fmla="*/ 65479 w 368084"/>
              <a:gd name="connsiteY0-98" fmla="*/ 364921 h 364921"/>
              <a:gd name="connsiteX1-99" fmla="*/ 58335 w 368084"/>
              <a:gd name="connsiteY1-100" fmla="*/ 288721 h 364921"/>
              <a:gd name="connsiteX2-101" fmla="*/ 113104 w 368084"/>
              <a:gd name="connsiteY2-102" fmla="*/ 200615 h 364921"/>
              <a:gd name="connsiteX3-103" fmla="*/ 217879 w 368084"/>
              <a:gd name="connsiteY3-104" fmla="*/ 86315 h 364921"/>
              <a:gd name="connsiteX4-105" fmla="*/ 296460 w 368084"/>
              <a:gd name="connsiteY4-106" fmla="*/ 29165 h 364921"/>
              <a:gd name="connsiteX5-107" fmla="*/ 327417 w 368084"/>
              <a:gd name="connsiteY5-108" fmla="*/ 24403 h 364921"/>
              <a:gd name="connsiteX6-109" fmla="*/ 334560 w 368084"/>
              <a:gd name="connsiteY6-110" fmla="*/ 69646 h 364921"/>
              <a:gd name="connsiteX7-111" fmla="*/ 367898 w 368084"/>
              <a:gd name="connsiteY7-112" fmla="*/ 50596 h 364921"/>
              <a:gd name="connsiteX8-113" fmla="*/ 346467 w 368084"/>
              <a:gd name="connsiteY8-114" fmla="*/ 14878 h 364921"/>
              <a:gd name="connsiteX9-115" fmla="*/ 313129 w 368084"/>
              <a:gd name="connsiteY9-116" fmla="*/ 2971 h 364921"/>
              <a:gd name="connsiteX10-117" fmla="*/ 260742 w 368084"/>
              <a:gd name="connsiteY10-118" fmla="*/ 2971 h 364921"/>
              <a:gd name="connsiteX11-119" fmla="*/ 194067 w 368084"/>
              <a:gd name="connsiteY11-120" fmla="*/ 36309 h 364921"/>
              <a:gd name="connsiteX12-121" fmla="*/ 89292 w 368084"/>
              <a:gd name="connsiteY12-122" fmla="*/ 122034 h 364921"/>
              <a:gd name="connsiteX13-123" fmla="*/ 13092 w 368084"/>
              <a:gd name="connsiteY13-124" fmla="*/ 238716 h 364921"/>
              <a:gd name="connsiteX14-125" fmla="*/ 5948 w 368084"/>
              <a:gd name="connsiteY14-126" fmla="*/ 348253 h 364921"/>
              <a:gd name="connsiteX15-127" fmla="*/ 65479 w 368084"/>
              <a:gd name="connsiteY15-128" fmla="*/ 364921 h 364921"/>
              <a:gd name="connsiteX0-129" fmla="*/ 62414 w 365019"/>
              <a:gd name="connsiteY0-130" fmla="*/ 364921 h 364921"/>
              <a:gd name="connsiteX1-131" fmla="*/ 55270 w 365019"/>
              <a:gd name="connsiteY1-132" fmla="*/ 288721 h 364921"/>
              <a:gd name="connsiteX2-133" fmla="*/ 110039 w 365019"/>
              <a:gd name="connsiteY2-134" fmla="*/ 200615 h 364921"/>
              <a:gd name="connsiteX3-135" fmla="*/ 214814 w 365019"/>
              <a:gd name="connsiteY3-136" fmla="*/ 86315 h 364921"/>
              <a:gd name="connsiteX4-137" fmla="*/ 293395 w 365019"/>
              <a:gd name="connsiteY4-138" fmla="*/ 29165 h 364921"/>
              <a:gd name="connsiteX5-139" fmla="*/ 324352 w 365019"/>
              <a:gd name="connsiteY5-140" fmla="*/ 24403 h 364921"/>
              <a:gd name="connsiteX6-141" fmla="*/ 331495 w 365019"/>
              <a:gd name="connsiteY6-142" fmla="*/ 69646 h 364921"/>
              <a:gd name="connsiteX7-143" fmla="*/ 364833 w 365019"/>
              <a:gd name="connsiteY7-144" fmla="*/ 50596 h 364921"/>
              <a:gd name="connsiteX8-145" fmla="*/ 343402 w 365019"/>
              <a:gd name="connsiteY8-146" fmla="*/ 14878 h 364921"/>
              <a:gd name="connsiteX9-147" fmla="*/ 310064 w 365019"/>
              <a:gd name="connsiteY9-148" fmla="*/ 2971 h 364921"/>
              <a:gd name="connsiteX10-149" fmla="*/ 257677 w 365019"/>
              <a:gd name="connsiteY10-150" fmla="*/ 2971 h 364921"/>
              <a:gd name="connsiteX11-151" fmla="*/ 191002 w 365019"/>
              <a:gd name="connsiteY11-152" fmla="*/ 36309 h 364921"/>
              <a:gd name="connsiteX12-153" fmla="*/ 86227 w 365019"/>
              <a:gd name="connsiteY12-154" fmla="*/ 122034 h 364921"/>
              <a:gd name="connsiteX13-155" fmla="*/ 24314 w 365019"/>
              <a:gd name="connsiteY13-156" fmla="*/ 253003 h 364921"/>
              <a:gd name="connsiteX14-157" fmla="*/ 2883 w 365019"/>
              <a:gd name="connsiteY14-158" fmla="*/ 348253 h 364921"/>
              <a:gd name="connsiteX15-159" fmla="*/ 62414 w 365019"/>
              <a:gd name="connsiteY15-160" fmla="*/ 364921 h 364921"/>
              <a:gd name="connsiteX0-161" fmla="*/ 67570 w 370175"/>
              <a:gd name="connsiteY0-162" fmla="*/ 364921 h 364921"/>
              <a:gd name="connsiteX1-163" fmla="*/ 60426 w 370175"/>
              <a:gd name="connsiteY1-164" fmla="*/ 288721 h 364921"/>
              <a:gd name="connsiteX2-165" fmla="*/ 115195 w 370175"/>
              <a:gd name="connsiteY2-166" fmla="*/ 200615 h 364921"/>
              <a:gd name="connsiteX3-167" fmla="*/ 219970 w 370175"/>
              <a:gd name="connsiteY3-168" fmla="*/ 86315 h 364921"/>
              <a:gd name="connsiteX4-169" fmla="*/ 298551 w 370175"/>
              <a:gd name="connsiteY4-170" fmla="*/ 29165 h 364921"/>
              <a:gd name="connsiteX5-171" fmla="*/ 329508 w 370175"/>
              <a:gd name="connsiteY5-172" fmla="*/ 24403 h 364921"/>
              <a:gd name="connsiteX6-173" fmla="*/ 336651 w 370175"/>
              <a:gd name="connsiteY6-174" fmla="*/ 69646 h 364921"/>
              <a:gd name="connsiteX7-175" fmla="*/ 369989 w 370175"/>
              <a:gd name="connsiteY7-176" fmla="*/ 50596 h 364921"/>
              <a:gd name="connsiteX8-177" fmla="*/ 348558 w 370175"/>
              <a:gd name="connsiteY8-178" fmla="*/ 14878 h 364921"/>
              <a:gd name="connsiteX9-179" fmla="*/ 315220 w 370175"/>
              <a:gd name="connsiteY9-180" fmla="*/ 2971 h 364921"/>
              <a:gd name="connsiteX10-181" fmla="*/ 262833 w 370175"/>
              <a:gd name="connsiteY10-182" fmla="*/ 2971 h 364921"/>
              <a:gd name="connsiteX11-183" fmla="*/ 196158 w 370175"/>
              <a:gd name="connsiteY11-184" fmla="*/ 36309 h 364921"/>
              <a:gd name="connsiteX12-185" fmla="*/ 91383 w 370175"/>
              <a:gd name="connsiteY12-186" fmla="*/ 122034 h 364921"/>
              <a:gd name="connsiteX13-187" fmla="*/ 10420 w 370175"/>
              <a:gd name="connsiteY13-188" fmla="*/ 229191 h 364921"/>
              <a:gd name="connsiteX14-189" fmla="*/ 8039 w 370175"/>
              <a:gd name="connsiteY14-190" fmla="*/ 348253 h 364921"/>
              <a:gd name="connsiteX15-191" fmla="*/ 67570 w 370175"/>
              <a:gd name="connsiteY15-192" fmla="*/ 364921 h 364921"/>
              <a:gd name="connsiteX0-193" fmla="*/ 67570 w 370162"/>
              <a:gd name="connsiteY0-194" fmla="*/ 367770 h 367770"/>
              <a:gd name="connsiteX1-195" fmla="*/ 60426 w 370162"/>
              <a:gd name="connsiteY1-196" fmla="*/ 291570 h 367770"/>
              <a:gd name="connsiteX2-197" fmla="*/ 115195 w 370162"/>
              <a:gd name="connsiteY2-198" fmla="*/ 203464 h 367770"/>
              <a:gd name="connsiteX3-199" fmla="*/ 219970 w 370162"/>
              <a:gd name="connsiteY3-200" fmla="*/ 89164 h 367770"/>
              <a:gd name="connsiteX4-201" fmla="*/ 298551 w 370162"/>
              <a:gd name="connsiteY4-202" fmla="*/ 32014 h 367770"/>
              <a:gd name="connsiteX5-203" fmla="*/ 329508 w 370162"/>
              <a:gd name="connsiteY5-204" fmla="*/ 27252 h 367770"/>
              <a:gd name="connsiteX6-205" fmla="*/ 336651 w 370162"/>
              <a:gd name="connsiteY6-206" fmla="*/ 72495 h 367770"/>
              <a:gd name="connsiteX7-207" fmla="*/ 369989 w 370162"/>
              <a:gd name="connsiteY7-208" fmla="*/ 53445 h 367770"/>
              <a:gd name="connsiteX8-209" fmla="*/ 348558 w 370162"/>
              <a:gd name="connsiteY8-210" fmla="*/ 17727 h 367770"/>
              <a:gd name="connsiteX9-211" fmla="*/ 322364 w 370162"/>
              <a:gd name="connsiteY9-212" fmla="*/ 1058 h 367770"/>
              <a:gd name="connsiteX10-213" fmla="*/ 262833 w 370162"/>
              <a:gd name="connsiteY10-214" fmla="*/ 5820 h 367770"/>
              <a:gd name="connsiteX11-215" fmla="*/ 196158 w 370162"/>
              <a:gd name="connsiteY11-216" fmla="*/ 39158 h 367770"/>
              <a:gd name="connsiteX12-217" fmla="*/ 91383 w 370162"/>
              <a:gd name="connsiteY12-218" fmla="*/ 124883 h 367770"/>
              <a:gd name="connsiteX13-219" fmla="*/ 10420 w 370162"/>
              <a:gd name="connsiteY13-220" fmla="*/ 232040 h 367770"/>
              <a:gd name="connsiteX14-221" fmla="*/ 8039 w 370162"/>
              <a:gd name="connsiteY14-222" fmla="*/ 351102 h 367770"/>
              <a:gd name="connsiteX15-223" fmla="*/ 67570 w 370162"/>
              <a:gd name="connsiteY15-224" fmla="*/ 367770 h 367770"/>
              <a:gd name="connsiteX0-225" fmla="*/ 65571 w 368163"/>
              <a:gd name="connsiteY0-226" fmla="*/ 367770 h 367770"/>
              <a:gd name="connsiteX1-227" fmla="*/ 58427 w 368163"/>
              <a:gd name="connsiteY1-228" fmla="*/ 291570 h 367770"/>
              <a:gd name="connsiteX2-229" fmla="*/ 113196 w 368163"/>
              <a:gd name="connsiteY2-230" fmla="*/ 203464 h 367770"/>
              <a:gd name="connsiteX3-231" fmla="*/ 217971 w 368163"/>
              <a:gd name="connsiteY3-232" fmla="*/ 89164 h 367770"/>
              <a:gd name="connsiteX4-233" fmla="*/ 296552 w 368163"/>
              <a:gd name="connsiteY4-234" fmla="*/ 32014 h 367770"/>
              <a:gd name="connsiteX5-235" fmla="*/ 327509 w 368163"/>
              <a:gd name="connsiteY5-236" fmla="*/ 27252 h 367770"/>
              <a:gd name="connsiteX6-237" fmla="*/ 334652 w 368163"/>
              <a:gd name="connsiteY6-238" fmla="*/ 72495 h 367770"/>
              <a:gd name="connsiteX7-239" fmla="*/ 367990 w 368163"/>
              <a:gd name="connsiteY7-240" fmla="*/ 53445 h 367770"/>
              <a:gd name="connsiteX8-241" fmla="*/ 346559 w 368163"/>
              <a:gd name="connsiteY8-242" fmla="*/ 17727 h 367770"/>
              <a:gd name="connsiteX9-243" fmla="*/ 320365 w 368163"/>
              <a:gd name="connsiteY9-244" fmla="*/ 1058 h 367770"/>
              <a:gd name="connsiteX10-245" fmla="*/ 260834 w 368163"/>
              <a:gd name="connsiteY10-246" fmla="*/ 5820 h 367770"/>
              <a:gd name="connsiteX11-247" fmla="*/ 194159 w 368163"/>
              <a:gd name="connsiteY11-248" fmla="*/ 39158 h 367770"/>
              <a:gd name="connsiteX12-249" fmla="*/ 89384 w 368163"/>
              <a:gd name="connsiteY12-250" fmla="*/ 124883 h 367770"/>
              <a:gd name="connsiteX13-251" fmla="*/ 8421 w 368163"/>
              <a:gd name="connsiteY13-252" fmla="*/ 232040 h 367770"/>
              <a:gd name="connsiteX14-253" fmla="*/ 10802 w 368163"/>
              <a:gd name="connsiteY14-254" fmla="*/ 363008 h 367770"/>
              <a:gd name="connsiteX15-255" fmla="*/ 65571 w 368163"/>
              <a:gd name="connsiteY15-256" fmla="*/ 367770 h 367770"/>
              <a:gd name="connsiteX0-257" fmla="*/ 69657 w 372249"/>
              <a:gd name="connsiteY0-258" fmla="*/ 367770 h 367770"/>
              <a:gd name="connsiteX1-259" fmla="*/ 62513 w 372249"/>
              <a:gd name="connsiteY1-260" fmla="*/ 291570 h 367770"/>
              <a:gd name="connsiteX2-261" fmla="*/ 117282 w 372249"/>
              <a:gd name="connsiteY2-262" fmla="*/ 203464 h 367770"/>
              <a:gd name="connsiteX3-263" fmla="*/ 222057 w 372249"/>
              <a:gd name="connsiteY3-264" fmla="*/ 89164 h 367770"/>
              <a:gd name="connsiteX4-265" fmla="*/ 300638 w 372249"/>
              <a:gd name="connsiteY4-266" fmla="*/ 32014 h 367770"/>
              <a:gd name="connsiteX5-267" fmla="*/ 331595 w 372249"/>
              <a:gd name="connsiteY5-268" fmla="*/ 27252 h 367770"/>
              <a:gd name="connsiteX6-269" fmla="*/ 338738 w 372249"/>
              <a:gd name="connsiteY6-270" fmla="*/ 72495 h 367770"/>
              <a:gd name="connsiteX7-271" fmla="*/ 372076 w 372249"/>
              <a:gd name="connsiteY7-272" fmla="*/ 53445 h 367770"/>
              <a:gd name="connsiteX8-273" fmla="*/ 350645 w 372249"/>
              <a:gd name="connsiteY8-274" fmla="*/ 17727 h 367770"/>
              <a:gd name="connsiteX9-275" fmla="*/ 324451 w 372249"/>
              <a:gd name="connsiteY9-276" fmla="*/ 1058 h 367770"/>
              <a:gd name="connsiteX10-277" fmla="*/ 264920 w 372249"/>
              <a:gd name="connsiteY10-278" fmla="*/ 5820 h 367770"/>
              <a:gd name="connsiteX11-279" fmla="*/ 198245 w 372249"/>
              <a:gd name="connsiteY11-280" fmla="*/ 39158 h 367770"/>
              <a:gd name="connsiteX12-281" fmla="*/ 93470 w 372249"/>
              <a:gd name="connsiteY12-282" fmla="*/ 124883 h 367770"/>
              <a:gd name="connsiteX13-283" fmla="*/ 12507 w 372249"/>
              <a:gd name="connsiteY13-284" fmla="*/ 232040 h 367770"/>
              <a:gd name="connsiteX14-285" fmla="*/ 14888 w 372249"/>
              <a:gd name="connsiteY14-286" fmla="*/ 363008 h 367770"/>
              <a:gd name="connsiteX15-287" fmla="*/ 69657 w 372249"/>
              <a:gd name="connsiteY15-288" fmla="*/ 367770 h 367770"/>
              <a:gd name="connsiteX0-289" fmla="*/ 69657 w 372249"/>
              <a:gd name="connsiteY0-290" fmla="*/ 367770 h 369047"/>
              <a:gd name="connsiteX1-291" fmla="*/ 62513 w 372249"/>
              <a:gd name="connsiteY1-292" fmla="*/ 291570 h 369047"/>
              <a:gd name="connsiteX2-293" fmla="*/ 117282 w 372249"/>
              <a:gd name="connsiteY2-294" fmla="*/ 203464 h 369047"/>
              <a:gd name="connsiteX3-295" fmla="*/ 222057 w 372249"/>
              <a:gd name="connsiteY3-296" fmla="*/ 89164 h 369047"/>
              <a:gd name="connsiteX4-297" fmla="*/ 300638 w 372249"/>
              <a:gd name="connsiteY4-298" fmla="*/ 32014 h 369047"/>
              <a:gd name="connsiteX5-299" fmla="*/ 331595 w 372249"/>
              <a:gd name="connsiteY5-300" fmla="*/ 27252 h 369047"/>
              <a:gd name="connsiteX6-301" fmla="*/ 338738 w 372249"/>
              <a:gd name="connsiteY6-302" fmla="*/ 72495 h 369047"/>
              <a:gd name="connsiteX7-303" fmla="*/ 372076 w 372249"/>
              <a:gd name="connsiteY7-304" fmla="*/ 53445 h 369047"/>
              <a:gd name="connsiteX8-305" fmla="*/ 350645 w 372249"/>
              <a:gd name="connsiteY8-306" fmla="*/ 17727 h 369047"/>
              <a:gd name="connsiteX9-307" fmla="*/ 324451 w 372249"/>
              <a:gd name="connsiteY9-308" fmla="*/ 1058 h 369047"/>
              <a:gd name="connsiteX10-309" fmla="*/ 264920 w 372249"/>
              <a:gd name="connsiteY10-310" fmla="*/ 5820 h 369047"/>
              <a:gd name="connsiteX11-311" fmla="*/ 198245 w 372249"/>
              <a:gd name="connsiteY11-312" fmla="*/ 39158 h 369047"/>
              <a:gd name="connsiteX12-313" fmla="*/ 93470 w 372249"/>
              <a:gd name="connsiteY12-314" fmla="*/ 124883 h 369047"/>
              <a:gd name="connsiteX13-315" fmla="*/ 12507 w 372249"/>
              <a:gd name="connsiteY13-316" fmla="*/ 232040 h 369047"/>
              <a:gd name="connsiteX14-317" fmla="*/ 14888 w 372249"/>
              <a:gd name="connsiteY14-318" fmla="*/ 363008 h 369047"/>
              <a:gd name="connsiteX15-319" fmla="*/ 69657 w 372249"/>
              <a:gd name="connsiteY15-320" fmla="*/ 367770 h 369047"/>
              <a:gd name="connsiteX0-321" fmla="*/ 69657 w 372249"/>
              <a:gd name="connsiteY0-322" fmla="*/ 367770 h 369047"/>
              <a:gd name="connsiteX1-323" fmla="*/ 62513 w 372249"/>
              <a:gd name="connsiteY1-324" fmla="*/ 291570 h 369047"/>
              <a:gd name="connsiteX2-325" fmla="*/ 117282 w 372249"/>
              <a:gd name="connsiteY2-326" fmla="*/ 203464 h 369047"/>
              <a:gd name="connsiteX3-327" fmla="*/ 222057 w 372249"/>
              <a:gd name="connsiteY3-328" fmla="*/ 89164 h 369047"/>
              <a:gd name="connsiteX4-329" fmla="*/ 300638 w 372249"/>
              <a:gd name="connsiteY4-330" fmla="*/ 32014 h 369047"/>
              <a:gd name="connsiteX5-331" fmla="*/ 331595 w 372249"/>
              <a:gd name="connsiteY5-332" fmla="*/ 27252 h 369047"/>
              <a:gd name="connsiteX6-333" fmla="*/ 338738 w 372249"/>
              <a:gd name="connsiteY6-334" fmla="*/ 72495 h 369047"/>
              <a:gd name="connsiteX7-335" fmla="*/ 372076 w 372249"/>
              <a:gd name="connsiteY7-336" fmla="*/ 53445 h 369047"/>
              <a:gd name="connsiteX8-337" fmla="*/ 350645 w 372249"/>
              <a:gd name="connsiteY8-338" fmla="*/ 17727 h 369047"/>
              <a:gd name="connsiteX9-339" fmla="*/ 324451 w 372249"/>
              <a:gd name="connsiteY9-340" fmla="*/ 1058 h 369047"/>
              <a:gd name="connsiteX10-341" fmla="*/ 264920 w 372249"/>
              <a:gd name="connsiteY10-342" fmla="*/ 5820 h 369047"/>
              <a:gd name="connsiteX11-343" fmla="*/ 198245 w 372249"/>
              <a:gd name="connsiteY11-344" fmla="*/ 39158 h 369047"/>
              <a:gd name="connsiteX12-345" fmla="*/ 93470 w 372249"/>
              <a:gd name="connsiteY12-346" fmla="*/ 124883 h 369047"/>
              <a:gd name="connsiteX13-347" fmla="*/ 12507 w 372249"/>
              <a:gd name="connsiteY13-348" fmla="*/ 232040 h 369047"/>
              <a:gd name="connsiteX14-349" fmla="*/ 14888 w 372249"/>
              <a:gd name="connsiteY14-350" fmla="*/ 363008 h 369047"/>
              <a:gd name="connsiteX15-351" fmla="*/ 69657 w 372249"/>
              <a:gd name="connsiteY15-352" fmla="*/ 367770 h 3690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</a:cxnLst>
            <a:rect l="l" t="t" r="r" b="b"/>
            <a:pathLst>
              <a:path w="372249" h="369047">
                <a:moveTo>
                  <a:pt x="69657" y="367770"/>
                </a:moveTo>
                <a:cubicBezTo>
                  <a:pt x="65093" y="344354"/>
                  <a:pt x="54576" y="318954"/>
                  <a:pt x="62513" y="291570"/>
                </a:cubicBezTo>
                <a:cubicBezTo>
                  <a:pt x="70451" y="264186"/>
                  <a:pt x="90691" y="237198"/>
                  <a:pt x="117282" y="203464"/>
                </a:cubicBezTo>
                <a:cubicBezTo>
                  <a:pt x="143873" y="169730"/>
                  <a:pt x="191498" y="117739"/>
                  <a:pt x="222057" y="89164"/>
                </a:cubicBezTo>
                <a:cubicBezTo>
                  <a:pt x="252616" y="60589"/>
                  <a:pt x="282382" y="42333"/>
                  <a:pt x="300638" y="32014"/>
                </a:cubicBezTo>
                <a:cubicBezTo>
                  <a:pt x="318894" y="21695"/>
                  <a:pt x="325245" y="20505"/>
                  <a:pt x="331595" y="27252"/>
                </a:cubicBezTo>
                <a:cubicBezTo>
                  <a:pt x="337945" y="33999"/>
                  <a:pt x="331991" y="68130"/>
                  <a:pt x="338738" y="72495"/>
                </a:cubicBezTo>
                <a:cubicBezTo>
                  <a:pt x="345485" y="76860"/>
                  <a:pt x="370092" y="62573"/>
                  <a:pt x="372076" y="53445"/>
                </a:cubicBezTo>
                <a:cubicBezTo>
                  <a:pt x="374060" y="44317"/>
                  <a:pt x="358582" y="26458"/>
                  <a:pt x="350645" y="17727"/>
                </a:cubicBezTo>
                <a:cubicBezTo>
                  <a:pt x="342708" y="8996"/>
                  <a:pt x="338738" y="3042"/>
                  <a:pt x="324451" y="1058"/>
                </a:cubicBezTo>
                <a:cubicBezTo>
                  <a:pt x="310164" y="-926"/>
                  <a:pt x="285954" y="-530"/>
                  <a:pt x="264920" y="5820"/>
                </a:cubicBezTo>
                <a:cubicBezTo>
                  <a:pt x="243886" y="12170"/>
                  <a:pt x="226820" y="19314"/>
                  <a:pt x="198245" y="39158"/>
                </a:cubicBezTo>
                <a:cubicBezTo>
                  <a:pt x="169670" y="59002"/>
                  <a:pt x="124426" y="92736"/>
                  <a:pt x="93470" y="124883"/>
                </a:cubicBezTo>
                <a:cubicBezTo>
                  <a:pt x="62514" y="157030"/>
                  <a:pt x="27588" y="193940"/>
                  <a:pt x="12507" y="232040"/>
                </a:cubicBezTo>
                <a:cubicBezTo>
                  <a:pt x="-2574" y="270140"/>
                  <a:pt x="-6543" y="326099"/>
                  <a:pt x="14888" y="363008"/>
                </a:cubicBezTo>
                <a:cubicBezTo>
                  <a:pt x="37907" y="374120"/>
                  <a:pt x="51401" y="366183"/>
                  <a:pt x="69657" y="36777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5946169" y="3094025"/>
            <a:ext cx="819150" cy="836612"/>
          </a:xfrm>
          <a:custGeom>
            <a:avLst/>
            <a:gdLst>
              <a:gd name="connsiteX0" fmla="*/ 803678 w 810185"/>
              <a:gd name="connsiteY0" fmla="*/ 10218 h 843865"/>
              <a:gd name="connsiteX1" fmla="*/ 741766 w 810185"/>
              <a:gd name="connsiteY1" fmla="*/ 57843 h 843865"/>
              <a:gd name="connsiteX2" fmla="*/ 577460 w 810185"/>
              <a:gd name="connsiteY2" fmla="*/ 219768 h 843865"/>
              <a:gd name="connsiteX3" fmla="*/ 339335 w 810185"/>
              <a:gd name="connsiteY3" fmla="*/ 510281 h 843865"/>
              <a:gd name="connsiteX4" fmla="*/ 236941 w 810185"/>
              <a:gd name="connsiteY4" fmla="*/ 617437 h 843865"/>
              <a:gd name="connsiteX5" fmla="*/ 141691 w 810185"/>
              <a:gd name="connsiteY5" fmla="*/ 731737 h 843865"/>
              <a:gd name="connsiteX6" fmla="*/ 29772 w 810185"/>
              <a:gd name="connsiteY6" fmla="*/ 815081 h 843865"/>
              <a:gd name="connsiteX7" fmla="*/ 3578 w 810185"/>
              <a:gd name="connsiteY7" fmla="*/ 807937 h 843865"/>
              <a:gd name="connsiteX8" fmla="*/ 3578 w 810185"/>
              <a:gd name="connsiteY8" fmla="*/ 838893 h 843865"/>
              <a:gd name="connsiteX9" fmla="*/ 39297 w 810185"/>
              <a:gd name="connsiteY9" fmla="*/ 836512 h 843865"/>
              <a:gd name="connsiteX10" fmla="*/ 153597 w 810185"/>
              <a:gd name="connsiteY10" fmla="*/ 746025 h 843865"/>
              <a:gd name="connsiteX11" fmla="*/ 260753 w 810185"/>
              <a:gd name="connsiteY11" fmla="*/ 617437 h 843865"/>
              <a:gd name="connsiteX12" fmla="*/ 460778 w 810185"/>
              <a:gd name="connsiteY12" fmla="*/ 398362 h 843865"/>
              <a:gd name="connsiteX13" fmla="*/ 596510 w 810185"/>
              <a:gd name="connsiteY13" fmla="*/ 238818 h 843865"/>
              <a:gd name="connsiteX14" fmla="*/ 803678 w 810185"/>
              <a:gd name="connsiteY14" fmla="*/ 10218 h 843865"/>
              <a:gd name="connsiteX0-1" fmla="*/ 803678 w 810185"/>
              <a:gd name="connsiteY0-2" fmla="*/ 10218 h 843865"/>
              <a:gd name="connsiteX1-3" fmla="*/ 741766 w 810185"/>
              <a:gd name="connsiteY1-4" fmla="*/ 57843 h 843865"/>
              <a:gd name="connsiteX2-5" fmla="*/ 577460 w 810185"/>
              <a:gd name="connsiteY2-6" fmla="*/ 219768 h 843865"/>
              <a:gd name="connsiteX3-7" fmla="*/ 339335 w 810185"/>
              <a:gd name="connsiteY3-8" fmla="*/ 510281 h 843865"/>
              <a:gd name="connsiteX4-9" fmla="*/ 236941 w 810185"/>
              <a:gd name="connsiteY4-10" fmla="*/ 617437 h 843865"/>
              <a:gd name="connsiteX5-11" fmla="*/ 141691 w 810185"/>
              <a:gd name="connsiteY5-12" fmla="*/ 731737 h 843865"/>
              <a:gd name="connsiteX6-13" fmla="*/ 29772 w 810185"/>
              <a:gd name="connsiteY6-14" fmla="*/ 815081 h 843865"/>
              <a:gd name="connsiteX7-15" fmla="*/ 3578 w 810185"/>
              <a:gd name="connsiteY7-16" fmla="*/ 807937 h 843865"/>
              <a:gd name="connsiteX8-17" fmla="*/ 3578 w 810185"/>
              <a:gd name="connsiteY8-18" fmla="*/ 838893 h 843865"/>
              <a:gd name="connsiteX9-19" fmla="*/ 39297 w 810185"/>
              <a:gd name="connsiteY9-20" fmla="*/ 836512 h 843865"/>
              <a:gd name="connsiteX10-21" fmla="*/ 153597 w 810185"/>
              <a:gd name="connsiteY10-22" fmla="*/ 746025 h 843865"/>
              <a:gd name="connsiteX11-23" fmla="*/ 260753 w 810185"/>
              <a:gd name="connsiteY11-24" fmla="*/ 617437 h 843865"/>
              <a:gd name="connsiteX12-25" fmla="*/ 460778 w 810185"/>
              <a:gd name="connsiteY12-26" fmla="*/ 398362 h 843865"/>
              <a:gd name="connsiteX13-27" fmla="*/ 596510 w 810185"/>
              <a:gd name="connsiteY13-28" fmla="*/ 238818 h 843865"/>
              <a:gd name="connsiteX14-29" fmla="*/ 770341 w 810185"/>
              <a:gd name="connsiteY14-30" fmla="*/ 48318 h 843865"/>
              <a:gd name="connsiteX15" fmla="*/ 803678 w 810185"/>
              <a:gd name="connsiteY15" fmla="*/ 10218 h 843865"/>
              <a:gd name="connsiteX0-31" fmla="*/ 803678 w 807206"/>
              <a:gd name="connsiteY0-32" fmla="*/ 70 h 833717"/>
              <a:gd name="connsiteX1-33" fmla="*/ 741766 w 807206"/>
              <a:gd name="connsiteY1-34" fmla="*/ 47695 h 833717"/>
              <a:gd name="connsiteX2-35" fmla="*/ 577460 w 807206"/>
              <a:gd name="connsiteY2-36" fmla="*/ 209620 h 833717"/>
              <a:gd name="connsiteX3-37" fmla="*/ 339335 w 807206"/>
              <a:gd name="connsiteY3-38" fmla="*/ 500133 h 833717"/>
              <a:gd name="connsiteX4-39" fmla="*/ 236941 w 807206"/>
              <a:gd name="connsiteY4-40" fmla="*/ 607289 h 833717"/>
              <a:gd name="connsiteX5-41" fmla="*/ 141691 w 807206"/>
              <a:gd name="connsiteY5-42" fmla="*/ 721589 h 833717"/>
              <a:gd name="connsiteX6-43" fmla="*/ 29772 w 807206"/>
              <a:gd name="connsiteY6-44" fmla="*/ 804933 h 833717"/>
              <a:gd name="connsiteX7-45" fmla="*/ 3578 w 807206"/>
              <a:gd name="connsiteY7-46" fmla="*/ 797789 h 833717"/>
              <a:gd name="connsiteX8-47" fmla="*/ 3578 w 807206"/>
              <a:gd name="connsiteY8-48" fmla="*/ 828745 h 833717"/>
              <a:gd name="connsiteX9-49" fmla="*/ 39297 w 807206"/>
              <a:gd name="connsiteY9-50" fmla="*/ 826364 h 833717"/>
              <a:gd name="connsiteX10-51" fmla="*/ 153597 w 807206"/>
              <a:gd name="connsiteY10-52" fmla="*/ 735877 h 833717"/>
              <a:gd name="connsiteX11-53" fmla="*/ 260753 w 807206"/>
              <a:gd name="connsiteY11-54" fmla="*/ 607289 h 833717"/>
              <a:gd name="connsiteX12-55" fmla="*/ 460778 w 807206"/>
              <a:gd name="connsiteY12-56" fmla="*/ 388214 h 833717"/>
              <a:gd name="connsiteX13-57" fmla="*/ 596510 w 807206"/>
              <a:gd name="connsiteY13-58" fmla="*/ 228670 h 833717"/>
              <a:gd name="connsiteX14-59" fmla="*/ 777485 w 807206"/>
              <a:gd name="connsiteY14-60" fmla="*/ 42933 h 833717"/>
              <a:gd name="connsiteX15-61" fmla="*/ 803678 w 807206"/>
              <a:gd name="connsiteY15-62" fmla="*/ 70 h 833717"/>
              <a:gd name="connsiteX0-63" fmla="*/ 803678 w 818289"/>
              <a:gd name="connsiteY0-64" fmla="*/ 3327 h 836974"/>
              <a:gd name="connsiteX1-65" fmla="*/ 741766 w 818289"/>
              <a:gd name="connsiteY1-66" fmla="*/ 50952 h 836974"/>
              <a:gd name="connsiteX2-67" fmla="*/ 577460 w 818289"/>
              <a:gd name="connsiteY2-68" fmla="*/ 212877 h 836974"/>
              <a:gd name="connsiteX3-69" fmla="*/ 339335 w 818289"/>
              <a:gd name="connsiteY3-70" fmla="*/ 503390 h 836974"/>
              <a:gd name="connsiteX4-71" fmla="*/ 236941 w 818289"/>
              <a:gd name="connsiteY4-72" fmla="*/ 610546 h 836974"/>
              <a:gd name="connsiteX5-73" fmla="*/ 141691 w 818289"/>
              <a:gd name="connsiteY5-74" fmla="*/ 724846 h 836974"/>
              <a:gd name="connsiteX6-75" fmla="*/ 29772 w 818289"/>
              <a:gd name="connsiteY6-76" fmla="*/ 808190 h 836974"/>
              <a:gd name="connsiteX7-77" fmla="*/ 3578 w 818289"/>
              <a:gd name="connsiteY7-78" fmla="*/ 801046 h 836974"/>
              <a:gd name="connsiteX8-79" fmla="*/ 3578 w 818289"/>
              <a:gd name="connsiteY8-80" fmla="*/ 832002 h 836974"/>
              <a:gd name="connsiteX9-81" fmla="*/ 39297 w 818289"/>
              <a:gd name="connsiteY9-82" fmla="*/ 829621 h 836974"/>
              <a:gd name="connsiteX10-83" fmla="*/ 153597 w 818289"/>
              <a:gd name="connsiteY10-84" fmla="*/ 739134 h 836974"/>
              <a:gd name="connsiteX11-85" fmla="*/ 260753 w 818289"/>
              <a:gd name="connsiteY11-86" fmla="*/ 610546 h 836974"/>
              <a:gd name="connsiteX12-87" fmla="*/ 460778 w 818289"/>
              <a:gd name="connsiteY12-88" fmla="*/ 391471 h 836974"/>
              <a:gd name="connsiteX13-89" fmla="*/ 596510 w 818289"/>
              <a:gd name="connsiteY13-90" fmla="*/ 231927 h 836974"/>
              <a:gd name="connsiteX14-91" fmla="*/ 798917 w 818289"/>
              <a:gd name="connsiteY14-92" fmla="*/ 29522 h 836974"/>
              <a:gd name="connsiteX15-93" fmla="*/ 803678 w 818289"/>
              <a:gd name="connsiteY15-94" fmla="*/ 3327 h 8369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61" y="connsiteY15-62"/>
              </a:cxn>
            </a:cxnLst>
            <a:rect l="l" t="t" r="r" b="b"/>
            <a:pathLst>
              <a:path w="818289" h="836974">
                <a:moveTo>
                  <a:pt x="803678" y="3327"/>
                </a:moveTo>
                <a:cubicBezTo>
                  <a:pt x="794153" y="6899"/>
                  <a:pt x="779469" y="16027"/>
                  <a:pt x="741766" y="50952"/>
                </a:cubicBezTo>
                <a:cubicBezTo>
                  <a:pt x="704063" y="85877"/>
                  <a:pt x="644532" y="137471"/>
                  <a:pt x="577460" y="212877"/>
                </a:cubicBezTo>
                <a:cubicBezTo>
                  <a:pt x="510388" y="288283"/>
                  <a:pt x="396088" y="437112"/>
                  <a:pt x="339335" y="503390"/>
                </a:cubicBezTo>
                <a:cubicBezTo>
                  <a:pt x="282582" y="569668"/>
                  <a:pt x="269882" y="573637"/>
                  <a:pt x="236941" y="610546"/>
                </a:cubicBezTo>
                <a:cubicBezTo>
                  <a:pt x="204000" y="647455"/>
                  <a:pt x="176219" y="691905"/>
                  <a:pt x="141691" y="724846"/>
                </a:cubicBezTo>
                <a:cubicBezTo>
                  <a:pt x="107163" y="757787"/>
                  <a:pt x="52791" y="795490"/>
                  <a:pt x="29772" y="808190"/>
                </a:cubicBezTo>
                <a:cubicBezTo>
                  <a:pt x="6753" y="820890"/>
                  <a:pt x="7944" y="797077"/>
                  <a:pt x="3578" y="801046"/>
                </a:cubicBezTo>
                <a:cubicBezTo>
                  <a:pt x="-788" y="805015"/>
                  <a:pt x="-1582" y="790727"/>
                  <a:pt x="3578" y="832002"/>
                </a:cubicBezTo>
                <a:cubicBezTo>
                  <a:pt x="15484" y="831208"/>
                  <a:pt x="14294" y="845099"/>
                  <a:pt x="39297" y="829621"/>
                </a:cubicBezTo>
                <a:cubicBezTo>
                  <a:pt x="64300" y="814143"/>
                  <a:pt x="116688" y="775646"/>
                  <a:pt x="153597" y="739134"/>
                </a:cubicBezTo>
                <a:cubicBezTo>
                  <a:pt x="190506" y="702622"/>
                  <a:pt x="209556" y="668490"/>
                  <a:pt x="260753" y="610546"/>
                </a:cubicBezTo>
                <a:cubicBezTo>
                  <a:pt x="311950" y="552602"/>
                  <a:pt x="404819" y="454574"/>
                  <a:pt x="460778" y="391471"/>
                </a:cubicBezTo>
                <a:cubicBezTo>
                  <a:pt x="516737" y="328368"/>
                  <a:pt x="540154" y="292252"/>
                  <a:pt x="596510" y="231927"/>
                </a:cubicBezTo>
                <a:cubicBezTo>
                  <a:pt x="652866" y="171602"/>
                  <a:pt x="764389" y="67622"/>
                  <a:pt x="798917" y="29522"/>
                </a:cubicBezTo>
                <a:cubicBezTo>
                  <a:pt x="833445" y="-8578"/>
                  <a:pt x="813203" y="-245"/>
                  <a:pt x="803678" y="33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6098569" y="3100375"/>
            <a:ext cx="681038" cy="855662"/>
          </a:xfrm>
          <a:custGeom>
            <a:avLst/>
            <a:gdLst>
              <a:gd name="connsiteX0" fmla="*/ 647538 w 670929"/>
              <a:gd name="connsiteY0" fmla="*/ 1712 h 854214"/>
              <a:gd name="connsiteX1" fmla="*/ 499901 w 670929"/>
              <a:gd name="connsiteY1" fmla="*/ 132680 h 854214"/>
              <a:gd name="connsiteX2" fmla="*/ 271301 w 670929"/>
              <a:gd name="connsiteY2" fmla="*/ 401762 h 854214"/>
              <a:gd name="connsiteX3" fmla="*/ 149857 w 670929"/>
              <a:gd name="connsiteY3" fmla="*/ 549399 h 854214"/>
              <a:gd name="connsiteX4" fmla="*/ 54607 w 670929"/>
              <a:gd name="connsiteY4" fmla="*/ 649412 h 854214"/>
              <a:gd name="connsiteX5" fmla="*/ 40319 w 670929"/>
              <a:gd name="connsiteY5" fmla="*/ 716087 h 854214"/>
              <a:gd name="connsiteX6" fmla="*/ 2219 w 670929"/>
              <a:gd name="connsiteY6" fmla="*/ 780380 h 854214"/>
              <a:gd name="connsiteX7" fmla="*/ 11744 w 670929"/>
              <a:gd name="connsiteY7" fmla="*/ 839912 h 854214"/>
              <a:gd name="connsiteX8" fmla="*/ 59369 w 670929"/>
              <a:gd name="connsiteY8" fmla="*/ 854199 h 854214"/>
              <a:gd name="connsiteX9" fmla="*/ 95088 w 670929"/>
              <a:gd name="connsiteY9" fmla="*/ 842293 h 854214"/>
              <a:gd name="connsiteX10" fmla="*/ 83182 w 670929"/>
              <a:gd name="connsiteY10" fmla="*/ 825624 h 854214"/>
              <a:gd name="connsiteX11" fmla="*/ 49844 w 670929"/>
              <a:gd name="connsiteY11" fmla="*/ 811337 h 854214"/>
              <a:gd name="connsiteX12" fmla="*/ 68894 w 670929"/>
              <a:gd name="connsiteY12" fmla="*/ 756568 h 854214"/>
              <a:gd name="connsiteX13" fmla="*/ 240344 w 670929"/>
              <a:gd name="connsiteY13" fmla="*/ 535112 h 854214"/>
              <a:gd name="connsiteX14" fmla="*/ 507044 w 670929"/>
              <a:gd name="connsiteY14" fmla="*/ 223168 h 854214"/>
              <a:gd name="connsiteX15" fmla="*/ 652301 w 670929"/>
              <a:gd name="connsiteY15" fmla="*/ 68387 h 854214"/>
              <a:gd name="connsiteX16" fmla="*/ 647538 w 670929"/>
              <a:gd name="connsiteY16" fmla="*/ 1712 h 854214"/>
              <a:gd name="connsiteX0-1" fmla="*/ 647538 w 678000"/>
              <a:gd name="connsiteY0-2" fmla="*/ 2305 h 854807"/>
              <a:gd name="connsiteX1-3" fmla="*/ 499901 w 678000"/>
              <a:gd name="connsiteY1-4" fmla="*/ 133273 h 854807"/>
              <a:gd name="connsiteX2-5" fmla="*/ 271301 w 678000"/>
              <a:gd name="connsiteY2-6" fmla="*/ 402355 h 854807"/>
              <a:gd name="connsiteX3-7" fmla="*/ 149857 w 678000"/>
              <a:gd name="connsiteY3-8" fmla="*/ 549992 h 854807"/>
              <a:gd name="connsiteX4-9" fmla="*/ 54607 w 678000"/>
              <a:gd name="connsiteY4-10" fmla="*/ 650005 h 854807"/>
              <a:gd name="connsiteX5-11" fmla="*/ 40319 w 678000"/>
              <a:gd name="connsiteY5-12" fmla="*/ 716680 h 854807"/>
              <a:gd name="connsiteX6-13" fmla="*/ 2219 w 678000"/>
              <a:gd name="connsiteY6-14" fmla="*/ 780973 h 854807"/>
              <a:gd name="connsiteX7-15" fmla="*/ 11744 w 678000"/>
              <a:gd name="connsiteY7-16" fmla="*/ 840505 h 854807"/>
              <a:gd name="connsiteX8-17" fmla="*/ 59369 w 678000"/>
              <a:gd name="connsiteY8-18" fmla="*/ 854792 h 854807"/>
              <a:gd name="connsiteX9-19" fmla="*/ 95088 w 678000"/>
              <a:gd name="connsiteY9-20" fmla="*/ 842886 h 854807"/>
              <a:gd name="connsiteX10-21" fmla="*/ 83182 w 678000"/>
              <a:gd name="connsiteY10-22" fmla="*/ 826217 h 854807"/>
              <a:gd name="connsiteX11-23" fmla="*/ 49844 w 678000"/>
              <a:gd name="connsiteY11-24" fmla="*/ 811930 h 854807"/>
              <a:gd name="connsiteX12-25" fmla="*/ 68894 w 678000"/>
              <a:gd name="connsiteY12-26" fmla="*/ 757161 h 854807"/>
              <a:gd name="connsiteX13-27" fmla="*/ 240344 w 678000"/>
              <a:gd name="connsiteY13-28" fmla="*/ 535705 h 854807"/>
              <a:gd name="connsiteX14-29" fmla="*/ 507044 w 678000"/>
              <a:gd name="connsiteY14-30" fmla="*/ 223761 h 854807"/>
              <a:gd name="connsiteX15-31" fmla="*/ 652301 w 678000"/>
              <a:gd name="connsiteY15-32" fmla="*/ 68980 h 854807"/>
              <a:gd name="connsiteX16-33" fmla="*/ 647538 w 678000"/>
              <a:gd name="connsiteY16-34" fmla="*/ 2305 h 854807"/>
              <a:gd name="connsiteX0-35" fmla="*/ 647538 w 681091"/>
              <a:gd name="connsiteY0-36" fmla="*/ 2932 h 855434"/>
              <a:gd name="connsiteX1-37" fmla="*/ 499901 w 681091"/>
              <a:gd name="connsiteY1-38" fmla="*/ 133900 h 855434"/>
              <a:gd name="connsiteX2-39" fmla="*/ 271301 w 681091"/>
              <a:gd name="connsiteY2-40" fmla="*/ 402982 h 855434"/>
              <a:gd name="connsiteX3-41" fmla="*/ 149857 w 681091"/>
              <a:gd name="connsiteY3-42" fmla="*/ 550619 h 855434"/>
              <a:gd name="connsiteX4-43" fmla="*/ 54607 w 681091"/>
              <a:gd name="connsiteY4-44" fmla="*/ 650632 h 855434"/>
              <a:gd name="connsiteX5-45" fmla="*/ 40319 w 681091"/>
              <a:gd name="connsiteY5-46" fmla="*/ 717307 h 855434"/>
              <a:gd name="connsiteX6-47" fmla="*/ 2219 w 681091"/>
              <a:gd name="connsiteY6-48" fmla="*/ 781600 h 855434"/>
              <a:gd name="connsiteX7-49" fmla="*/ 11744 w 681091"/>
              <a:gd name="connsiteY7-50" fmla="*/ 841132 h 855434"/>
              <a:gd name="connsiteX8-51" fmla="*/ 59369 w 681091"/>
              <a:gd name="connsiteY8-52" fmla="*/ 855419 h 855434"/>
              <a:gd name="connsiteX9-53" fmla="*/ 95088 w 681091"/>
              <a:gd name="connsiteY9-54" fmla="*/ 843513 h 855434"/>
              <a:gd name="connsiteX10-55" fmla="*/ 83182 w 681091"/>
              <a:gd name="connsiteY10-56" fmla="*/ 826844 h 855434"/>
              <a:gd name="connsiteX11-57" fmla="*/ 49844 w 681091"/>
              <a:gd name="connsiteY11-58" fmla="*/ 812557 h 855434"/>
              <a:gd name="connsiteX12-59" fmla="*/ 68894 w 681091"/>
              <a:gd name="connsiteY12-60" fmla="*/ 757788 h 855434"/>
              <a:gd name="connsiteX13-61" fmla="*/ 240344 w 681091"/>
              <a:gd name="connsiteY13-62" fmla="*/ 536332 h 855434"/>
              <a:gd name="connsiteX14-63" fmla="*/ 507044 w 681091"/>
              <a:gd name="connsiteY14-64" fmla="*/ 224388 h 855434"/>
              <a:gd name="connsiteX15-65" fmla="*/ 652301 w 681091"/>
              <a:gd name="connsiteY15-66" fmla="*/ 69607 h 855434"/>
              <a:gd name="connsiteX16-67" fmla="*/ 647538 w 681091"/>
              <a:gd name="connsiteY16-68" fmla="*/ 2932 h 8554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</a:cxnLst>
            <a:rect l="l" t="t" r="r" b="b"/>
            <a:pathLst>
              <a:path w="681091" h="855434">
                <a:moveTo>
                  <a:pt x="647538" y="2932"/>
                </a:moveTo>
                <a:cubicBezTo>
                  <a:pt x="622138" y="13647"/>
                  <a:pt x="562607" y="67225"/>
                  <a:pt x="499901" y="133900"/>
                </a:cubicBezTo>
                <a:cubicBezTo>
                  <a:pt x="437195" y="200575"/>
                  <a:pt x="329642" y="333529"/>
                  <a:pt x="271301" y="402982"/>
                </a:cubicBezTo>
                <a:cubicBezTo>
                  <a:pt x="212960" y="472435"/>
                  <a:pt x="185973" y="509344"/>
                  <a:pt x="149857" y="550619"/>
                </a:cubicBezTo>
                <a:cubicBezTo>
                  <a:pt x="113741" y="591894"/>
                  <a:pt x="72863" y="622851"/>
                  <a:pt x="54607" y="650632"/>
                </a:cubicBezTo>
                <a:cubicBezTo>
                  <a:pt x="36351" y="678413"/>
                  <a:pt x="49050" y="695479"/>
                  <a:pt x="40319" y="717307"/>
                </a:cubicBezTo>
                <a:cubicBezTo>
                  <a:pt x="31588" y="739135"/>
                  <a:pt x="6981" y="760963"/>
                  <a:pt x="2219" y="781600"/>
                </a:cubicBezTo>
                <a:cubicBezTo>
                  <a:pt x="-2543" y="802237"/>
                  <a:pt x="235" y="828829"/>
                  <a:pt x="11744" y="841132"/>
                </a:cubicBezTo>
                <a:cubicBezTo>
                  <a:pt x="27619" y="845894"/>
                  <a:pt x="45478" y="855022"/>
                  <a:pt x="59369" y="855419"/>
                </a:cubicBezTo>
                <a:cubicBezTo>
                  <a:pt x="73260" y="855816"/>
                  <a:pt x="91119" y="848275"/>
                  <a:pt x="95088" y="843513"/>
                </a:cubicBezTo>
                <a:cubicBezTo>
                  <a:pt x="99057" y="838751"/>
                  <a:pt x="90723" y="832003"/>
                  <a:pt x="83182" y="826844"/>
                </a:cubicBezTo>
                <a:cubicBezTo>
                  <a:pt x="75641" y="821685"/>
                  <a:pt x="52225" y="824066"/>
                  <a:pt x="49844" y="812557"/>
                </a:cubicBezTo>
                <a:cubicBezTo>
                  <a:pt x="47463" y="801048"/>
                  <a:pt x="37144" y="803825"/>
                  <a:pt x="68894" y="757788"/>
                </a:cubicBezTo>
                <a:cubicBezTo>
                  <a:pt x="100644" y="711751"/>
                  <a:pt x="167319" y="625232"/>
                  <a:pt x="240344" y="536332"/>
                </a:cubicBezTo>
                <a:cubicBezTo>
                  <a:pt x="313369" y="447432"/>
                  <a:pt x="438385" y="302175"/>
                  <a:pt x="507044" y="224388"/>
                </a:cubicBezTo>
                <a:cubicBezTo>
                  <a:pt x="575703" y="146601"/>
                  <a:pt x="598722" y="129138"/>
                  <a:pt x="652301" y="69607"/>
                </a:cubicBezTo>
                <a:cubicBezTo>
                  <a:pt x="705880" y="10076"/>
                  <a:pt x="672938" y="-7783"/>
                  <a:pt x="647538" y="29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>
            <a:off x="5546119" y="2771762"/>
            <a:ext cx="457200" cy="265113"/>
          </a:xfrm>
          <a:custGeom>
            <a:avLst/>
            <a:gdLst>
              <a:gd name="connsiteX0" fmla="*/ 419209 w 483503"/>
              <a:gd name="connsiteY0" fmla="*/ 6727 h 279113"/>
              <a:gd name="connsiteX1" fmla="*/ 483503 w 483503"/>
              <a:gd name="connsiteY1" fmla="*/ 4346 h 279113"/>
              <a:gd name="connsiteX2" fmla="*/ 481121 w 483503"/>
              <a:gd name="connsiteY2" fmla="*/ 35302 h 279113"/>
              <a:gd name="connsiteX3" fmla="*/ 469215 w 483503"/>
              <a:gd name="connsiteY3" fmla="*/ 92452 h 279113"/>
              <a:gd name="connsiteX4" fmla="*/ 423971 w 483503"/>
              <a:gd name="connsiteY4" fmla="*/ 142458 h 279113"/>
              <a:gd name="connsiteX5" fmla="*/ 307290 w 483503"/>
              <a:gd name="connsiteY5" fmla="*/ 209133 h 279113"/>
              <a:gd name="connsiteX6" fmla="*/ 173940 w 483503"/>
              <a:gd name="connsiteY6" fmla="*/ 259140 h 279113"/>
              <a:gd name="connsiteX7" fmla="*/ 45353 w 483503"/>
              <a:gd name="connsiteY7" fmla="*/ 278190 h 279113"/>
              <a:gd name="connsiteX8" fmla="*/ 109 w 483503"/>
              <a:gd name="connsiteY8" fmla="*/ 232946 h 279113"/>
              <a:gd name="connsiteX9" fmla="*/ 35828 w 483503"/>
              <a:gd name="connsiteY9" fmla="*/ 178177 h 279113"/>
              <a:gd name="connsiteX10" fmla="*/ 128696 w 483503"/>
              <a:gd name="connsiteY10" fmla="*/ 137696 h 279113"/>
              <a:gd name="connsiteX11" fmla="*/ 154890 w 483503"/>
              <a:gd name="connsiteY11" fmla="*/ 140077 h 279113"/>
              <a:gd name="connsiteX12" fmla="*/ 128696 w 483503"/>
              <a:gd name="connsiteY12" fmla="*/ 175796 h 279113"/>
              <a:gd name="connsiteX13" fmla="*/ 76309 w 483503"/>
              <a:gd name="connsiteY13" fmla="*/ 197227 h 279113"/>
              <a:gd name="connsiteX14" fmla="*/ 128696 w 483503"/>
              <a:gd name="connsiteY14" fmla="*/ 206752 h 279113"/>
              <a:gd name="connsiteX15" fmla="*/ 262046 w 483503"/>
              <a:gd name="connsiteY15" fmla="*/ 163890 h 279113"/>
              <a:gd name="connsiteX16" fmla="*/ 381109 w 483503"/>
              <a:gd name="connsiteY16" fmla="*/ 90071 h 279113"/>
              <a:gd name="connsiteX17" fmla="*/ 419209 w 483503"/>
              <a:gd name="connsiteY17" fmla="*/ 6727 h 279113"/>
              <a:gd name="connsiteX0-1" fmla="*/ 419209 w 483503"/>
              <a:gd name="connsiteY0-2" fmla="*/ 6727 h 279113"/>
              <a:gd name="connsiteX1-3" fmla="*/ 483503 w 483503"/>
              <a:gd name="connsiteY1-4" fmla="*/ 4346 h 279113"/>
              <a:gd name="connsiteX2-5" fmla="*/ 481121 w 483503"/>
              <a:gd name="connsiteY2-6" fmla="*/ 35302 h 279113"/>
              <a:gd name="connsiteX3-7" fmla="*/ 469215 w 483503"/>
              <a:gd name="connsiteY3-8" fmla="*/ 92452 h 279113"/>
              <a:gd name="connsiteX4-9" fmla="*/ 423971 w 483503"/>
              <a:gd name="connsiteY4-10" fmla="*/ 142458 h 279113"/>
              <a:gd name="connsiteX5-11" fmla="*/ 307290 w 483503"/>
              <a:gd name="connsiteY5-12" fmla="*/ 209133 h 279113"/>
              <a:gd name="connsiteX6-13" fmla="*/ 173940 w 483503"/>
              <a:gd name="connsiteY6-14" fmla="*/ 259140 h 279113"/>
              <a:gd name="connsiteX7-15" fmla="*/ 45353 w 483503"/>
              <a:gd name="connsiteY7-16" fmla="*/ 278190 h 279113"/>
              <a:gd name="connsiteX8-17" fmla="*/ 109 w 483503"/>
              <a:gd name="connsiteY8-18" fmla="*/ 232946 h 279113"/>
              <a:gd name="connsiteX9-19" fmla="*/ 35828 w 483503"/>
              <a:gd name="connsiteY9-20" fmla="*/ 178177 h 279113"/>
              <a:gd name="connsiteX10-21" fmla="*/ 128696 w 483503"/>
              <a:gd name="connsiteY10-22" fmla="*/ 137696 h 279113"/>
              <a:gd name="connsiteX11-23" fmla="*/ 154890 w 483503"/>
              <a:gd name="connsiteY11-24" fmla="*/ 140077 h 279113"/>
              <a:gd name="connsiteX12-25" fmla="*/ 128696 w 483503"/>
              <a:gd name="connsiteY12-26" fmla="*/ 175796 h 279113"/>
              <a:gd name="connsiteX13-27" fmla="*/ 76309 w 483503"/>
              <a:gd name="connsiteY13-28" fmla="*/ 197227 h 279113"/>
              <a:gd name="connsiteX14-29" fmla="*/ 128696 w 483503"/>
              <a:gd name="connsiteY14-30" fmla="*/ 206752 h 279113"/>
              <a:gd name="connsiteX15-31" fmla="*/ 262046 w 483503"/>
              <a:gd name="connsiteY15-32" fmla="*/ 156746 h 279113"/>
              <a:gd name="connsiteX16-33" fmla="*/ 381109 w 483503"/>
              <a:gd name="connsiteY16-34" fmla="*/ 90071 h 279113"/>
              <a:gd name="connsiteX17-35" fmla="*/ 419209 w 483503"/>
              <a:gd name="connsiteY17-36" fmla="*/ 6727 h 279113"/>
              <a:gd name="connsiteX0-37" fmla="*/ 419209 w 483503"/>
              <a:gd name="connsiteY0-38" fmla="*/ 6727 h 279113"/>
              <a:gd name="connsiteX1-39" fmla="*/ 483503 w 483503"/>
              <a:gd name="connsiteY1-40" fmla="*/ 4346 h 279113"/>
              <a:gd name="connsiteX2-41" fmla="*/ 481121 w 483503"/>
              <a:gd name="connsiteY2-42" fmla="*/ 35302 h 279113"/>
              <a:gd name="connsiteX3-43" fmla="*/ 469215 w 483503"/>
              <a:gd name="connsiteY3-44" fmla="*/ 92452 h 279113"/>
              <a:gd name="connsiteX4-45" fmla="*/ 423971 w 483503"/>
              <a:gd name="connsiteY4-46" fmla="*/ 142458 h 279113"/>
              <a:gd name="connsiteX5-47" fmla="*/ 307290 w 483503"/>
              <a:gd name="connsiteY5-48" fmla="*/ 209133 h 279113"/>
              <a:gd name="connsiteX6-49" fmla="*/ 173940 w 483503"/>
              <a:gd name="connsiteY6-50" fmla="*/ 259140 h 279113"/>
              <a:gd name="connsiteX7-51" fmla="*/ 45353 w 483503"/>
              <a:gd name="connsiteY7-52" fmla="*/ 278190 h 279113"/>
              <a:gd name="connsiteX8-53" fmla="*/ 109 w 483503"/>
              <a:gd name="connsiteY8-54" fmla="*/ 232946 h 279113"/>
              <a:gd name="connsiteX9-55" fmla="*/ 35828 w 483503"/>
              <a:gd name="connsiteY9-56" fmla="*/ 178177 h 279113"/>
              <a:gd name="connsiteX10-57" fmla="*/ 128696 w 483503"/>
              <a:gd name="connsiteY10-58" fmla="*/ 137696 h 279113"/>
              <a:gd name="connsiteX11-59" fmla="*/ 154890 w 483503"/>
              <a:gd name="connsiteY11-60" fmla="*/ 140077 h 279113"/>
              <a:gd name="connsiteX12-61" fmla="*/ 128696 w 483503"/>
              <a:gd name="connsiteY12-62" fmla="*/ 175796 h 279113"/>
              <a:gd name="connsiteX13-63" fmla="*/ 76309 w 483503"/>
              <a:gd name="connsiteY13-64" fmla="*/ 197227 h 279113"/>
              <a:gd name="connsiteX14-65" fmla="*/ 128696 w 483503"/>
              <a:gd name="connsiteY14-66" fmla="*/ 206752 h 279113"/>
              <a:gd name="connsiteX15-67" fmla="*/ 262046 w 483503"/>
              <a:gd name="connsiteY15-68" fmla="*/ 156746 h 279113"/>
              <a:gd name="connsiteX16-69" fmla="*/ 381109 w 483503"/>
              <a:gd name="connsiteY16-70" fmla="*/ 90071 h 279113"/>
              <a:gd name="connsiteX17-71" fmla="*/ 419209 w 483503"/>
              <a:gd name="connsiteY17-72" fmla="*/ 6727 h 279113"/>
              <a:gd name="connsiteX0-73" fmla="*/ 419209 w 483503"/>
              <a:gd name="connsiteY0-74" fmla="*/ 6727 h 279113"/>
              <a:gd name="connsiteX1-75" fmla="*/ 483503 w 483503"/>
              <a:gd name="connsiteY1-76" fmla="*/ 4346 h 279113"/>
              <a:gd name="connsiteX2-77" fmla="*/ 481121 w 483503"/>
              <a:gd name="connsiteY2-78" fmla="*/ 35302 h 279113"/>
              <a:gd name="connsiteX3-79" fmla="*/ 469215 w 483503"/>
              <a:gd name="connsiteY3-80" fmla="*/ 92452 h 279113"/>
              <a:gd name="connsiteX4-81" fmla="*/ 423971 w 483503"/>
              <a:gd name="connsiteY4-82" fmla="*/ 142458 h 279113"/>
              <a:gd name="connsiteX5-83" fmla="*/ 307290 w 483503"/>
              <a:gd name="connsiteY5-84" fmla="*/ 209133 h 279113"/>
              <a:gd name="connsiteX6-85" fmla="*/ 173940 w 483503"/>
              <a:gd name="connsiteY6-86" fmla="*/ 259140 h 279113"/>
              <a:gd name="connsiteX7-87" fmla="*/ 45353 w 483503"/>
              <a:gd name="connsiteY7-88" fmla="*/ 278190 h 279113"/>
              <a:gd name="connsiteX8-89" fmla="*/ 109 w 483503"/>
              <a:gd name="connsiteY8-90" fmla="*/ 232946 h 279113"/>
              <a:gd name="connsiteX9-91" fmla="*/ 35828 w 483503"/>
              <a:gd name="connsiteY9-92" fmla="*/ 178177 h 279113"/>
              <a:gd name="connsiteX10-93" fmla="*/ 128696 w 483503"/>
              <a:gd name="connsiteY10-94" fmla="*/ 137696 h 279113"/>
              <a:gd name="connsiteX11-95" fmla="*/ 154890 w 483503"/>
              <a:gd name="connsiteY11-96" fmla="*/ 140077 h 279113"/>
              <a:gd name="connsiteX12-97" fmla="*/ 126314 w 483503"/>
              <a:gd name="connsiteY12-98" fmla="*/ 161508 h 279113"/>
              <a:gd name="connsiteX13-99" fmla="*/ 76309 w 483503"/>
              <a:gd name="connsiteY13-100" fmla="*/ 197227 h 279113"/>
              <a:gd name="connsiteX14-101" fmla="*/ 128696 w 483503"/>
              <a:gd name="connsiteY14-102" fmla="*/ 206752 h 279113"/>
              <a:gd name="connsiteX15-103" fmla="*/ 262046 w 483503"/>
              <a:gd name="connsiteY15-104" fmla="*/ 156746 h 279113"/>
              <a:gd name="connsiteX16-105" fmla="*/ 381109 w 483503"/>
              <a:gd name="connsiteY16-106" fmla="*/ 90071 h 279113"/>
              <a:gd name="connsiteX17-107" fmla="*/ 419209 w 483503"/>
              <a:gd name="connsiteY17-108" fmla="*/ 6727 h 279113"/>
              <a:gd name="connsiteX0-109" fmla="*/ 419209 w 483503"/>
              <a:gd name="connsiteY0-110" fmla="*/ 6727 h 279113"/>
              <a:gd name="connsiteX1-111" fmla="*/ 483503 w 483503"/>
              <a:gd name="connsiteY1-112" fmla="*/ 4346 h 279113"/>
              <a:gd name="connsiteX2-113" fmla="*/ 481121 w 483503"/>
              <a:gd name="connsiteY2-114" fmla="*/ 35302 h 279113"/>
              <a:gd name="connsiteX3-115" fmla="*/ 469215 w 483503"/>
              <a:gd name="connsiteY3-116" fmla="*/ 92452 h 279113"/>
              <a:gd name="connsiteX4-117" fmla="*/ 423971 w 483503"/>
              <a:gd name="connsiteY4-118" fmla="*/ 142458 h 279113"/>
              <a:gd name="connsiteX5-119" fmla="*/ 307290 w 483503"/>
              <a:gd name="connsiteY5-120" fmla="*/ 209133 h 279113"/>
              <a:gd name="connsiteX6-121" fmla="*/ 173940 w 483503"/>
              <a:gd name="connsiteY6-122" fmla="*/ 259140 h 279113"/>
              <a:gd name="connsiteX7-123" fmla="*/ 45353 w 483503"/>
              <a:gd name="connsiteY7-124" fmla="*/ 278190 h 279113"/>
              <a:gd name="connsiteX8-125" fmla="*/ 109 w 483503"/>
              <a:gd name="connsiteY8-126" fmla="*/ 232946 h 279113"/>
              <a:gd name="connsiteX9-127" fmla="*/ 35828 w 483503"/>
              <a:gd name="connsiteY9-128" fmla="*/ 178177 h 279113"/>
              <a:gd name="connsiteX10-129" fmla="*/ 128696 w 483503"/>
              <a:gd name="connsiteY10-130" fmla="*/ 137696 h 279113"/>
              <a:gd name="connsiteX11-131" fmla="*/ 154890 w 483503"/>
              <a:gd name="connsiteY11-132" fmla="*/ 140077 h 279113"/>
              <a:gd name="connsiteX12-133" fmla="*/ 131077 w 483503"/>
              <a:gd name="connsiteY12-134" fmla="*/ 163889 h 279113"/>
              <a:gd name="connsiteX13-135" fmla="*/ 76309 w 483503"/>
              <a:gd name="connsiteY13-136" fmla="*/ 197227 h 279113"/>
              <a:gd name="connsiteX14-137" fmla="*/ 128696 w 483503"/>
              <a:gd name="connsiteY14-138" fmla="*/ 206752 h 279113"/>
              <a:gd name="connsiteX15-139" fmla="*/ 262046 w 483503"/>
              <a:gd name="connsiteY15-140" fmla="*/ 156746 h 279113"/>
              <a:gd name="connsiteX16-141" fmla="*/ 381109 w 483503"/>
              <a:gd name="connsiteY16-142" fmla="*/ 90071 h 279113"/>
              <a:gd name="connsiteX17-143" fmla="*/ 419209 w 483503"/>
              <a:gd name="connsiteY17-144" fmla="*/ 6727 h 279113"/>
              <a:gd name="connsiteX0-145" fmla="*/ 419201 w 483495"/>
              <a:gd name="connsiteY0-146" fmla="*/ 6727 h 279113"/>
              <a:gd name="connsiteX1-147" fmla="*/ 483495 w 483495"/>
              <a:gd name="connsiteY1-148" fmla="*/ 4346 h 279113"/>
              <a:gd name="connsiteX2-149" fmla="*/ 481113 w 483495"/>
              <a:gd name="connsiteY2-150" fmla="*/ 35302 h 279113"/>
              <a:gd name="connsiteX3-151" fmla="*/ 469207 w 483495"/>
              <a:gd name="connsiteY3-152" fmla="*/ 92452 h 279113"/>
              <a:gd name="connsiteX4-153" fmla="*/ 423963 w 483495"/>
              <a:gd name="connsiteY4-154" fmla="*/ 142458 h 279113"/>
              <a:gd name="connsiteX5-155" fmla="*/ 307282 w 483495"/>
              <a:gd name="connsiteY5-156" fmla="*/ 209133 h 279113"/>
              <a:gd name="connsiteX6-157" fmla="*/ 173932 w 483495"/>
              <a:gd name="connsiteY6-158" fmla="*/ 259140 h 279113"/>
              <a:gd name="connsiteX7-159" fmla="*/ 45345 w 483495"/>
              <a:gd name="connsiteY7-160" fmla="*/ 278190 h 279113"/>
              <a:gd name="connsiteX8-161" fmla="*/ 101 w 483495"/>
              <a:gd name="connsiteY8-162" fmla="*/ 232946 h 279113"/>
              <a:gd name="connsiteX9-163" fmla="*/ 35820 w 483495"/>
              <a:gd name="connsiteY9-164" fmla="*/ 178177 h 279113"/>
              <a:gd name="connsiteX10-165" fmla="*/ 119163 w 483495"/>
              <a:gd name="connsiteY10-166" fmla="*/ 137696 h 279113"/>
              <a:gd name="connsiteX11-167" fmla="*/ 154882 w 483495"/>
              <a:gd name="connsiteY11-168" fmla="*/ 140077 h 279113"/>
              <a:gd name="connsiteX12-169" fmla="*/ 131069 w 483495"/>
              <a:gd name="connsiteY12-170" fmla="*/ 163889 h 279113"/>
              <a:gd name="connsiteX13-171" fmla="*/ 76301 w 483495"/>
              <a:gd name="connsiteY13-172" fmla="*/ 197227 h 279113"/>
              <a:gd name="connsiteX14-173" fmla="*/ 128688 w 483495"/>
              <a:gd name="connsiteY14-174" fmla="*/ 206752 h 279113"/>
              <a:gd name="connsiteX15-175" fmla="*/ 262038 w 483495"/>
              <a:gd name="connsiteY15-176" fmla="*/ 156746 h 279113"/>
              <a:gd name="connsiteX16-177" fmla="*/ 381101 w 483495"/>
              <a:gd name="connsiteY16-178" fmla="*/ 90071 h 279113"/>
              <a:gd name="connsiteX17-179" fmla="*/ 419201 w 483495"/>
              <a:gd name="connsiteY17-180" fmla="*/ 6727 h 279113"/>
              <a:gd name="connsiteX0-181" fmla="*/ 419159 w 483453"/>
              <a:gd name="connsiteY0-182" fmla="*/ 6727 h 279113"/>
              <a:gd name="connsiteX1-183" fmla="*/ 483453 w 483453"/>
              <a:gd name="connsiteY1-184" fmla="*/ 4346 h 279113"/>
              <a:gd name="connsiteX2-185" fmla="*/ 481071 w 483453"/>
              <a:gd name="connsiteY2-186" fmla="*/ 35302 h 279113"/>
              <a:gd name="connsiteX3-187" fmla="*/ 469165 w 483453"/>
              <a:gd name="connsiteY3-188" fmla="*/ 92452 h 279113"/>
              <a:gd name="connsiteX4-189" fmla="*/ 423921 w 483453"/>
              <a:gd name="connsiteY4-190" fmla="*/ 142458 h 279113"/>
              <a:gd name="connsiteX5-191" fmla="*/ 307240 w 483453"/>
              <a:gd name="connsiteY5-192" fmla="*/ 209133 h 279113"/>
              <a:gd name="connsiteX6-193" fmla="*/ 173890 w 483453"/>
              <a:gd name="connsiteY6-194" fmla="*/ 259140 h 279113"/>
              <a:gd name="connsiteX7-195" fmla="*/ 42922 w 483453"/>
              <a:gd name="connsiteY7-196" fmla="*/ 278190 h 279113"/>
              <a:gd name="connsiteX8-197" fmla="*/ 59 w 483453"/>
              <a:gd name="connsiteY8-198" fmla="*/ 232946 h 279113"/>
              <a:gd name="connsiteX9-199" fmla="*/ 35778 w 483453"/>
              <a:gd name="connsiteY9-200" fmla="*/ 178177 h 279113"/>
              <a:gd name="connsiteX10-201" fmla="*/ 119121 w 483453"/>
              <a:gd name="connsiteY10-202" fmla="*/ 137696 h 279113"/>
              <a:gd name="connsiteX11-203" fmla="*/ 154840 w 483453"/>
              <a:gd name="connsiteY11-204" fmla="*/ 140077 h 279113"/>
              <a:gd name="connsiteX12-205" fmla="*/ 131027 w 483453"/>
              <a:gd name="connsiteY12-206" fmla="*/ 163889 h 279113"/>
              <a:gd name="connsiteX13-207" fmla="*/ 76259 w 483453"/>
              <a:gd name="connsiteY13-208" fmla="*/ 197227 h 279113"/>
              <a:gd name="connsiteX14-209" fmla="*/ 128646 w 483453"/>
              <a:gd name="connsiteY14-210" fmla="*/ 206752 h 279113"/>
              <a:gd name="connsiteX15-211" fmla="*/ 261996 w 483453"/>
              <a:gd name="connsiteY15-212" fmla="*/ 156746 h 279113"/>
              <a:gd name="connsiteX16-213" fmla="*/ 381059 w 483453"/>
              <a:gd name="connsiteY16-214" fmla="*/ 90071 h 279113"/>
              <a:gd name="connsiteX17-215" fmla="*/ 419159 w 483453"/>
              <a:gd name="connsiteY17-216" fmla="*/ 6727 h 279113"/>
              <a:gd name="connsiteX0-217" fmla="*/ 419159 w 483453"/>
              <a:gd name="connsiteY0-218" fmla="*/ 6727 h 279113"/>
              <a:gd name="connsiteX1-219" fmla="*/ 483453 w 483453"/>
              <a:gd name="connsiteY1-220" fmla="*/ 4346 h 279113"/>
              <a:gd name="connsiteX2-221" fmla="*/ 481071 w 483453"/>
              <a:gd name="connsiteY2-222" fmla="*/ 35302 h 279113"/>
              <a:gd name="connsiteX3-223" fmla="*/ 469165 w 483453"/>
              <a:gd name="connsiteY3-224" fmla="*/ 92452 h 279113"/>
              <a:gd name="connsiteX4-225" fmla="*/ 423921 w 483453"/>
              <a:gd name="connsiteY4-226" fmla="*/ 142458 h 279113"/>
              <a:gd name="connsiteX5-227" fmla="*/ 307240 w 483453"/>
              <a:gd name="connsiteY5-228" fmla="*/ 209133 h 279113"/>
              <a:gd name="connsiteX6-229" fmla="*/ 173890 w 483453"/>
              <a:gd name="connsiteY6-230" fmla="*/ 259140 h 279113"/>
              <a:gd name="connsiteX7-231" fmla="*/ 42922 w 483453"/>
              <a:gd name="connsiteY7-232" fmla="*/ 278190 h 279113"/>
              <a:gd name="connsiteX8-233" fmla="*/ 59 w 483453"/>
              <a:gd name="connsiteY8-234" fmla="*/ 232946 h 279113"/>
              <a:gd name="connsiteX9-235" fmla="*/ 35778 w 483453"/>
              <a:gd name="connsiteY9-236" fmla="*/ 178177 h 279113"/>
              <a:gd name="connsiteX10-237" fmla="*/ 119121 w 483453"/>
              <a:gd name="connsiteY10-238" fmla="*/ 137696 h 279113"/>
              <a:gd name="connsiteX11-239" fmla="*/ 154840 w 483453"/>
              <a:gd name="connsiteY11-240" fmla="*/ 140077 h 279113"/>
              <a:gd name="connsiteX12-241" fmla="*/ 131027 w 483453"/>
              <a:gd name="connsiteY12-242" fmla="*/ 163889 h 279113"/>
              <a:gd name="connsiteX13-243" fmla="*/ 76259 w 483453"/>
              <a:gd name="connsiteY13-244" fmla="*/ 197227 h 279113"/>
              <a:gd name="connsiteX14-245" fmla="*/ 128646 w 483453"/>
              <a:gd name="connsiteY14-246" fmla="*/ 206752 h 279113"/>
              <a:gd name="connsiteX15-247" fmla="*/ 261996 w 483453"/>
              <a:gd name="connsiteY15-248" fmla="*/ 156746 h 279113"/>
              <a:gd name="connsiteX16-249" fmla="*/ 381059 w 483453"/>
              <a:gd name="connsiteY16-250" fmla="*/ 90071 h 279113"/>
              <a:gd name="connsiteX17-251" fmla="*/ 419159 w 483453"/>
              <a:gd name="connsiteY17-252" fmla="*/ 6727 h 279113"/>
              <a:gd name="connsiteX0-253" fmla="*/ 419159 w 483453"/>
              <a:gd name="connsiteY0-254" fmla="*/ 6727 h 279113"/>
              <a:gd name="connsiteX1-255" fmla="*/ 483453 w 483453"/>
              <a:gd name="connsiteY1-256" fmla="*/ 4346 h 279113"/>
              <a:gd name="connsiteX2-257" fmla="*/ 481071 w 483453"/>
              <a:gd name="connsiteY2-258" fmla="*/ 35302 h 279113"/>
              <a:gd name="connsiteX3-259" fmla="*/ 469165 w 483453"/>
              <a:gd name="connsiteY3-260" fmla="*/ 92452 h 279113"/>
              <a:gd name="connsiteX4-261" fmla="*/ 423921 w 483453"/>
              <a:gd name="connsiteY4-262" fmla="*/ 142458 h 279113"/>
              <a:gd name="connsiteX5-263" fmla="*/ 307240 w 483453"/>
              <a:gd name="connsiteY5-264" fmla="*/ 209133 h 279113"/>
              <a:gd name="connsiteX6-265" fmla="*/ 173890 w 483453"/>
              <a:gd name="connsiteY6-266" fmla="*/ 259140 h 279113"/>
              <a:gd name="connsiteX7-267" fmla="*/ 42922 w 483453"/>
              <a:gd name="connsiteY7-268" fmla="*/ 278190 h 279113"/>
              <a:gd name="connsiteX8-269" fmla="*/ 59 w 483453"/>
              <a:gd name="connsiteY8-270" fmla="*/ 232946 h 279113"/>
              <a:gd name="connsiteX9-271" fmla="*/ 35778 w 483453"/>
              <a:gd name="connsiteY9-272" fmla="*/ 178177 h 279113"/>
              <a:gd name="connsiteX10-273" fmla="*/ 119121 w 483453"/>
              <a:gd name="connsiteY10-274" fmla="*/ 137696 h 279113"/>
              <a:gd name="connsiteX11-275" fmla="*/ 154840 w 483453"/>
              <a:gd name="connsiteY11-276" fmla="*/ 140077 h 279113"/>
              <a:gd name="connsiteX12-277" fmla="*/ 131027 w 483453"/>
              <a:gd name="connsiteY12-278" fmla="*/ 163889 h 279113"/>
              <a:gd name="connsiteX13-279" fmla="*/ 76259 w 483453"/>
              <a:gd name="connsiteY13-280" fmla="*/ 197227 h 279113"/>
              <a:gd name="connsiteX14-281" fmla="*/ 128646 w 483453"/>
              <a:gd name="connsiteY14-282" fmla="*/ 206752 h 279113"/>
              <a:gd name="connsiteX15-283" fmla="*/ 261996 w 483453"/>
              <a:gd name="connsiteY15-284" fmla="*/ 156746 h 279113"/>
              <a:gd name="connsiteX16-285" fmla="*/ 381059 w 483453"/>
              <a:gd name="connsiteY16-286" fmla="*/ 90071 h 279113"/>
              <a:gd name="connsiteX17-287" fmla="*/ 419159 w 483453"/>
              <a:gd name="connsiteY17-288" fmla="*/ 6727 h 279113"/>
              <a:gd name="connsiteX0-289" fmla="*/ 440590 w 483453"/>
              <a:gd name="connsiteY0-290" fmla="*/ 8494 h 276117"/>
              <a:gd name="connsiteX1-291" fmla="*/ 483453 w 483453"/>
              <a:gd name="connsiteY1-292" fmla="*/ 1350 h 276117"/>
              <a:gd name="connsiteX2-293" fmla="*/ 481071 w 483453"/>
              <a:gd name="connsiteY2-294" fmla="*/ 32306 h 276117"/>
              <a:gd name="connsiteX3-295" fmla="*/ 469165 w 483453"/>
              <a:gd name="connsiteY3-296" fmla="*/ 89456 h 276117"/>
              <a:gd name="connsiteX4-297" fmla="*/ 423921 w 483453"/>
              <a:gd name="connsiteY4-298" fmla="*/ 139462 h 276117"/>
              <a:gd name="connsiteX5-299" fmla="*/ 307240 w 483453"/>
              <a:gd name="connsiteY5-300" fmla="*/ 206137 h 276117"/>
              <a:gd name="connsiteX6-301" fmla="*/ 173890 w 483453"/>
              <a:gd name="connsiteY6-302" fmla="*/ 256144 h 276117"/>
              <a:gd name="connsiteX7-303" fmla="*/ 42922 w 483453"/>
              <a:gd name="connsiteY7-304" fmla="*/ 275194 h 276117"/>
              <a:gd name="connsiteX8-305" fmla="*/ 59 w 483453"/>
              <a:gd name="connsiteY8-306" fmla="*/ 229950 h 276117"/>
              <a:gd name="connsiteX9-307" fmla="*/ 35778 w 483453"/>
              <a:gd name="connsiteY9-308" fmla="*/ 175181 h 276117"/>
              <a:gd name="connsiteX10-309" fmla="*/ 119121 w 483453"/>
              <a:gd name="connsiteY10-310" fmla="*/ 134700 h 276117"/>
              <a:gd name="connsiteX11-311" fmla="*/ 154840 w 483453"/>
              <a:gd name="connsiteY11-312" fmla="*/ 137081 h 276117"/>
              <a:gd name="connsiteX12-313" fmla="*/ 131027 w 483453"/>
              <a:gd name="connsiteY12-314" fmla="*/ 160893 h 276117"/>
              <a:gd name="connsiteX13-315" fmla="*/ 76259 w 483453"/>
              <a:gd name="connsiteY13-316" fmla="*/ 194231 h 276117"/>
              <a:gd name="connsiteX14-317" fmla="*/ 128646 w 483453"/>
              <a:gd name="connsiteY14-318" fmla="*/ 203756 h 276117"/>
              <a:gd name="connsiteX15-319" fmla="*/ 261996 w 483453"/>
              <a:gd name="connsiteY15-320" fmla="*/ 153750 h 276117"/>
              <a:gd name="connsiteX16-321" fmla="*/ 381059 w 483453"/>
              <a:gd name="connsiteY16-322" fmla="*/ 87075 h 276117"/>
              <a:gd name="connsiteX17-323" fmla="*/ 440590 w 483453"/>
              <a:gd name="connsiteY17-324" fmla="*/ 8494 h 276117"/>
              <a:gd name="connsiteX0-325" fmla="*/ 440590 w 483453"/>
              <a:gd name="connsiteY0-326" fmla="*/ 7207 h 274830"/>
              <a:gd name="connsiteX1-327" fmla="*/ 483453 w 483453"/>
              <a:gd name="connsiteY1-328" fmla="*/ 63 h 274830"/>
              <a:gd name="connsiteX2-329" fmla="*/ 481071 w 483453"/>
              <a:gd name="connsiteY2-330" fmla="*/ 31019 h 274830"/>
              <a:gd name="connsiteX3-331" fmla="*/ 469165 w 483453"/>
              <a:gd name="connsiteY3-332" fmla="*/ 88169 h 274830"/>
              <a:gd name="connsiteX4-333" fmla="*/ 423921 w 483453"/>
              <a:gd name="connsiteY4-334" fmla="*/ 138175 h 274830"/>
              <a:gd name="connsiteX5-335" fmla="*/ 307240 w 483453"/>
              <a:gd name="connsiteY5-336" fmla="*/ 204850 h 274830"/>
              <a:gd name="connsiteX6-337" fmla="*/ 173890 w 483453"/>
              <a:gd name="connsiteY6-338" fmla="*/ 254857 h 274830"/>
              <a:gd name="connsiteX7-339" fmla="*/ 42922 w 483453"/>
              <a:gd name="connsiteY7-340" fmla="*/ 273907 h 274830"/>
              <a:gd name="connsiteX8-341" fmla="*/ 59 w 483453"/>
              <a:gd name="connsiteY8-342" fmla="*/ 228663 h 274830"/>
              <a:gd name="connsiteX9-343" fmla="*/ 35778 w 483453"/>
              <a:gd name="connsiteY9-344" fmla="*/ 173894 h 274830"/>
              <a:gd name="connsiteX10-345" fmla="*/ 119121 w 483453"/>
              <a:gd name="connsiteY10-346" fmla="*/ 133413 h 274830"/>
              <a:gd name="connsiteX11-347" fmla="*/ 154840 w 483453"/>
              <a:gd name="connsiteY11-348" fmla="*/ 135794 h 274830"/>
              <a:gd name="connsiteX12-349" fmla="*/ 131027 w 483453"/>
              <a:gd name="connsiteY12-350" fmla="*/ 159606 h 274830"/>
              <a:gd name="connsiteX13-351" fmla="*/ 76259 w 483453"/>
              <a:gd name="connsiteY13-352" fmla="*/ 192944 h 274830"/>
              <a:gd name="connsiteX14-353" fmla="*/ 128646 w 483453"/>
              <a:gd name="connsiteY14-354" fmla="*/ 202469 h 274830"/>
              <a:gd name="connsiteX15-355" fmla="*/ 261996 w 483453"/>
              <a:gd name="connsiteY15-356" fmla="*/ 152463 h 274830"/>
              <a:gd name="connsiteX16-357" fmla="*/ 381059 w 483453"/>
              <a:gd name="connsiteY16-358" fmla="*/ 85788 h 274830"/>
              <a:gd name="connsiteX17-359" fmla="*/ 438209 w 483453"/>
              <a:gd name="connsiteY17-360" fmla="*/ 64357 h 274830"/>
              <a:gd name="connsiteX18" fmla="*/ 440590 w 483453"/>
              <a:gd name="connsiteY18" fmla="*/ 7207 h 274830"/>
              <a:gd name="connsiteX0-361" fmla="*/ 440590 w 483453"/>
              <a:gd name="connsiteY0-362" fmla="*/ 7144 h 274767"/>
              <a:gd name="connsiteX1-363" fmla="*/ 483453 w 483453"/>
              <a:gd name="connsiteY1-364" fmla="*/ 0 h 274767"/>
              <a:gd name="connsiteX2-365" fmla="*/ 481071 w 483453"/>
              <a:gd name="connsiteY2-366" fmla="*/ 30956 h 274767"/>
              <a:gd name="connsiteX3-367" fmla="*/ 469165 w 483453"/>
              <a:gd name="connsiteY3-368" fmla="*/ 88106 h 274767"/>
              <a:gd name="connsiteX4-369" fmla="*/ 423921 w 483453"/>
              <a:gd name="connsiteY4-370" fmla="*/ 138112 h 274767"/>
              <a:gd name="connsiteX5-371" fmla="*/ 307240 w 483453"/>
              <a:gd name="connsiteY5-372" fmla="*/ 204787 h 274767"/>
              <a:gd name="connsiteX6-373" fmla="*/ 173890 w 483453"/>
              <a:gd name="connsiteY6-374" fmla="*/ 254794 h 274767"/>
              <a:gd name="connsiteX7-375" fmla="*/ 42922 w 483453"/>
              <a:gd name="connsiteY7-376" fmla="*/ 273844 h 274767"/>
              <a:gd name="connsiteX8-377" fmla="*/ 59 w 483453"/>
              <a:gd name="connsiteY8-378" fmla="*/ 228600 h 274767"/>
              <a:gd name="connsiteX9-379" fmla="*/ 35778 w 483453"/>
              <a:gd name="connsiteY9-380" fmla="*/ 173831 h 274767"/>
              <a:gd name="connsiteX10-381" fmla="*/ 119121 w 483453"/>
              <a:gd name="connsiteY10-382" fmla="*/ 133350 h 274767"/>
              <a:gd name="connsiteX11-383" fmla="*/ 154840 w 483453"/>
              <a:gd name="connsiteY11-384" fmla="*/ 135731 h 274767"/>
              <a:gd name="connsiteX12-385" fmla="*/ 131027 w 483453"/>
              <a:gd name="connsiteY12-386" fmla="*/ 159543 h 274767"/>
              <a:gd name="connsiteX13-387" fmla="*/ 76259 w 483453"/>
              <a:gd name="connsiteY13-388" fmla="*/ 192881 h 274767"/>
              <a:gd name="connsiteX14-389" fmla="*/ 128646 w 483453"/>
              <a:gd name="connsiteY14-390" fmla="*/ 202406 h 274767"/>
              <a:gd name="connsiteX15-391" fmla="*/ 261996 w 483453"/>
              <a:gd name="connsiteY15-392" fmla="*/ 152400 h 274767"/>
              <a:gd name="connsiteX16-393" fmla="*/ 381059 w 483453"/>
              <a:gd name="connsiteY16-394" fmla="*/ 85725 h 274767"/>
              <a:gd name="connsiteX17-395" fmla="*/ 423921 w 483453"/>
              <a:gd name="connsiteY17-396" fmla="*/ 47625 h 274767"/>
              <a:gd name="connsiteX18-397" fmla="*/ 440590 w 483453"/>
              <a:gd name="connsiteY18-398" fmla="*/ 7144 h 274767"/>
              <a:gd name="connsiteX0-399" fmla="*/ 433447 w 483453"/>
              <a:gd name="connsiteY0-400" fmla="*/ 7144 h 274767"/>
              <a:gd name="connsiteX1-401" fmla="*/ 483453 w 483453"/>
              <a:gd name="connsiteY1-402" fmla="*/ 0 h 274767"/>
              <a:gd name="connsiteX2-403" fmla="*/ 481071 w 483453"/>
              <a:gd name="connsiteY2-404" fmla="*/ 30956 h 274767"/>
              <a:gd name="connsiteX3-405" fmla="*/ 469165 w 483453"/>
              <a:gd name="connsiteY3-406" fmla="*/ 88106 h 274767"/>
              <a:gd name="connsiteX4-407" fmla="*/ 423921 w 483453"/>
              <a:gd name="connsiteY4-408" fmla="*/ 138112 h 274767"/>
              <a:gd name="connsiteX5-409" fmla="*/ 307240 w 483453"/>
              <a:gd name="connsiteY5-410" fmla="*/ 204787 h 274767"/>
              <a:gd name="connsiteX6-411" fmla="*/ 173890 w 483453"/>
              <a:gd name="connsiteY6-412" fmla="*/ 254794 h 274767"/>
              <a:gd name="connsiteX7-413" fmla="*/ 42922 w 483453"/>
              <a:gd name="connsiteY7-414" fmla="*/ 273844 h 274767"/>
              <a:gd name="connsiteX8-415" fmla="*/ 59 w 483453"/>
              <a:gd name="connsiteY8-416" fmla="*/ 228600 h 274767"/>
              <a:gd name="connsiteX9-417" fmla="*/ 35778 w 483453"/>
              <a:gd name="connsiteY9-418" fmla="*/ 173831 h 274767"/>
              <a:gd name="connsiteX10-419" fmla="*/ 119121 w 483453"/>
              <a:gd name="connsiteY10-420" fmla="*/ 133350 h 274767"/>
              <a:gd name="connsiteX11-421" fmla="*/ 154840 w 483453"/>
              <a:gd name="connsiteY11-422" fmla="*/ 135731 h 274767"/>
              <a:gd name="connsiteX12-423" fmla="*/ 131027 w 483453"/>
              <a:gd name="connsiteY12-424" fmla="*/ 159543 h 274767"/>
              <a:gd name="connsiteX13-425" fmla="*/ 76259 w 483453"/>
              <a:gd name="connsiteY13-426" fmla="*/ 192881 h 274767"/>
              <a:gd name="connsiteX14-427" fmla="*/ 128646 w 483453"/>
              <a:gd name="connsiteY14-428" fmla="*/ 202406 h 274767"/>
              <a:gd name="connsiteX15-429" fmla="*/ 261996 w 483453"/>
              <a:gd name="connsiteY15-430" fmla="*/ 152400 h 274767"/>
              <a:gd name="connsiteX16-431" fmla="*/ 381059 w 483453"/>
              <a:gd name="connsiteY16-432" fmla="*/ 85725 h 274767"/>
              <a:gd name="connsiteX17-433" fmla="*/ 423921 w 483453"/>
              <a:gd name="connsiteY17-434" fmla="*/ 47625 h 274767"/>
              <a:gd name="connsiteX18-435" fmla="*/ 433447 w 483453"/>
              <a:gd name="connsiteY18-436" fmla="*/ 7144 h 274767"/>
              <a:gd name="connsiteX0-437" fmla="*/ 428685 w 483453"/>
              <a:gd name="connsiteY0-438" fmla="*/ 3929 h 276314"/>
              <a:gd name="connsiteX1-439" fmla="*/ 483453 w 483453"/>
              <a:gd name="connsiteY1-440" fmla="*/ 1547 h 276314"/>
              <a:gd name="connsiteX2-441" fmla="*/ 481071 w 483453"/>
              <a:gd name="connsiteY2-442" fmla="*/ 32503 h 276314"/>
              <a:gd name="connsiteX3-443" fmla="*/ 469165 w 483453"/>
              <a:gd name="connsiteY3-444" fmla="*/ 89653 h 276314"/>
              <a:gd name="connsiteX4-445" fmla="*/ 423921 w 483453"/>
              <a:gd name="connsiteY4-446" fmla="*/ 139659 h 276314"/>
              <a:gd name="connsiteX5-447" fmla="*/ 307240 w 483453"/>
              <a:gd name="connsiteY5-448" fmla="*/ 206334 h 276314"/>
              <a:gd name="connsiteX6-449" fmla="*/ 173890 w 483453"/>
              <a:gd name="connsiteY6-450" fmla="*/ 256341 h 276314"/>
              <a:gd name="connsiteX7-451" fmla="*/ 42922 w 483453"/>
              <a:gd name="connsiteY7-452" fmla="*/ 275391 h 276314"/>
              <a:gd name="connsiteX8-453" fmla="*/ 59 w 483453"/>
              <a:gd name="connsiteY8-454" fmla="*/ 230147 h 276314"/>
              <a:gd name="connsiteX9-455" fmla="*/ 35778 w 483453"/>
              <a:gd name="connsiteY9-456" fmla="*/ 175378 h 276314"/>
              <a:gd name="connsiteX10-457" fmla="*/ 119121 w 483453"/>
              <a:gd name="connsiteY10-458" fmla="*/ 134897 h 276314"/>
              <a:gd name="connsiteX11-459" fmla="*/ 154840 w 483453"/>
              <a:gd name="connsiteY11-460" fmla="*/ 137278 h 276314"/>
              <a:gd name="connsiteX12-461" fmla="*/ 131027 w 483453"/>
              <a:gd name="connsiteY12-462" fmla="*/ 161090 h 276314"/>
              <a:gd name="connsiteX13-463" fmla="*/ 76259 w 483453"/>
              <a:gd name="connsiteY13-464" fmla="*/ 194428 h 276314"/>
              <a:gd name="connsiteX14-465" fmla="*/ 128646 w 483453"/>
              <a:gd name="connsiteY14-466" fmla="*/ 203953 h 276314"/>
              <a:gd name="connsiteX15-467" fmla="*/ 261996 w 483453"/>
              <a:gd name="connsiteY15-468" fmla="*/ 153947 h 276314"/>
              <a:gd name="connsiteX16-469" fmla="*/ 381059 w 483453"/>
              <a:gd name="connsiteY16-470" fmla="*/ 87272 h 276314"/>
              <a:gd name="connsiteX17-471" fmla="*/ 423921 w 483453"/>
              <a:gd name="connsiteY17-472" fmla="*/ 49172 h 276314"/>
              <a:gd name="connsiteX18-473" fmla="*/ 428685 w 483453"/>
              <a:gd name="connsiteY18-474" fmla="*/ 3929 h 276314"/>
              <a:gd name="connsiteX0-475" fmla="*/ 428685 w 483453"/>
              <a:gd name="connsiteY0-476" fmla="*/ 3929 h 276314"/>
              <a:gd name="connsiteX1-477" fmla="*/ 483453 w 483453"/>
              <a:gd name="connsiteY1-478" fmla="*/ 1547 h 276314"/>
              <a:gd name="connsiteX2-479" fmla="*/ 481071 w 483453"/>
              <a:gd name="connsiteY2-480" fmla="*/ 32503 h 276314"/>
              <a:gd name="connsiteX3-481" fmla="*/ 469165 w 483453"/>
              <a:gd name="connsiteY3-482" fmla="*/ 89653 h 276314"/>
              <a:gd name="connsiteX4-483" fmla="*/ 414396 w 483453"/>
              <a:gd name="connsiteY4-484" fmla="*/ 120609 h 276314"/>
              <a:gd name="connsiteX5-485" fmla="*/ 307240 w 483453"/>
              <a:gd name="connsiteY5-486" fmla="*/ 206334 h 276314"/>
              <a:gd name="connsiteX6-487" fmla="*/ 173890 w 483453"/>
              <a:gd name="connsiteY6-488" fmla="*/ 256341 h 276314"/>
              <a:gd name="connsiteX7-489" fmla="*/ 42922 w 483453"/>
              <a:gd name="connsiteY7-490" fmla="*/ 275391 h 276314"/>
              <a:gd name="connsiteX8-491" fmla="*/ 59 w 483453"/>
              <a:gd name="connsiteY8-492" fmla="*/ 230147 h 276314"/>
              <a:gd name="connsiteX9-493" fmla="*/ 35778 w 483453"/>
              <a:gd name="connsiteY9-494" fmla="*/ 175378 h 276314"/>
              <a:gd name="connsiteX10-495" fmla="*/ 119121 w 483453"/>
              <a:gd name="connsiteY10-496" fmla="*/ 134897 h 276314"/>
              <a:gd name="connsiteX11-497" fmla="*/ 154840 w 483453"/>
              <a:gd name="connsiteY11-498" fmla="*/ 137278 h 276314"/>
              <a:gd name="connsiteX12-499" fmla="*/ 131027 w 483453"/>
              <a:gd name="connsiteY12-500" fmla="*/ 161090 h 276314"/>
              <a:gd name="connsiteX13-501" fmla="*/ 76259 w 483453"/>
              <a:gd name="connsiteY13-502" fmla="*/ 194428 h 276314"/>
              <a:gd name="connsiteX14-503" fmla="*/ 128646 w 483453"/>
              <a:gd name="connsiteY14-504" fmla="*/ 203953 h 276314"/>
              <a:gd name="connsiteX15-505" fmla="*/ 261996 w 483453"/>
              <a:gd name="connsiteY15-506" fmla="*/ 153947 h 276314"/>
              <a:gd name="connsiteX16-507" fmla="*/ 381059 w 483453"/>
              <a:gd name="connsiteY16-508" fmla="*/ 87272 h 276314"/>
              <a:gd name="connsiteX17-509" fmla="*/ 423921 w 483453"/>
              <a:gd name="connsiteY17-510" fmla="*/ 49172 h 276314"/>
              <a:gd name="connsiteX18-511" fmla="*/ 428685 w 483453"/>
              <a:gd name="connsiteY18-512" fmla="*/ 3929 h 276314"/>
              <a:gd name="connsiteX0-513" fmla="*/ 428685 w 483453"/>
              <a:gd name="connsiteY0-514" fmla="*/ 3929 h 276314"/>
              <a:gd name="connsiteX1-515" fmla="*/ 483453 w 483453"/>
              <a:gd name="connsiteY1-516" fmla="*/ 1547 h 276314"/>
              <a:gd name="connsiteX2-517" fmla="*/ 481071 w 483453"/>
              <a:gd name="connsiteY2-518" fmla="*/ 32503 h 276314"/>
              <a:gd name="connsiteX3-519" fmla="*/ 469165 w 483453"/>
              <a:gd name="connsiteY3-520" fmla="*/ 89653 h 276314"/>
              <a:gd name="connsiteX4-521" fmla="*/ 431064 w 483453"/>
              <a:gd name="connsiteY4-522" fmla="*/ 125372 h 276314"/>
              <a:gd name="connsiteX5-523" fmla="*/ 307240 w 483453"/>
              <a:gd name="connsiteY5-524" fmla="*/ 206334 h 276314"/>
              <a:gd name="connsiteX6-525" fmla="*/ 173890 w 483453"/>
              <a:gd name="connsiteY6-526" fmla="*/ 256341 h 276314"/>
              <a:gd name="connsiteX7-527" fmla="*/ 42922 w 483453"/>
              <a:gd name="connsiteY7-528" fmla="*/ 275391 h 276314"/>
              <a:gd name="connsiteX8-529" fmla="*/ 59 w 483453"/>
              <a:gd name="connsiteY8-530" fmla="*/ 230147 h 276314"/>
              <a:gd name="connsiteX9-531" fmla="*/ 35778 w 483453"/>
              <a:gd name="connsiteY9-532" fmla="*/ 175378 h 276314"/>
              <a:gd name="connsiteX10-533" fmla="*/ 119121 w 483453"/>
              <a:gd name="connsiteY10-534" fmla="*/ 134897 h 276314"/>
              <a:gd name="connsiteX11-535" fmla="*/ 154840 w 483453"/>
              <a:gd name="connsiteY11-536" fmla="*/ 137278 h 276314"/>
              <a:gd name="connsiteX12-537" fmla="*/ 131027 w 483453"/>
              <a:gd name="connsiteY12-538" fmla="*/ 161090 h 276314"/>
              <a:gd name="connsiteX13-539" fmla="*/ 76259 w 483453"/>
              <a:gd name="connsiteY13-540" fmla="*/ 194428 h 276314"/>
              <a:gd name="connsiteX14-541" fmla="*/ 128646 w 483453"/>
              <a:gd name="connsiteY14-542" fmla="*/ 203953 h 276314"/>
              <a:gd name="connsiteX15-543" fmla="*/ 261996 w 483453"/>
              <a:gd name="connsiteY15-544" fmla="*/ 153947 h 276314"/>
              <a:gd name="connsiteX16-545" fmla="*/ 381059 w 483453"/>
              <a:gd name="connsiteY16-546" fmla="*/ 87272 h 276314"/>
              <a:gd name="connsiteX17-547" fmla="*/ 423921 w 483453"/>
              <a:gd name="connsiteY17-548" fmla="*/ 49172 h 276314"/>
              <a:gd name="connsiteX18-549" fmla="*/ 428685 w 483453"/>
              <a:gd name="connsiteY18-550" fmla="*/ 3929 h 276314"/>
              <a:gd name="connsiteX0-551" fmla="*/ 428685 w 483453"/>
              <a:gd name="connsiteY0-552" fmla="*/ 3929 h 276359"/>
              <a:gd name="connsiteX1-553" fmla="*/ 483453 w 483453"/>
              <a:gd name="connsiteY1-554" fmla="*/ 1547 h 276359"/>
              <a:gd name="connsiteX2-555" fmla="*/ 481071 w 483453"/>
              <a:gd name="connsiteY2-556" fmla="*/ 32503 h 276359"/>
              <a:gd name="connsiteX3-557" fmla="*/ 469165 w 483453"/>
              <a:gd name="connsiteY3-558" fmla="*/ 89653 h 276359"/>
              <a:gd name="connsiteX4-559" fmla="*/ 431064 w 483453"/>
              <a:gd name="connsiteY4-560" fmla="*/ 125372 h 276359"/>
              <a:gd name="connsiteX5-561" fmla="*/ 304859 w 483453"/>
              <a:gd name="connsiteY5-562" fmla="*/ 201571 h 276359"/>
              <a:gd name="connsiteX6-563" fmla="*/ 173890 w 483453"/>
              <a:gd name="connsiteY6-564" fmla="*/ 256341 h 276359"/>
              <a:gd name="connsiteX7-565" fmla="*/ 42922 w 483453"/>
              <a:gd name="connsiteY7-566" fmla="*/ 275391 h 276359"/>
              <a:gd name="connsiteX8-567" fmla="*/ 59 w 483453"/>
              <a:gd name="connsiteY8-568" fmla="*/ 230147 h 276359"/>
              <a:gd name="connsiteX9-569" fmla="*/ 35778 w 483453"/>
              <a:gd name="connsiteY9-570" fmla="*/ 175378 h 276359"/>
              <a:gd name="connsiteX10-571" fmla="*/ 119121 w 483453"/>
              <a:gd name="connsiteY10-572" fmla="*/ 134897 h 276359"/>
              <a:gd name="connsiteX11-573" fmla="*/ 154840 w 483453"/>
              <a:gd name="connsiteY11-574" fmla="*/ 137278 h 276359"/>
              <a:gd name="connsiteX12-575" fmla="*/ 131027 w 483453"/>
              <a:gd name="connsiteY12-576" fmla="*/ 161090 h 276359"/>
              <a:gd name="connsiteX13-577" fmla="*/ 76259 w 483453"/>
              <a:gd name="connsiteY13-578" fmla="*/ 194428 h 276359"/>
              <a:gd name="connsiteX14-579" fmla="*/ 128646 w 483453"/>
              <a:gd name="connsiteY14-580" fmla="*/ 203953 h 276359"/>
              <a:gd name="connsiteX15-581" fmla="*/ 261996 w 483453"/>
              <a:gd name="connsiteY15-582" fmla="*/ 153947 h 276359"/>
              <a:gd name="connsiteX16-583" fmla="*/ 381059 w 483453"/>
              <a:gd name="connsiteY16-584" fmla="*/ 87272 h 276359"/>
              <a:gd name="connsiteX17-585" fmla="*/ 423921 w 483453"/>
              <a:gd name="connsiteY17-586" fmla="*/ 49172 h 276359"/>
              <a:gd name="connsiteX18-587" fmla="*/ 428685 w 483453"/>
              <a:gd name="connsiteY18-588" fmla="*/ 3929 h 276359"/>
              <a:gd name="connsiteX0-589" fmla="*/ 428685 w 483453"/>
              <a:gd name="connsiteY0-590" fmla="*/ 3929 h 275924"/>
              <a:gd name="connsiteX1-591" fmla="*/ 483453 w 483453"/>
              <a:gd name="connsiteY1-592" fmla="*/ 1547 h 275924"/>
              <a:gd name="connsiteX2-593" fmla="*/ 481071 w 483453"/>
              <a:gd name="connsiteY2-594" fmla="*/ 32503 h 275924"/>
              <a:gd name="connsiteX3-595" fmla="*/ 469165 w 483453"/>
              <a:gd name="connsiteY3-596" fmla="*/ 89653 h 275924"/>
              <a:gd name="connsiteX4-597" fmla="*/ 431064 w 483453"/>
              <a:gd name="connsiteY4-598" fmla="*/ 125372 h 275924"/>
              <a:gd name="connsiteX5-599" fmla="*/ 304859 w 483453"/>
              <a:gd name="connsiteY5-600" fmla="*/ 201571 h 275924"/>
              <a:gd name="connsiteX6-601" fmla="*/ 176271 w 483453"/>
              <a:gd name="connsiteY6-602" fmla="*/ 251578 h 275924"/>
              <a:gd name="connsiteX7-603" fmla="*/ 42922 w 483453"/>
              <a:gd name="connsiteY7-604" fmla="*/ 275391 h 275924"/>
              <a:gd name="connsiteX8-605" fmla="*/ 59 w 483453"/>
              <a:gd name="connsiteY8-606" fmla="*/ 230147 h 275924"/>
              <a:gd name="connsiteX9-607" fmla="*/ 35778 w 483453"/>
              <a:gd name="connsiteY9-608" fmla="*/ 175378 h 275924"/>
              <a:gd name="connsiteX10-609" fmla="*/ 119121 w 483453"/>
              <a:gd name="connsiteY10-610" fmla="*/ 134897 h 275924"/>
              <a:gd name="connsiteX11-611" fmla="*/ 154840 w 483453"/>
              <a:gd name="connsiteY11-612" fmla="*/ 137278 h 275924"/>
              <a:gd name="connsiteX12-613" fmla="*/ 131027 w 483453"/>
              <a:gd name="connsiteY12-614" fmla="*/ 161090 h 275924"/>
              <a:gd name="connsiteX13-615" fmla="*/ 76259 w 483453"/>
              <a:gd name="connsiteY13-616" fmla="*/ 194428 h 275924"/>
              <a:gd name="connsiteX14-617" fmla="*/ 128646 w 483453"/>
              <a:gd name="connsiteY14-618" fmla="*/ 203953 h 275924"/>
              <a:gd name="connsiteX15-619" fmla="*/ 261996 w 483453"/>
              <a:gd name="connsiteY15-620" fmla="*/ 153947 h 275924"/>
              <a:gd name="connsiteX16-621" fmla="*/ 381059 w 483453"/>
              <a:gd name="connsiteY16-622" fmla="*/ 87272 h 275924"/>
              <a:gd name="connsiteX17-623" fmla="*/ 423921 w 483453"/>
              <a:gd name="connsiteY17-624" fmla="*/ 49172 h 275924"/>
              <a:gd name="connsiteX18-625" fmla="*/ 428685 w 483453"/>
              <a:gd name="connsiteY18-626" fmla="*/ 3929 h 275924"/>
              <a:gd name="connsiteX0-627" fmla="*/ 428835 w 483603"/>
              <a:gd name="connsiteY0-628" fmla="*/ 3929 h 271308"/>
              <a:gd name="connsiteX1-629" fmla="*/ 483603 w 483603"/>
              <a:gd name="connsiteY1-630" fmla="*/ 1547 h 271308"/>
              <a:gd name="connsiteX2-631" fmla="*/ 481221 w 483603"/>
              <a:gd name="connsiteY2-632" fmla="*/ 32503 h 271308"/>
              <a:gd name="connsiteX3-633" fmla="*/ 469315 w 483603"/>
              <a:gd name="connsiteY3-634" fmla="*/ 89653 h 271308"/>
              <a:gd name="connsiteX4-635" fmla="*/ 431214 w 483603"/>
              <a:gd name="connsiteY4-636" fmla="*/ 125372 h 271308"/>
              <a:gd name="connsiteX5-637" fmla="*/ 305009 w 483603"/>
              <a:gd name="connsiteY5-638" fmla="*/ 201571 h 271308"/>
              <a:gd name="connsiteX6-639" fmla="*/ 176421 w 483603"/>
              <a:gd name="connsiteY6-640" fmla="*/ 251578 h 271308"/>
              <a:gd name="connsiteX7-641" fmla="*/ 50216 w 483603"/>
              <a:gd name="connsiteY7-642" fmla="*/ 270629 h 271308"/>
              <a:gd name="connsiteX8-643" fmla="*/ 209 w 483603"/>
              <a:gd name="connsiteY8-644" fmla="*/ 230147 h 271308"/>
              <a:gd name="connsiteX9-645" fmla="*/ 35928 w 483603"/>
              <a:gd name="connsiteY9-646" fmla="*/ 175378 h 271308"/>
              <a:gd name="connsiteX10-647" fmla="*/ 119271 w 483603"/>
              <a:gd name="connsiteY10-648" fmla="*/ 134897 h 271308"/>
              <a:gd name="connsiteX11-649" fmla="*/ 154990 w 483603"/>
              <a:gd name="connsiteY11-650" fmla="*/ 137278 h 271308"/>
              <a:gd name="connsiteX12-651" fmla="*/ 131177 w 483603"/>
              <a:gd name="connsiteY12-652" fmla="*/ 161090 h 271308"/>
              <a:gd name="connsiteX13-653" fmla="*/ 76409 w 483603"/>
              <a:gd name="connsiteY13-654" fmla="*/ 194428 h 271308"/>
              <a:gd name="connsiteX14-655" fmla="*/ 128796 w 483603"/>
              <a:gd name="connsiteY14-656" fmla="*/ 203953 h 271308"/>
              <a:gd name="connsiteX15-657" fmla="*/ 262146 w 483603"/>
              <a:gd name="connsiteY15-658" fmla="*/ 153947 h 271308"/>
              <a:gd name="connsiteX16-659" fmla="*/ 381209 w 483603"/>
              <a:gd name="connsiteY16-660" fmla="*/ 87272 h 271308"/>
              <a:gd name="connsiteX17-661" fmla="*/ 424071 w 483603"/>
              <a:gd name="connsiteY17-662" fmla="*/ 49172 h 271308"/>
              <a:gd name="connsiteX18-663" fmla="*/ 428835 w 483603"/>
              <a:gd name="connsiteY18-664" fmla="*/ 3929 h 271308"/>
              <a:gd name="connsiteX0-665" fmla="*/ 428835 w 483603"/>
              <a:gd name="connsiteY0-666" fmla="*/ 3929 h 271308"/>
              <a:gd name="connsiteX1-667" fmla="*/ 483603 w 483603"/>
              <a:gd name="connsiteY1-668" fmla="*/ 1547 h 271308"/>
              <a:gd name="connsiteX2-669" fmla="*/ 481221 w 483603"/>
              <a:gd name="connsiteY2-670" fmla="*/ 53934 h 271308"/>
              <a:gd name="connsiteX3-671" fmla="*/ 469315 w 483603"/>
              <a:gd name="connsiteY3-672" fmla="*/ 89653 h 271308"/>
              <a:gd name="connsiteX4-673" fmla="*/ 431214 w 483603"/>
              <a:gd name="connsiteY4-674" fmla="*/ 125372 h 271308"/>
              <a:gd name="connsiteX5-675" fmla="*/ 305009 w 483603"/>
              <a:gd name="connsiteY5-676" fmla="*/ 201571 h 271308"/>
              <a:gd name="connsiteX6-677" fmla="*/ 176421 w 483603"/>
              <a:gd name="connsiteY6-678" fmla="*/ 251578 h 271308"/>
              <a:gd name="connsiteX7-679" fmla="*/ 50216 w 483603"/>
              <a:gd name="connsiteY7-680" fmla="*/ 270629 h 271308"/>
              <a:gd name="connsiteX8-681" fmla="*/ 209 w 483603"/>
              <a:gd name="connsiteY8-682" fmla="*/ 230147 h 271308"/>
              <a:gd name="connsiteX9-683" fmla="*/ 35928 w 483603"/>
              <a:gd name="connsiteY9-684" fmla="*/ 175378 h 271308"/>
              <a:gd name="connsiteX10-685" fmla="*/ 119271 w 483603"/>
              <a:gd name="connsiteY10-686" fmla="*/ 134897 h 271308"/>
              <a:gd name="connsiteX11-687" fmla="*/ 154990 w 483603"/>
              <a:gd name="connsiteY11-688" fmla="*/ 137278 h 271308"/>
              <a:gd name="connsiteX12-689" fmla="*/ 131177 w 483603"/>
              <a:gd name="connsiteY12-690" fmla="*/ 161090 h 271308"/>
              <a:gd name="connsiteX13-691" fmla="*/ 76409 w 483603"/>
              <a:gd name="connsiteY13-692" fmla="*/ 194428 h 271308"/>
              <a:gd name="connsiteX14-693" fmla="*/ 128796 w 483603"/>
              <a:gd name="connsiteY14-694" fmla="*/ 203953 h 271308"/>
              <a:gd name="connsiteX15-695" fmla="*/ 262146 w 483603"/>
              <a:gd name="connsiteY15-696" fmla="*/ 153947 h 271308"/>
              <a:gd name="connsiteX16-697" fmla="*/ 381209 w 483603"/>
              <a:gd name="connsiteY16-698" fmla="*/ 87272 h 271308"/>
              <a:gd name="connsiteX17-699" fmla="*/ 424071 w 483603"/>
              <a:gd name="connsiteY17-700" fmla="*/ 49172 h 271308"/>
              <a:gd name="connsiteX18-701" fmla="*/ 428835 w 483603"/>
              <a:gd name="connsiteY18-702" fmla="*/ 3929 h 271308"/>
              <a:gd name="connsiteX0-703" fmla="*/ 428835 w 483603"/>
              <a:gd name="connsiteY0-704" fmla="*/ 3584 h 270963"/>
              <a:gd name="connsiteX1-705" fmla="*/ 483603 w 483603"/>
              <a:gd name="connsiteY1-706" fmla="*/ 1202 h 270963"/>
              <a:gd name="connsiteX2-707" fmla="*/ 481221 w 483603"/>
              <a:gd name="connsiteY2-708" fmla="*/ 53589 h 270963"/>
              <a:gd name="connsiteX3-709" fmla="*/ 469315 w 483603"/>
              <a:gd name="connsiteY3-710" fmla="*/ 89308 h 270963"/>
              <a:gd name="connsiteX4-711" fmla="*/ 431214 w 483603"/>
              <a:gd name="connsiteY4-712" fmla="*/ 125027 h 270963"/>
              <a:gd name="connsiteX5-713" fmla="*/ 305009 w 483603"/>
              <a:gd name="connsiteY5-714" fmla="*/ 201226 h 270963"/>
              <a:gd name="connsiteX6-715" fmla="*/ 176421 w 483603"/>
              <a:gd name="connsiteY6-716" fmla="*/ 251233 h 270963"/>
              <a:gd name="connsiteX7-717" fmla="*/ 50216 w 483603"/>
              <a:gd name="connsiteY7-718" fmla="*/ 270284 h 270963"/>
              <a:gd name="connsiteX8-719" fmla="*/ 209 w 483603"/>
              <a:gd name="connsiteY8-720" fmla="*/ 229802 h 270963"/>
              <a:gd name="connsiteX9-721" fmla="*/ 35928 w 483603"/>
              <a:gd name="connsiteY9-722" fmla="*/ 175033 h 270963"/>
              <a:gd name="connsiteX10-723" fmla="*/ 119271 w 483603"/>
              <a:gd name="connsiteY10-724" fmla="*/ 134552 h 270963"/>
              <a:gd name="connsiteX11-725" fmla="*/ 154990 w 483603"/>
              <a:gd name="connsiteY11-726" fmla="*/ 136933 h 270963"/>
              <a:gd name="connsiteX12-727" fmla="*/ 131177 w 483603"/>
              <a:gd name="connsiteY12-728" fmla="*/ 160745 h 270963"/>
              <a:gd name="connsiteX13-729" fmla="*/ 76409 w 483603"/>
              <a:gd name="connsiteY13-730" fmla="*/ 194083 h 270963"/>
              <a:gd name="connsiteX14-731" fmla="*/ 128796 w 483603"/>
              <a:gd name="connsiteY14-732" fmla="*/ 203608 h 270963"/>
              <a:gd name="connsiteX15-733" fmla="*/ 262146 w 483603"/>
              <a:gd name="connsiteY15-734" fmla="*/ 153602 h 270963"/>
              <a:gd name="connsiteX16-735" fmla="*/ 381209 w 483603"/>
              <a:gd name="connsiteY16-736" fmla="*/ 86927 h 270963"/>
              <a:gd name="connsiteX17-737" fmla="*/ 424071 w 483603"/>
              <a:gd name="connsiteY17-738" fmla="*/ 44064 h 270963"/>
              <a:gd name="connsiteX18-739" fmla="*/ 428835 w 483603"/>
              <a:gd name="connsiteY18-740" fmla="*/ 3584 h 270963"/>
              <a:gd name="connsiteX0-741" fmla="*/ 428835 w 483603"/>
              <a:gd name="connsiteY0-742" fmla="*/ 3584 h 271579"/>
              <a:gd name="connsiteX1-743" fmla="*/ 483603 w 483603"/>
              <a:gd name="connsiteY1-744" fmla="*/ 1202 h 271579"/>
              <a:gd name="connsiteX2-745" fmla="*/ 481221 w 483603"/>
              <a:gd name="connsiteY2-746" fmla="*/ 53589 h 271579"/>
              <a:gd name="connsiteX3-747" fmla="*/ 469315 w 483603"/>
              <a:gd name="connsiteY3-748" fmla="*/ 89308 h 271579"/>
              <a:gd name="connsiteX4-749" fmla="*/ 431214 w 483603"/>
              <a:gd name="connsiteY4-750" fmla="*/ 125027 h 271579"/>
              <a:gd name="connsiteX5-751" fmla="*/ 305009 w 483603"/>
              <a:gd name="connsiteY5-752" fmla="*/ 201226 h 271579"/>
              <a:gd name="connsiteX6-753" fmla="*/ 183565 w 483603"/>
              <a:gd name="connsiteY6-754" fmla="*/ 255995 h 271579"/>
              <a:gd name="connsiteX7-755" fmla="*/ 50216 w 483603"/>
              <a:gd name="connsiteY7-756" fmla="*/ 270284 h 271579"/>
              <a:gd name="connsiteX8-757" fmla="*/ 209 w 483603"/>
              <a:gd name="connsiteY8-758" fmla="*/ 229802 h 271579"/>
              <a:gd name="connsiteX9-759" fmla="*/ 35928 w 483603"/>
              <a:gd name="connsiteY9-760" fmla="*/ 175033 h 271579"/>
              <a:gd name="connsiteX10-761" fmla="*/ 119271 w 483603"/>
              <a:gd name="connsiteY10-762" fmla="*/ 134552 h 271579"/>
              <a:gd name="connsiteX11-763" fmla="*/ 154990 w 483603"/>
              <a:gd name="connsiteY11-764" fmla="*/ 136933 h 271579"/>
              <a:gd name="connsiteX12-765" fmla="*/ 131177 w 483603"/>
              <a:gd name="connsiteY12-766" fmla="*/ 160745 h 271579"/>
              <a:gd name="connsiteX13-767" fmla="*/ 76409 w 483603"/>
              <a:gd name="connsiteY13-768" fmla="*/ 194083 h 271579"/>
              <a:gd name="connsiteX14-769" fmla="*/ 128796 w 483603"/>
              <a:gd name="connsiteY14-770" fmla="*/ 203608 h 271579"/>
              <a:gd name="connsiteX15-771" fmla="*/ 262146 w 483603"/>
              <a:gd name="connsiteY15-772" fmla="*/ 153602 h 271579"/>
              <a:gd name="connsiteX16-773" fmla="*/ 381209 w 483603"/>
              <a:gd name="connsiteY16-774" fmla="*/ 86927 h 271579"/>
              <a:gd name="connsiteX17-775" fmla="*/ 424071 w 483603"/>
              <a:gd name="connsiteY17-776" fmla="*/ 44064 h 271579"/>
              <a:gd name="connsiteX18-777" fmla="*/ 428835 w 483603"/>
              <a:gd name="connsiteY18-778" fmla="*/ 3584 h 271579"/>
              <a:gd name="connsiteX0-779" fmla="*/ 428835 w 483603"/>
              <a:gd name="connsiteY0-780" fmla="*/ 3584 h 271579"/>
              <a:gd name="connsiteX1-781" fmla="*/ 483603 w 483603"/>
              <a:gd name="connsiteY1-782" fmla="*/ 1202 h 271579"/>
              <a:gd name="connsiteX2-783" fmla="*/ 481221 w 483603"/>
              <a:gd name="connsiteY2-784" fmla="*/ 53589 h 271579"/>
              <a:gd name="connsiteX3-785" fmla="*/ 469315 w 483603"/>
              <a:gd name="connsiteY3-786" fmla="*/ 89308 h 271579"/>
              <a:gd name="connsiteX4-787" fmla="*/ 431214 w 483603"/>
              <a:gd name="connsiteY4-788" fmla="*/ 125027 h 271579"/>
              <a:gd name="connsiteX5-789" fmla="*/ 316916 w 483603"/>
              <a:gd name="connsiteY5-790" fmla="*/ 201226 h 271579"/>
              <a:gd name="connsiteX6-791" fmla="*/ 183565 w 483603"/>
              <a:gd name="connsiteY6-792" fmla="*/ 255995 h 271579"/>
              <a:gd name="connsiteX7-793" fmla="*/ 50216 w 483603"/>
              <a:gd name="connsiteY7-794" fmla="*/ 270284 h 271579"/>
              <a:gd name="connsiteX8-795" fmla="*/ 209 w 483603"/>
              <a:gd name="connsiteY8-796" fmla="*/ 229802 h 271579"/>
              <a:gd name="connsiteX9-797" fmla="*/ 35928 w 483603"/>
              <a:gd name="connsiteY9-798" fmla="*/ 175033 h 271579"/>
              <a:gd name="connsiteX10-799" fmla="*/ 119271 w 483603"/>
              <a:gd name="connsiteY10-800" fmla="*/ 134552 h 271579"/>
              <a:gd name="connsiteX11-801" fmla="*/ 154990 w 483603"/>
              <a:gd name="connsiteY11-802" fmla="*/ 136933 h 271579"/>
              <a:gd name="connsiteX12-803" fmla="*/ 131177 w 483603"/>
              <a:gd name="connsiteY12-804" fmla="*/ 160745 h 271579"/>
              <a:gd name="connsiteX13-805" fmla="*/ 76409 w 483603"/>
              <a:gd name="connsiteY13-806" fmla="*/ 194083 h 271579"/>
              <a:gd name="connsiteX14-807" fmla="*/ 128796 w 483603"/>
              <a:gd name="connsiteY14-808" fmla="*/ 203608 h 271579"/>
              <a:gd name="connsiteX15-809" fmla="*/ 262146 w 483603"/>
              <a:gd name="connsiteY15-810" fmla="*/ 153602 h 271579"/>
              <a:gd name="connsiteX16-811" fmla="*/ 381209 w 483603"/>
              <a:gd name="connsiteY16-812" fmla="*/ 86927 h 271579"/>
              <a:gd name="connsiteX17-813" fmla="*/ 424071 w 483603"/>
              <a:gd name="connsiteY17-814" fmla="*/ 44064 h 271579"/>
              <a:gd name="connsiteX18-815" fmla="*/ 428835 w 483603"/>
              <a:gd name="connsiteY18-816" fmla="*/ 3584 h 271579"/>
              <a:gd name="connsiteX0-817" fmla="*/ 428835 w 483603"/>
              <a:gd name="connsiteY0-818" fmla="*/ 3755 h 271750"/>
              <a:gd name="connsiteX1-819" fmla="*/ 483603 w 483603"/>
              <a:gd name="connsiteY1-820" fmla="*/ 1373 h 271750"/>
              <a:gd name="connsiteX2-821" fmla="*/ 481221 w 483603"/>
              <a:gd name="connsiteY2-822" fmla="*/ 53760 h 271750"/>
              <a:gd name="connsiteX3-823" fmla="*/ 469315 w 483603"/>
              <a:gd name="connsiteY3-824" fmla="*/ 89479 h 271750"/>
              <a:gd name="connsiteX4-825" fmla="*/ 431214 w 483603"/>
              <a:gd name="connsiteY4-826" fmla="*/ 125198 h 271750"/>
              <a:gd name="connsiteX5-827" fmla="*/ 316916 w 483603"/>
              <a:gd name="connsiteY5-828" fmla="*/ 201397 h 271750"/>
              <a:gd name="connsiteX6-829" fmla="*/ 183565 w 483603"/>
              <a:gd name="connsiteY6-830" fmla="*/ 256166 h 271750"/>
              <a:gd name="connsiteX7-831" fmla="*/ 50216 w 483603"/>
              <a:gd name="connsiteY7-832" fmla="*/ 270455 h 271750"/>
              <a:gd name="connsiteX8-833" fmla="*/ 209 w 483603"/>
              <a:gd name="connsiteY8-834" fmla="*/ 229973 h 271750"/>
              <a:gd name="connsiteX9-835" fmla="*/ 35928 w 483603"/>
              <a:gd name="connsiteY9-836" fmla="*/ 175204 h 271750"/>
              <a:gd name="connsiteX10-837" fmla="*/ 119271 w 483603"/>
              <a:gd name="connsiteY10-838" fmla="*/ 134723 h 271750"/>
              <a:gd name="connsiteX11-839" fmla="*/ 154990 w 483603"/>
              <a:gd name="connsiteY11-840" fmla="*/ 137104 h 271750"/>
              <a:gd name="connsiteX12-841" fmla="*/ 131177 w 483603"/>
              <a:gd name="connsiteY12-842" fmla="*/ 160916 h 271750"/>
              <a:gd name="connsiteX13-843" fmla="*/ 76409 w 483603"/>
              <a:gd name="connsiteY13-844" fmla="*/ 194254 h 271750"/>
              <a:gd name="connsiteX14-845" fmla="*/ 128796 w 483603"/>
              <a:gd name="connsiteY14-846" fmla="*/ 203779 h 271750"/>
              <a:gd name="connsiteX15-847" fmla="*/ 262146 w 483603"/>
              <a:gd name="connsiteY15-848" fmla="*/ 153773 h 271750"/>
              <a:gd name="connsiteX16-849" fmla="*/ 381209 w 483603"/>
              <a:gd name="connsiteY16-850" fmla="*/ 87098 h 271750"/>
              <a:gd name="connsiteX17-851" fmla="*/ 440739 w 483603"/>
              <a:gd name="connsiteY17-852" fmla="*/ 46616 h 271750"/>
              <a:gd name="connsiteX18-853" fmla="*/ 428835 w 483603"/>
              <a:gd name="connsiteY18-854" fmla="*/ 3755 h 271750"/>
              <a:gd name="connsiteX0-855" fmla="*/ 428835 w 483603"/>
              <a:gd name="connsiteY0-856" fmla="*/ 2399 h 270394"/>
              <a:gd name="connsiteX1-857" fmla="*/ 483603 w 483603"/>
              <a:gd name="connsiteY1-858" fmla="*/ 17 h 270394"/>
              <a:gd name="connsiteX2-859" fmla="*/ 481221 w 483603"/>
              <a:gd name="connsiteY2-860" fmla="*/ 52404 h 270394"/>
              <a:gd name="connsiteX3-861" fmla="*/ 469315 w 483603"/>
              <a:gd name="connsiteY3-862" fmla="*/ 88123 h 270394"/>
              <a:gd name="connsiteX4-863" fmla="*/ 431214 w 483603"/>
              <a:gd name="connsiteY4-864" fmla="*/ 123842 h 270394"/>
              <a:gd name="connsiteX5-865" fmla="*/ 316916 w 483603"/>
              <a:gd name="connsiteY5-866" fmla="*/ 200041 h 270394"/>
              <a:gd name="connsiteX6-867" fmla="*/ 183565 w 483603"/>
              <a:gd name="connsiteY6-868" fmla="*/ 254810 h 270394"/>
              <a:gd name="connsiteX7-869" fmla="*/ 50216 w 483603"/>
              <a:gd name="connsiteY7-870" fmla="*/ 269099 h 270394"/>
              <a:gd name="connsiteX8-871" fmla="*/ 209 w 483603"/>
              <a:gd name="connsiteY8-872" fmla="*/ 228617 h 270394"/>
              <a:gd name="connsiteX9-873" fmla="*/ 35928 w 483603"/>
              <a:gd name="connsiteY9-874" fmla="*/ 173848 h 270394"/>
              <a:gd name="connsiteX10-875" fmla="*/ 119271 w 483603"/>
              <a:gd name="connsiteY10-876" fmla="*/ 133367 h 270394"/>
              <a:gd name="connsiteX11-877" fmla="*/ 154990 w 483603"/>
              <a:gd name="connsiteY11-878" fmla="*/ 135748 h 270394"/>
              <a:gd name="connsiteX12-879" fmla="*/ 131177 w 483603"/>
              <a:gd name="connsiteY12-880" fmla="*/ 159560 h 270394"/>
              <a:gd name="connsiteX13-881" fmla="*/ 76409 w 483603"/>
              <a:gd name="connsiteY13-882" fmla="*/ 192898 h 270394"/>
              <a:gd name="connsiteX14-883" fmla="*/ 128796 w 483603"/>
              <a:gd name="connsiteY14-884" fmla="*/ 202423 h 270394"/>
              <a:gd name="connsiteX15-885" fmla="*/ 262146 w 483603"/>
              <a:gd name="connsiteY15-886" fmla="*/ 152417 h 270394"/>
              <a:gd name="connsiteX16-887" fmla="*/ 381209 w 483603"/>
              <a:gd name="connsiteY16-888" fmla="*/ 85742 h 270394"/>
              <a:gd name="connsiteX17-889" fmla="*/ 438358 w 483603"/>
              <a:gd name="connsiteY17-890" fmla="*/ 26210 h 270394"/>
              <a:gd name="connsiteX18-891" fmla="*/ 428835 w 483603"/>
              <a:gd name="connsiteY18-892" fmla="*/ 2399 h 270394"/>
              <a:gd name="connsiteX0-893" fmla="*/ 428835 w 483603"/>
              <a:gd name="connsiteY0-894" fmla="*/ 2399 h 270394"/>
              <a:gd name="connsiteX1-895" fmla="*/ 483603 w 483603"/>
              <a:gd name="connsiteY1-896" fmla="*/ 17 h 270394"/>
              <a:gd name="connsiteX2-897" fmla="*/ 481221 w 483603"/>
              <a:gd name="connsiteY2-898" fmla="*/ 52404 h 270394"/>
              <a:gd name="connsiteX3-899" fmla="*/ 469315 w 483603"/>
              <a:gd name="connsiteY3-900" fmla="*/ 88123 h 270394"/>
              <a:gd name="connsiteX4-901" fmla="*/ 431214 w 483603"/>
              <a:gd name="connsiteY4-902" fmla="*/ 123842 h 270394"/>
              <a:gd name="connsiteX5-903" fmla="*/ 316916 w 483603"/>
              <a:gd name="connsiteY5-904" fmla="*/ 200041 h 270394"/>
              <a:gd name="connsiteX6-905" fmla="*/ 183565 w 483603"/>
              <a:gd name="connsiteY6-906" fmla="*/ 254810 h 270394"/>
              <a:gd name="connsiteX7-907" fmla="*/ 50216 w 483603"/>
              <a:gd name="connsiteY7-908" fmla="*/ 269099 h 270394"/>
              <a:gd name="connsiteX8-909" fmla="*/ 209 w 483603"/>
              <a:gd name="connsiteY8-910" fmla="*/ 228617 h 270394"/>
              <a:gd name="connsiteX9-911" fmla="*/ 35928 w 483603"/>
              <a:gd name="connsiteY9-912" fmla="*/ 173848 h 270394"/>
              <a:gd name="connsiteX10-913" fmla="*/ 119271 w 483603"/>
              <a:gd name="connsiteY10-914" fmla="*/ 133367 h 270394"/>
              <a:gd name="connsiteX11-915" fmla="*/ 154990 w 483603"/>
              <a:gd name="connsiteY11-916" fmla="*/ 135748 h 270394"/>
              <a:gd name="connsiteX12-917" fmla="*/ 131177 w 483603"/>
              <a:gd name="connsiteY12-918" fmla="*/ 159560 h 270394"/>
              <a:gd name="connsiteX13-919" fmla="*/ 76409 w 483603"/>
              <a:gd name="connsiteY13-920" fmla="*/ 192898 h 270394"/>
              <a:gd name="connsiteX14-921" fmla="*/ 128796 w 483603"/>
              <a:gd name="connsiteY14-922" fmla="*/ 202423 h 270394"/>
              <a:gd name="connsiteX15-923" fmla="*/ 262146 w 483603"/>
              <a:gd name="connsiteY15-924" fmla="*/ 152417 h 270394"/>
              <a:gd name="connsiteX16-925" fmla="*/ 381209 w 483603"/>
              <a:gd name="connsiteY16-926" fmla="*/ 85742 h 270394"/>
              <a:gd name="connsiteX17-927" fmla="*/ 438358 w 483603"/>
              <a:gd name="connsiteY17-928" fmla="*/ 26210 h 270394"/>
              <a:gd name="connsiteX18-929" fmla="*/ 428835 w 483603"/>
              <a:gd name="connsiteY18-930" fmla="*/ 2399 h 270394"/>
              <a:gd name="connsiteX0-931" fmla="*/ 428835 w 483603"/>
              <a:gd name="connsiteY0-932" fmla="*/ 2897 h 270892"/>
              <a:gd name="connsiteX1-933" fmla="*/ 483603 w 483603"/>
              <a:gd name="connsiteY1-934" fmla="*/ 515 h 270892"/>
              <a:gd name="connsiteX2-935" fmla="*/ 481221 w 483603"/>
              <a:gd name="connsiteY2-936" fmla="*/ 52902 h 270892"/>
              <a:gd name="connsiteX3-937" fmla="*/ 469315 w 483603"/>
              <a:gd name="connsiteY3-938" fmla="*/ 88621 h 270892"/>
              <a:gd name="connsiteX4-939" fmla="*/ 431214 w 483603"/>
              <a:gd name="connsiteY4-940" fmla="*/ 124340 h 270892"/>
              <a:gd name="connsiteX5-941" fmla="*/ 316916 w 483603"/>
              <a:gd name="connsiteY5-942" fmla="*/ 200539 h 270892"/>
              <a:gd name="connsiteX6-943" fmla="*/ 183565 w 483603"/>
              <a:gd name="connsiteY6-944" fmla="*/ 255308 h 270892"/>
              <a:gd name="connsiteX7-945" fmla="*/ 50216 w 483603"/>
              <a:gd name="connsiteY7-946" fmla="*/ 269597 h 270892"/>
              <a:gd name="connsiteX8-947" fmla="*/ 209 w 483603"/>
              <a:gd name="connsiteY8-948" fmla="*/ 229115 h 270892"/>
              <a:gd name="connsiteX9-949" fmla="*/ 35928 w 483603"/>
              <a:gd name="connsiteY9-950" fmla="*/ 174346 h 270892"/>
              <a:gd name="connsiteX10-951" fmla="*/ 119271 w 483603"/>
              <a:gd name="connsiteY10-952" fmla="*/ 133865 h 270892"/>
              <a:gd name="connsiteX11-953" fmla="*/ 154990 w 483603"/>
              <a:gd name="connsiteY11-954" fmla="*/ 136246 h 270892"/>
              <a:gd name="connsiteX12-955" fmla="*/ 131177 w 483603"/>
              <a:gd name="connsiteY12-956" fmla="*/ 160058 h 270892"/>
              <a:gd name="connsiteX13-957" fmla="*/ 76409 w 483603"/>
              <a:gd name="connsiteY13-958" fmla="*/ 193396 h 270892"/>
              <a:gd name="connsiteX14-959" fmla="*/ 128796 w 483603"/>
              <a:gd name="connsiteY14-960" fmla="*/ 202921 h 270892"/>
              <a:gd name="connsiteX15-961" fmla="*/ 262146 w 483603"/>
              <a:gd name="connsiteY15-962" fmla="*/ 152915 h 270892"/>
              <a:gd name="connsiteX16-963" fmla="*/ 381209 w 483603"/>
              <a:gd name="connsiteY16-964" fmla="*/ 86240 h 270892"/>
              <a:gd name="connsiteX17-965" fmla="*/ 433596 w 483603"/>
              <a:gd name="connsiteY17-966" fmla="*/ 33851 h 270892"/>
              <a:gd name="connsiteX18-967" fmla="*/ 428835 w 483603"/>
              <a:gd name="connsiteY18-968" fmla="*/ 2897 h 270892"/>
              <a:gd name="connsiteX0-969" fmla="*/ 428835 w 483603"/>
              <a:gd name="connsiteY0-970" fmla="*/ 2897 h 270892"/>
              <a:gd name="connsiteX1-971" fmla="*/ 483603 w 483603"/>
              <a:gd name="connsiteY1-972" fmla="*/ 515 h 270892"/>
              <a:gd name="connsiteX2-973" fmla="*/ 481221 w 483603"/>
              <a:gd name="connsiteY2-974" fmla="*/ 52902 h 270892"/>
              <a:gd name="connsiteX3-975" fmla="*/ 469315 w 483603"/>
              <a:gd name="connsiteY3-976" fmla="*/ 88621 h 270892"/>
              <a:gd name="connsiteX4-977" fmla="*/ 431214 w 483603"/>
              <a:gd name="connsiteY4-978" fmla="*/ 124340 h 270892"/>
              <a:gd name="connsiteX5-979" fmla="*/ 316916 w 483603"/>
              <a:gd name="connsiteY5-980" fmla="*/ 200539 h 270892"/>
              <a:gd name="connsiteX6-981" fmla="*/ 183565 w 483603"/>
              <a:gd name="connsiteY6-982" fmla="*/ 255308 h 270892"/>
              <a:gd name="connsiteX7-983" fmla="*/ 50216 w 483603"/>
              <a:gd name="connsiteY7-984" fmla="*/ 269597 h 270892"/>
              <a:gd name="connsiteX8-985" fmla="*/ 209 w 483603"/>
              <a:gd name="connsiteY8-986" fmla="*/ 229115 h 270892"/>
              <a:gd name="connsiteX9-987" fmla="*/ 35928 w 483603"/>
              <a:gd name="connsiteY9-988" fmla="*/ 174346 h 270892"/>
              <a:gd name="connsiteX10-989" fmla="*/ 119271 w 483603"/>
              <a:gd name="connsiteY10-990" fmla="*/ 133865 h 270892"/>
              <a:gd name="connsiteX11-991" fmla="*/ 154990 w 483603"/>
              <a:gd name="connsiteY11-992" fmla="*/ 136246 h 270892"/>
              <a:gd name="connsiteX12-993" fmla="*/ 131177 w 483603"/>
              <a:gd name="connsiteY12-994" fmla="*/ 160058 h 270892"/>
              <a:gd name="connsiteX13-995" fmla="*/ 76409 w 483603"/>
              <a:gd name="connsiteY13-996" fmla="*/ 193396 h 270892"/>
              <a:gd name="connsiteX14-997" fmla="*/ 128796 w 483603"/>
              <a:gd name="connsiteY14-998" fmla="*/ 202921 h 270892"/>
              <a:gd name="connsiteX15-999" fmla="*/ 262146 w 483603"/>
              <a:gd name="connsiteY15-1000" fmla="*/ 152915 h 270892"/>
              <a:gd name="connsiteX16-1001" fmla="*/ 381209 w 483603"/>
              <a:gd name="connsiteY16-1002" fmla="*/ 86240 h 270892"/>
              <a:gd name="connsiteX17-1003" fmla="*/ 431214 w 483603"/>
              <a:gd name="connsiteY17-1004" fmla="*/ 33851 h 270892"/>
              <a:gd name="connsiteX18-1005" fmla="*/ 428835 w 483603"/>
              <a:gd name="connsiteY18-1006" fmla="*/ 2897 h 270892"/>
              <a:gd name="connsiteX0-1007" fmla="*/ 428835 w 483603"/>
              <a:gd name="connsiteY0-1008" fmla="*/ 4276 h 272271"/>
              <a:gd name="connsiteX1-1009" fmla="*/ 483603 w 483603"/>
              <a:gd name="connsiteY1-1010" fmla="*/ 1894 h 272271"/>
              <a:gd name="connsiteX2-1011" fmla="*/ 481221 w 483603"/>
              <a:gd name="connsiteY2-1012" fmla="*/ 54281 h 272271"/>
              <a:gd name="connsiteX3-1013" fmla="*/ 469315 w 483603"/>
              <a:gd name="connsiteY3-1014" fmla="*/ 90000 h 272271"/>
              <a:gd name="connsiteX4-1015" fmla="*/ 431214 w 483603"/>
              <a:gd name="connsiteY4-1016" fmla="*/ 125719 h 272271"/>
              <a:gd name="connsiteX5-1017" fmla="*/ 316916 w 483603"/>
              <a:gd name="connsiteY5-1018" fmla="*/ 201918 h 272271"/>
              <a:gd name="connsiteX6-1019" fmla="*/ 183565 w 483603"/>
              <a:gd name="connsiteY6-1020" fmla="*/ 256687 h 272271"/>
              <a:gd name="connsiteX7-1021" fmla="*/ 50216 w 483603"/>
              <a:gd name="connsiteY7-1022" fmla="*/ 270976 h 272271"/>
              <a:gd name="connsiteX8-1023" fmla="*/ 209 w 483603"/>
              <a:gd name="connsiteY8-1024" fmla="*/ 230494 h 272271"/>
              <a:gd name="connsiteX9-1025" fmla="*/ 35928 w 483603"/>
              <a:gd name="connsiteY9-1026" fmla="*/ 175725 h 272271"/>
              <a:gd name="connsiteX10-1027" fmla="*/ 119271 w 483603"/>
              <a:gd name="connsiteY10-1028" fmla="*/ 135244 h 272271"/>
              <a:gd name="connsiteX11-1029" fmla="*/ 154990 w 483603"/>
              <a:gd name="connsiteY11-1030" fmla="*/ 137625 h 272271"/>
              <a:gd name="connsiteX12-1031" fmla="*/ 131177 w 483603"/>
              <a:gd name="connsiteY12-1032" fmla="*/ 161437 h 272271"/>
              <a:gd name="connsiteX13-1033" fmla="*/ 76409 w 483603"/>
              <a:gd name="connsiteY13-1034" fmla="*/ 194775 h 272271"/>
              <a:gd name="connsiteX14-1035" fmla="*/ 128796 w 483603"/>
              <a:gd name="connsiteY14-1036" fmla="*/ 204300 h 272271"/>
              <a:gd name="connsiteX15-1037" fmla="*/ 262146 w 483603"/>
              <a:gd name="connsiteY15-1038" fmla="*/ 154294 h 272271"/>
              <a:gd name="connsiteX16-1039" fmla="*/ 381209 w 483603"/>
              <a:gd name="connsiteY16-1040" fmla="*/ 87619 h 272271"/>
              <a:gd name="connsiteX17-1041" fmla="*/ 419308 w 483603"/>
              <a:gd name="connsiteY17-1042" fmla="*/ 54280 h 272271"/>
              <a:gd name="connsiteX18-1043" fmla="*/ 428835 w 483603"/>
              <a:gd name="connsiteY18-1044" fmla="*/ 4276 h 272271"/>
              <a:gd name="connsiteX0-1045" fmla="*/ 428835 w 483603"/>
              <a:gd name="connsiteY0-1046" fmla="*/ 4276 h 272271"/>
              <a:gd name="connsiteX1-1047" fmla="*/ 483603 w 483603"/>
              <a:gd name="connsiteY1-1048" fmla="*/ 1894 h 272271"/>
              <a:gd name="connsiteX2-1049" fmla="*/ 481221 w 483603"/>
              <a:gd name="connsiteY2-1050" fmla="*/ 54281 h 272271"/>
              <a:gd name="connsiteX3-1051" fmla="*/ 469315 w 483603"/>
              <a:gd name="connsiteY3-1052" fmla="*/ 90000 h 272271"/>
              <a:gd name="connsiteX4-1053" fmla="*/ 431214 w 483603"/>
              <a:gd name="connsiteY4-1054" fmla="*/ 125719 h 272271"/>
              <a:gd name="connsiteX5-1055" fmla="*/ 316916 w 483603"/>
              <a:gd name="connsiteY5-1056" fmla="*/ 201918 h 272271"/>
              <a:gd name="connsiteX6-1057" fmla="*/ 183565 w 483603"/>
              <a:gd name="connsiteY6-1058" fmla="*/ 256687 h 272271"/>
              <a:gd name="connsiteX7-1059" fmla="*/ 50216 w 483603"/>
              <a:gd name="connsiteY7-1060" fmla="*/ 270976 h 272271"/>
              <a:gd name="connsiteX8-1061" fmla="*/ 209 w 483603"/>
              <a:gd name="connsiteY8-1062" fmla="*/ 230494 h 272271"/>
              <a:gd name="connsiteX9-1063" fmla="*/ 35928 w 483603"/>
              <a:gd name="connsiteY9-1064" fmla="*/ 175725 h 272271"/>
              <a:gd name="connsiteX10-1065" fmla="*/ 119271 w 483603"/>
              <a:gd name="connsiteY10-1066" fmla="*/ 135244 h 272271"/>
              <a:gd name="connsiteX11-1067" fmla="*/ 154990 w 483603"/>
              <a:gd name="connsiteY11-1068" fmla="*/ 137625 h 272271"/>
              <a:gd name="connsiteX12-1069" fmla="*/ 131177 w 483603"/>
              <a:gd name="connsiteY12-1070" fmla="*/ 161437 h 272271"/>
              <a:gd name="connsiteX13-1071" fmla="*/ 76409 w 483603"/>
              <a:gd name="connsiteY13-1072" fmla="*/ 194775 h 272271"/>
              <a:gd name="connsiteX14-1073" fmla="*/ 128796 w 483603"/>
              <a:gd name="connsiteY14-1074" fmla="*/ 204300 h 272271"/>
              <a:gd name="connsiteX15-1075" fmla="*/ 262146 w 483603"/>
              <a:gd name="connsiteY15-1076" fmla="*/ 154294 h 272271"/>
              <a:gd name="connsiteX16-1077" fmla="*/ 381209 w 483603"/>
              <a:gd name="connsiteY16-1078" fmla="*/ 87619 h 272271"/>
              <a:gd name="connsiteX17-1079" fmla="*/ 419308 w 483603"/>
              <a:gd name="connsiteY17-1080" fmla="*/ 54280 h 272271"/>
              <a:gd name="connsiteX18-1081" fmla="*/ 428835 w 483603"/>
              <a:gd name="connsiteY18-1082" fmla="*/ 4276 h 272271"/>
              <a:gd name="connsiteX0-1083" fmla="*/ 428835 w 483603"/>
              <a:gd name="connsiteY0-1084" fmla="*/ 3929 h 271924"/>
              <a:gd name="connsiteX1-1085" fmla="*/ 483603 w 483603"/>
              <a:gd name="connsiteY1-1086" fmla="*/ 1547 h 271924"/>
              <a:gd name="connsiteX2-1087" fmla="*/ 481221 w 483603"/>
              <a:gd name="connsiteY2-1088" fmla="*/ 53934 h 271924"/>
              <a:gd name="connsiteX3-1089" fmla="*/ 469315 w 483603"/>
              <a:gd name="connsiteY3-1090" fmla="*/ 89653 h 271924"/>
              <a:gd name="connsiteX4-1091" fmla="*/ 431214 w 483603"/>
              <a:gd name="connsiteY4-1092" fmla="*/ 125372 h 271924"/>
              <a:gd name="connsiteX5-1093" fmla="*/ 316916 w 483603"/>
              <a:gd name="connsiteY5-1094" fmla="*/ 201571 h 271924"/>
              <a:gd name="connsiteX6-1095" fmla="*/ 183565 w 483603"/>
              <a:gd name="connsiteY6-1096" fmla="*/ 256340 h 271924"/>
              <a:gd name="connsiteX7-1097" fmla="*/ 50216 w 483603"/>
              <a:gd name="connsiteY7-1098" fmla="*/ 270629 h 271924"/>
              <a:gd name="connsiteX8-1099" fmla="*/ 209 w 483603"/>
              <a:gd name="connsiteY8-1100" fmla="*/ 230147 h 271924"/>
              <a:gd name="connsiteX9-1101" fmla="*/ 35928 w 483603"/>
              <a:gd name="connsiteY9-1102" fmla="*/ 175378 h 271924"/>
              <a:gd name="connsiteX10-1103" fmla="*/ 119271 w 483603"/>
              <a:gd name="connsiteY10-1104" fmla="*/ 134897 h 271924"/>
              <a:gd name="connsiteX11-1105" fmla="*/ 154990 w 483603"/>
              <a:gd name="connsiteY11-1106" fmla="*/ 137278 h 271924"/>
              <a:gd name="connsiteX12-1107" fmla="*/ 131177 w 483603"/>
              <a:gd name="connsiteY12-1108" fmla="*/ 161090 h 271924"/>
              <a:gd name="connsiteX13-1109" fmla="*/ 76409 w 483603"/>
              <a:gd name="connsiteY13-1110" fmla="*/ 194428 h 271924"/>
              <a:gd name="connsiteX14-1111" fmla="*/ 128796 w 483603"/>
              <a:gd name="connsiteY14-1112" fmla="*/ 203953 h 271924"/>
              <a:gd name="connsiteX15-1113" fmla="*/ 262146 w 483603"/>
              <a:gd name="connsiteY15-1114" fmla="*/ 153947 h 271924"/>
              <a:gd name="connsiteX16-1115" fmla="*/ 381209 w 483603"/>
              <a:gd name="connsiteY16-1116" fmla="*/ 87272 h 271924"/>
              <a:gd name="connsiteX17-1117" fmla="*/ 416927 w 483603"/>
              <a:gd name="connsiteY17-1118" fmla="*/ 49171 h 271924"/>
              <a:gd name="connsiteX18-1119" fmla="*/ 428835 w 483603"/>
              <a:gd name="connsiteY18-1120" fmla="*/ 3929 h 271924"/>
              <a:gd name="connsiteX0-1121" fmla="*/ 428835 w 483603"/>
              <a:gd name="connsiteY0-1122" fmla="*/ 3929 h 271924"/>
              <a:gd name="connsiteX1-1123" fmla="*/ 483603 w 483603"/>
              <a:gd name="connsiteY1-1124" fmla="*/ 1547 h 271924"/>
              <a:gd name="connsiteX2-1125" fmla="*/ 481221 w 483603"/>
              <a:gd name="connsiteY2-1126" fmla="*/ 53934 h 271924"/>
              <a:gd name="connsiteX3-1127" fmla="*/ 469315 w 483603"/>
              <a:gd name="connsiteY3-1128" fmla="*/ 89653 h 271924"/>
              <a:gd name="connsiteX4-1129" fmla="*/ 431214 w 483603"/>
              <a:gd name="connsiteY4-1130" fmla="*/ 125372 h 271924"/>
              <a:gd name="connsiteX5-1131" fmla="*/ 316916 w 483603"/>
              <a:gd name="connsiteY5-1132" fmla="*/ 201571 h 271924"/>
              <a:gd name="connsiteX6-1133" fmla="*/ 183565 w 483603"/>
              <a:gd name="connsiteY6-1134" fmla="*/ 256340 h 271924"/>
              <a:gd name="connsiteX7-1135" fmla="*/ 50216 w 483603"/>
              <a:gd name="connsiteY7-1136" fmla="*/ 270629 h 271924"/>
              <a:gd name="connsiteX8-1137" fmla="*/ 209 w 483603"/>
              <a:gd name="connsiteY8-1138" fmla="*/ 230147 h 271924"/>
              <a:gd name="connsiteX9-1139" fmla="*/ 35928 w 483603"/>
              <a:gd name="connsiteY9-1140" fmla="*/ 175378 h 271924"/>
              <a:gd name="connsiteX10-1141" fmla="*/ 119271 w 483603"/>
              <a:gd name="connsiteY10-1142" fmla="*/ 134897 h 271924"/>
              <a:gd name="connsiteX11-1143" fmla="*/ 154990 w 483603"/>
              <a:gd name="connsiteY11-1144" fmla="*/ 137278 h 271924"/>
              <a:gd name="connsiteX12-1145" fmla="*/ 131177 w 483603"/>
              <a:gd name="connsiteY12-1146" fmla="*/ 161090 h 271924"/>
              <a:gd name="connsiteX13-1147" fmla="*/ 76409 w 483603"/>
              <a:gd name="connsiteY13-1148" fmla="*/ 194428 h 271924"/>
              <a:gd name="connsiteX14-1149" fmla="*/ 128796 w 483603"/>
              <a:gd name="connsiteY14-1150" fmla="*/ 203953 h 271924"/>
              <a:gd name="connsiteX15-1151" fmla="*/ 262146 w 483603"/>
              <a:gd name="connsiteY15-1152" fmla="*/ 153947 h 271924"/>
              <a:gd name="connsiteX16-1153" fmla="*/ 381209 w 483603"/>
              <a:gd name="connsiteY16-1154" fmla="*/ 87272 h 271924"/>
              <a:gd name="connsiteX17-1155" fmla="*/ 416927 w 483603"/>
              <a:gd name="connsiteY17-1156" fmla="*/ 49171 h 271924"/>
              <a:gd name="connsiteX18-1157" fmla="*/ 428835 w 483603"/>
              <a:gd name="connsiteY18-1158" fmla="*/ 3929 h 271924"/>
              <a:gd name="connsiteX0-1159" fmla="*/ 428835 w 483603"/>
              <a:gd name="connsiteY0-1160" fmla="*/ 3929 h 271924"/>
              <a:gd name="connsiteX1-1161" fmla="*/ 483603 w 483603"/>
              <a:gd name="connsiteY1-1162" fmla="*/ 1547 h 271924"/>
              <a:gd name="connsiteX2-1163" fmla="*/ 481221 w 483603"/>
              <a:gd name="connsiteY2-1164" fmla="*/ 53934 h 271924"/>
              <a:gd name="connsiteX3-1165" fmla="*/ 462171 w 483603"/>
              <a:gd name="connsiteY3-1166" fmla="*/ 87272 h 271924"/>
              <a:gd name="connsiteX4-1167" fmla="*/ 431214 w 483603"/>
              <a:gd name="connsiteY4-1168" fmla="*/ 125372 h 271924"/>
              <a:gd name="connsiteX5-1169" fmla="*/ 316916 w 483603"/>
              <a:gd name="connsiteY5-1170" fmla="*/ 201571 h 271924"/>
              <a:gd name="connsiteX6-1171" fmla="*/ 183565 w 483603"/>
              <a:gd name="connsiteY6-1172" fmla="*/ 256340 h 271924"/>
              <a:gd name="connsiteX7-1173" fmla="*/ 50216 w 483603"/>
              <a:gd name="connsiteY7-1174" fmla="*/ 270629 h 271924"/>
              <a:gd name="connsiteX8-1175" fmla="*/ 209 w 483603"/>
              <a:gd name="connsiteY8-1176" fmla="*/ 230147 h 271924"/>
              <a:gd name="connsiteX9-1177" fmla="*/ 35928 w 483603"/>
              <a:gd name="connsiteY9-1178" fmla="*/ 175378 h 271924"/>
              <a:gd name="connsiteX10-1179" fmla="*/ 119271 w 483603"/>
              <a:gd name="connsiteY10-1180" fmla="*/ 134897 h 271924"/>
              <a:gd name="connsiteX11-1181" fmla="*/ 154990 w 483603"/>
              <a:gd name="connsiteY11-1182" fmla="*/ 137278 h 271924"/>
              <a:gd name="connsiteX12-1183" fmla="*/ 131177 w 483603"/>
              <a:gd name="connsiteY12-1184" fmla="*/ 161090 h 271924"/>
              <a:gd name="connsiteX13-1185" fmla="*/ 76409 w 483603"/>
              <a:gd name="connsiteY13-1186" fmla="*/ 194428 h 271924"/>
              <a:gd name="connsiteX14-1187" fmla="*/ 128796 w 483603"/>
              <a:gd name="connsiteY14-1188" fmla="*/ 203953 h 271924"/>
              <a:gd name="connsiteX15-1189" fmla="*/ 262146 w 483603"/>
              <a:gd name="connsiteY15-1190" fmla="*/ 153947 h 271924"/>
              <a:gd name="connsiteX16-1191" fmla="*/ 381209 w 483603"/>
              <a:gd name="connsiteY16-1192" fmla="*/ 87272 h 271924"/>
              <a:gd name="connsiteX17-1193" fmla="*/ 416927 w 483603"/>
              <a:gd name="connsiteY17-1194" fmla="*/ 49171 h 271924"/>
              <a:gd name="connsiteX18-1195" fmla="*/ 428835 w 483603"/>
              <a:gd name="connsiteY18-1196" fmla="*/ 3929 h 271924"/>
              <a:gd name="connsiteX0-1197" fmla="*/ 428835 w 483603"/>
              <a:gd name="connsiteY0-1198" fmla="*/ 3929 h 271924"/>
              <a:gd name="connsiteX1-1199" fmla="*/ 483603 w 483603"/>
              <a:gd name="connsiteY1-1200" fmla="*/ 1547 h 271924"/>
              <a:gd name="connsiteX2-1201" fmla="*/ 471696 w 483603"/>
              <a:gd name="connsiteY2-1202" fmla="*/ 51553 h 271924"/>
              <a:gd name="connsiteX3-1203" fmla="*/ 462171 w 483603"/>
              <a:gd name="connsiteY3-1204" fmla="*/ 87272 h 271924"/>
              <a:gd name="connsiteX4-1205" fmla="*/ 431214 w 483603"/>
              <a:gd name="connsiteY4-1206" fmla="*/ 125372 h 271924"/>
              <a:gd name="connsiteX5-1207" fmla="*/ 316916 w 483603"/>
              <a:gd name="connsiteY5-1208" fmla="*/ 201571 h 271924"/>
              <a:gd name="connsiteX6-1209" fmla="*/ 183565 w 483603"/>
              <a:gd name="connsiteY6-1210" fmla="*/ 256340 h 271924"/>
              <a:gd name="connsiteX7-1211" fmla="*/ 50216 w 483603"/>
              <a:gd name="connsiteY7-1212" fmla="*/ 270629 h 271924"/>
              <a:gd name="connsiteX8-1213" fmla="*/ 209 w 483603"/>
              <a:gd name="connsiteY8-1214" fmla="*/ 230147 h 271924"/>
              <a:gd name="connsiteX9-1215" fmla="*/ 35928 w 483603"/>
              <a:gd name="connsiteY9-1216" fmla="*/ 175378 h 271924"/>
              <a:gd name="connsiteX10-1217" fmla="*/ 119271 w 483603"/>
              <a:gd name="connsiteY10-1218" fmla="*/ 134897 h 271924"/>
              <a:gd name="connsiteX11-1219" fmla="*/ 154990 w 483603"/>
              <a:gd name="connsiteY11-1220" fmla="*/ 137278 h 271924"/>
              <a:gd name="connsiteX12-1221" fmla="*/ 131177 w 483603"/>
              <a:gd name="connsiteY12-1222" fmla="*/ 161090 h 271924"/>
              <a:gd name="connsiteX13-1223" fmla="*/ 76409 w 483603"/>
              <a:gd name="connsiteY13-1224" fmla="*/ 194428 h 271924"/>
              <a:gd name="connsiteX14-1225" fmla="*/ 128796 w 483603"/>
              <a:gd name="connsiteY14-1226" fmla="*/ 203953 h 271924"/>
              <a:gd name="connsiteX15-1227" fmla="*/ 262146 w 483603"/>
              <a:gd name="connsiteY15-1228" fmla="*/ 153947 h 271924"/>
              <a:gd name="connsiteX16-1229" fmla="*/ 381209 w 483603"/>
              <a:gd name="connsiteY16-1230" fmla="*/ 87272 h 271924"/>
              <a:gd name="connsiteX17-1231" fmla="*/ 416927 w 483603"/>
              <a:gd name="connsiteY17-1232" fmla="*/ 49171 h 271924"/>
              <a:gd name="connsiteX18-1233" fmla="*/ 428835 w 483603"/>
              <a:gd name="connsiteY18-1234" fmla="*/ 3929 h 271924"/>
              <a:gd name="connsiteX0-1235" fmla="*/ 428835 w 483603"/>
              <a:gd name="connsiteY0-1236" fmla="*/ 3929 h 271924"/>
              <a:gd name="connsiteX1-1237" fmla="*/ 483603 w 483603"/>
              <a:gd name="connsiteY1-1238" fmla="*/ 1547 h 271924"/>
              <a:gd name="connsiteX2-1239" fmla="*/ 481221 w 483603"/>
              <a:gd name="connsiteY2-1240" fmla="*/ 51553 h 271924"/>
              <a:gd name="connsiteX3-1241" fmla="*/ 462171 w 483603"/>
              <a:gd name="connsiteY3-1242" fmla="*/ 87272 h 271924"/>
              <a:gd name="connsiteX4-1243" fmla="*/ 431214 w 483603"/>
              <a:gd name="connsiteY4-1244" fmla="*/ 125372 h 271924"/>
              <a:gd name="connsiteX5-1245" fmla="*/ 316916 w 483603"/>
              <a:gd name="connsiteY5-1246" fmla="*/ 201571 h 271924"/>
              <a:gd name="connsiteX6-1247" fmla="*/ 183565 w 483603"/>
              <a:gd name="connsiteY6-1248" fmla="*/ 256340 h 271924"/>
              <a:gd name="connsiteX7-1249" fmla="*/ 50216 w 483603"/>
              <a:gd name="connsiteY7-1250" fmla="*/ 270629 h 271924"/>
              <a:gd name="connsiteX8-1251" fmla="*/ 209 w 483603"/>
              <a:gd name="connsiteY8-1252" fmla="*/ 230147 h 271924"/>
              <a:gd name="connsiteX9-1253" fmla="*/ 35928 w 483603"/>
              <a:gd name="connsiteY9-1254" fmla="*/ 175378 h 271924"/>
              <a:gd name="connsiteX10-1255" fmla="*/ 119271 w 483603"/>
              <a:gd name="connsiteY10-1256" fmla="*/ 134897 h 271924"/>
              <a:gd name="connsiteX11-1257" fmla="*/ 154990 w 483603"/>
              <a:gd name="connsiteY11-1258" fmla="*/ 137278 h 271924"/>
              <a:gd name="connsiteX12-1259" fmla="*/ 131177 w 483603"/>
              <a:gd name="connsiteY12-1260" fmla="*/ 161090 h 271924"/>
              <a:gd name="connsiteX13-1261" fmla="*/ 76409 w 483603"/>
              <a:gd name="connsiteY13-1262" fmla="*/ 194428 h 271924"/>
              <a:gd name="connsiteX14-1263" fmla="*/ 128796 w 483603"/>
              <a:gd name="connsiteY14-1264" fmla="*/ 203953 h 271924"/>
              <a:gd name="connsiteX15-1265" fmla="*/ 262146 w 483603"/>
              <a:gd name="connsiteY15-1266" fmla="*/ 153947 h 271924"/>
              <a:gd name="connsiteX16-1267" fmla="*/ 381209 w 483603"/>
              <a:gd name="connsiteY16-1268" fmla="*/ 87272 h 271924"/>
              <a:gd name="connsiteX17-1269" fmla="*/ 416927 w 483603"/>
              <a:gd name="connsiteY17-1270" fmla="*/ 49171 h 271924"/>
              <a:gd name="connsiteX18-1271" fmla="*/ 428835 w 483603"/>
              <a:gd name="connsiteY18-1272" fmla="*/ 3929 h 271924"/>
              <a:gd name="connsiteX0-1273" fmla="*/ 428835 w 484408"/>
              <a:gd name="connsiteY0-1274" fmla="*/ 3929 h 271924"/>
              <a:gd name="connsiteX1-1275" fmla="*/ 483603 w 484408"/>
              <a:gd name="connsiteY1-1276" fmla="*/ 1547 h 271924"/>
              <a:gd name="connsiteX2-1277" fmla="*/ 481221 w 484408"/>
              <a:gd name="connsiteY2-1278" fmla="*/ 51553 h 271924"/>
              <a:gd name="connsiteX3-1279" fmla="*/ 447884 w 484408"/>
              <a:gd name="connsiteY3-1280" fmla="*/ 77747 h 271924"/>
              <a:gd name="connsiteX4-1281" fmla="*/ 431214 w 484408"/>
              <a:gd name="connsiteY4-1282" fmla="*/ 125372 h 271924"/>
              <a:gd name="connsiteX5-1283" fmla="*/ 316916 w 484408"/>
              <a:gd name="connsiteY5-1284" fmla="*/ 201571 h 271924"/>
              <a:gd name="connsiteX6-1285" fmla="*/ 183565 w 484408"/>
              <a:gd name="connsiteY6-1286" fmla="*/ 256340 h 271924"/>
              <a:gd name="connsiteX7-1287" fmla="*/ 50216 w 484408"/>
              <a:gd name="connsiteY7-1288" fmla="*/ 270629 h 271924"/>
              <a:gd name="connsiteX8-1289" fmla="*/ 209 w 484408"/>
              <a:gd name="connsiteY8-1290" fmla="*/ 230147 h 271924"/>
              <a:gd name="connsiteX9-1291" fmla="*/ 35928 w 484408"/>
              <a:gd name="connsiteY9-1292" fmla="*/ 175378 h 271924"/>
              <a:gd name="connsiteX10-1293" fmla="*/ 119271 w 484408"/>
              <a:gd name="connsiteY10-1294" fmla="*/ 134897 h 271924"/>
              <a:gd name="connsiteX11-1295" fmla="*/ 154990 w 484408"/>
              <a:gd name="connsiteY11-1296" fmla="*/ 137278 h 271924"/>
              <a:gd name="connsiteX12-1297" fmla="*/ 131177 w 484408"/>
              <a:gd name="connsiteY12-1298" fmla="*/ 161090 h 271924"/>
              <a:gd name="connsiteX13-1299" fmla="*/ 76409 w 484408"/>
              <a:gd name="connsiteY13-1300" fmla="*/ 194428 h 271924"/>
              <a:gd name="connsiteX14-1301" fmla="*/ 128796 w 484408"/>
              <a:gd name="connsiteY14-1302" fmla="*/ 203953 h 271924"/>
              <a:gd name="connsiteX15-1303" fmla="*/ 262146 w 484408"/>
              <a:gd name="connsiteY15-1304" fmla="*/ 153947 h 271924"/>
              <a:gd name="connsiteX16-1305" fmla="*/ 381209 w 484408"/>
              <a:gd name="connsiteY16-1306" fmla="*/ 87272 h 271924"/>
              <a:gd name="connsiteX17-1307" fmla="*/ 416927 w 484408"/>
              <a:gd name="connsiteY17-1308" fmla="*/ 49171 h 271924"/>
              <a:gd name="connsiteX18-1309" fmla="*/ 428835 w 484408"/>
              <a:gd name="connsiteY18-1310" fmla="*/ 3929 h 271924"/>
              <a:gd name="connsiteX0-1311" fmla="*/ 428835 w 483603"/>
              <a:gd name="connsiteY0-1312" fmla="*/ 3929 h 271924"/>
              <a:gd name="connsiteX1-1313" fmla="*/ 483603 w 483603"/>
              <a:gd name="connsiteY1-1314" fmla="*/ 1547 h 271924"/>
              <a:gd name="connsiteX2-1315" fmla="*/ 481221 w 483603"/>
              <a:gd name="connsiteY2-1316" fmla="*/ 51553 h 271924"/>
              <a:gd name="connsiteX3-1317" fmla="*/ 466934 w 483603"/>
              <a:gd name="connsiteY3-1318" fmla="*/ 82509 h 271924"/>
              <a:gd name="connsiteX4-1319" fmla="*/ 431214 w 483603"/>
              <a:gd name="connsiteY4-1320" fmla="*/ 125372 h 271924"/>
              <a:gd name="connsiteX5-1321" fmla="*/ 316916 w 483603"/>
              <a:gd name="connsiteY5-1322" fmla="*/ 201571 h 271924"/>
              <a:gd name="connsiteX6-1323" fmla="*/ 183565 w 483603"/>
              <a:gd name="connsiteY6-1324" fmla="*/ 256340 h 271924"/>
              <a:gd name="connsiteX7-1325" fmla="*/ 50216 w 483603"/>
              <a:gd name="connsiteY7-1326" fmla="*/ 270629 h 271924"/>
              <a:gd name="connsiteX8-1327" fmla="*/ 209 w 483603"/>
              <a:gd name="connsiteY8-1328" fmla="*/ 230147 h 271924"/>
              <a:gd name="connsiteX9-1329" fmla="*/ 35928 w 483603"/>
              <a:gd name="connsiteY9-1330" fmla="*/ 175378 h 271924"/>
              <a:gd name="connsiteX10-1331" fmla="*/ 119271 w 483603"/>
              <a:gd name="connsiteY10-1332" fmla="*/ 134897 h 271924"/>
              <a:gd name="connsiteX11-1333" fmla="*/ 154990 w 483603"/>
              <a:gd name="connsiteY11-1334" fmla="*/ 137278 h 271924"/>
              <a:gd name="connsiteX12-1335" fmla="*/ 131177 w 483603"/>
              <a:gd name="connsiteY12-1336" fmla="*/ 161090 h 271924"/>
              <a:gd name="connsiteX13-1337" fmla="*/ 76409 w 483603"/>
              <a:gd name="connsiteY13-1338" fmla="*/ 194428 h 271924"/>
              <a:gd name="connsiteX14-1339" fmla="*/ 128796 w 483603"/>
              <a:gd name="connsiteY14-1340" fmla="*/ 203953 h 271924"/>
              <a:gd name="connsiteX15-1341" fmla="*/ 262146 w 483603"/>
              <a:gd name="connsiteY15-1342" fmla="*/ 153947 h 271924"/>
              <a:gd name="connsiteX16-1343" fmla="*/ 381209 w 483603"/>
              <a:gd name="connsiteY16-1344" fmla="*/ 87272 h 271924"/>
              <a:gd name="connsiteX17-1345" fmla="*/ 416927 w 483603"/>
              <a:gd name="connsiteY17-1346" fmla="*/ 49171 h 271924"/>
              <a:gd name="connsiteX18-1347" fmla="*/ 428835 w 483603"/>
              <a:gd name="connsiteY18-1348" fmla="*/ 3929 h 271924"/>
              <a:gd name="connsiteX0-1349" fmla="*/ 428835 w 483603"/>
              <a:gd name="connsiteY0-1350" fmla="*/ 3929 h 271924"/>
              <a:gd name="connsiteX1-1351" fmla="*/ 483603 w 483603"/>
              <a:gd name="connsiteY1-1352" fmla="*/ 1547 h 271924"/>
              <a:gd name="connsiteX2-1353" fmla="*/ 481221 w 483603"/>
              <a:gd name="connsiteY2-1354" fmla="*/ 51553 h 271924"/>
              <a:gd name="connsiteX3-1355" fmla="*/ 466934 w 483603"/>
              <a:gd name="connsiteY3-1356" fmla="*/ 82509 h 271924"/>
              <a:gd name="connsiteX4-1357" fmla="*/ 424070 w 483603"/>
              <a:gd name="connsiteY4-1358" fmla="*/ 108703 h 271924"/>
              <a:gd name="connsiteX5-1359" fmla="*/ 316916 w 483603"/>
              <a:gd name="connsiteY5-1360" fmla="*/ 201571 h 271924"/>
              <a:gd name="connsiteX6-1361" fmla="*/ 183565 w 483603"/>
              <a:gd name="connsiteY6-1362" fmla="*/ 256340 h 271924"/>
              <a:gd name="connsiteX7-1363" fmla="*/ 50216 w 483603"/>
              <a:gd name="connsiteY7-1364" fmla="*/ 270629 h 271924"/>
              <a:gd name="connsiteX8-1365" fmla="*/ 209 w 483603"/>
              <a:gd name="connsiteY8-1366" fmla="*/ 230147 h 271924"/>
              <a:gd name="connsiteX9-1367" fmla="*/ 35928 w 483603"/>
              <a:gd name="connsiteY9-1368" fmla="*/ 175378 h 271924"/>
              <a:gd name="connsiteX10-1369" fmla="*/ 119271 w 483603"/>
              <a:gd name="connsiteY10-1370" fmla="*/ 134897 h 271924"/>
              <a:gd name="connsiteX11-1371" fmla="*/ 154990 w 483603"/>
              <a:gd name="connsiteY11-1372" fmla="*/ 137278 h 271924"/>
              <a:gd name="connsiteX12-1373" fmla="*/ 131177 w 483603"/>
              <a:gd name="connsiteY12-1374" fmla="*/ 161090 h 271924"/>
              <a:gd name="connsiteX13-1375" fmla="*/ 76409 w 483603"/>
              <a:gd name="connsiteY13-1376" fmla="*/ 194428 h 271924"/>
              <a:gd name="connsiteX14-1377" fmla="*/ 128796 w 483603"/>
              <a:gd name="connsiteY14-1378" fmla="*/ 203953 h 271924"/>
              <a:gd name="connsiteX15-1379" fmla="*/ 262146 w 483603"/>
              <a:gd name="connsiteY15-1380" fmla="*/ 153947 h 271924"/>
              <a:gd name="connsiteX16-1381" fmla="*/ 381209 w 483603"/>
              <a:gd name="connsiteY16-1382" fmla="*/ 87272 h 271924"/>
              <a:gd name="connsiteX17-1383" fmla="*/ 416927 w 483603"/>
              <a:gd name="connsiteY17-1384" fmla="*/ 49171 h 271924"/>
              <a:gd name="connsiteX18-1385" fmla="*/ 428835 w 483603"/>
              <a:gd name="connsiteY18-1386" fmla="*/ 3929 h 271924"/>
              <a:gd name="connsiteX0-1387" fmla="*/ 428835 w 483603"/>
              <a:gd name="connsiteY0-1388" fmla="*/ 3929 h 271924"/>
              <a:gd name="connsiteX1-1389" fmla="*/ 483603 w 483603"/>
              <a:gd name="connsiteY1-1390" fmla="*/ 1547 h 271924"/>
              <a:gd name="connsiteX2-1391" fmla="*/ 481221 w 483603"/>
              <a:gd name="connsiteY2-1392" fmla="*/ 51553 h 271924"/>
              <a:gd name="connsiteX3-1393" fmla="*/ 466934 w 483603"/>
              <a:gd name="connsiteY3-1394" fmla="*/ 82509 h 271924"/>
              <a:gd name="connsiteX4-1395" fmla="*/ 431214 w 483603"/>
              <a:gd name="connsiteY4-1396" fmla="*/ 125371 h 271924"/>
              <a:gd name="connsiteX5-1397" fmla="*/ 316916 w 483603"/>
              <a:gd name="connsiteY5-1398" fmla="*/ 201571 h 271924"/>
              <a:gd name="connsiteX6-1399" fmla="*/ 183565 w 483603"/>
              <a:gd name="connsiteY6-1400" fmla="*/ 256340 h 271924"/>
              <a:gd name="connsiteX7-1401" fmla="*/ 50216 w 483603"/>
              <a:gd name="connsiteY7-1402" fmla="*/ 270629 h 271924"/>
              <a:gd name="connsiteX8-1403" fmla="*/ 209 w 483603"/>
              <a:gd name="connsiteY8-1404" fmla="*/ 230147 h 271924"/>
              <a:gd name="connsiteX9-1405" fmla="*/ 35928 w 483603"/>
              <a:gd name="connsiteY9-1406" fmla="*/ 175378 h 271924"/>
              <a:gd name="connsiteX10-1407" fmla="*/ 119271 w 483603"/>
              <a:gd name="connsiteY10-1408" fmla="*/ 134897 h 271924"/>
              <a:gd name="connsiteX11-1409" fmla="*/ 154990 w 483603"/>
              <a:gd name="connsiteY11-1410" fmla="*/ 137278 h 271924"/>
              <a:gd name="connsiteX12-1411" fmla="*/ 131177 w 483603"/>
              <a:gd name="connsiteY12-1412" fmla="*/ 161090 h 271924"/>
              <a:gd name="connsiteX13-1413" fmla="*/ 76409 w 483603"/>
              <a:gd name="connsiteY13-1414" fmla="*/ 194428 h 271924"/>
              <a:gd name="connsiteX14-1415" fmla="*/ 128796 w 483603"/>
              <a:gd name="connsiteY14-1416" fmla="*/ 203953 h 271924"/>
              <a:gd name="connsiteX15-1417" fmla="*/ 262146 w 483603"/>
              <a:gd name="connsiteY15-1418" fmla="*/ 153947 h 271924"/>
              <a:gd name="connsiteX16-1419" fmla="*/ 381209 w 483603"/>
              <a:gd name="connsiteY16-1420" fmla="*/ 87272 h 271924"/>
              <a:gd name="connsiteX17-1421" fmla="*/ 416927 w 483603"/>
              <a:gd name="connsiteY17-1422" fmla="*/ 49171 h 271924"/>
              <a:gd name="connsiteX18-1423" fmla="*/ 428835 w 483603"/>
              <a:gd name="connsiteY18-1424" fmla="*/ 3929 h 271924"/>
              <a:gd name="connsiteX0-1425" fmla="*/ 428835 w 483603"/>
              <a:gd name="connsiteY0-1426" fmla="*/ 3929 h 271924"/>
              <a:gd name="connsiteX1-1427" fmla="*/ 483603 w 483603"/>
              <a:gd name="connsiteY1-1428" fmla="*/ 1547 h 271924"/>
              <a:gd name="connsiteX2-1429" fmla="*/ 481221 w 483603"/>
              <a:gd name="connsiteY2-1430" fmla="*/ 51553 h 271924"/>
              <a:gd name="connsiteX3-1431" fmla="*/ 466934 w 483603"/>
              <a:gd name="connsiteY3-1432" fmla="*/ 82509 h 271924"/>
              <a:gd name="connsiteX4-1433" fmla="*/ 431214 w 483603"/>
              <a:gd name="connsiteY4-1434" fmla="*/ 125371 h 271924"/>
              <a:gd name="connsiteX5-1435" fmla="*/ 316916 w 483603"/>
              <a:gd name="connsiteY5-1436" fmla="*/ 201571 h 271924"/>
              <a:gd name="connsiteX6-1437" fmla="*/ 183565 w 483603"/>
              <a:gd name="connsiteY6-1438" fmla="*/ 256340 h 271924"/>
              <a:gd name="connsiteX7-1439" fmla="*/ 50216 w 483603"/>
              <a:gd name="connsiteY7-1440" fmla="*/ 270629 h 271924"/>
              <a:gd name="connsiteX8-1441" fmla="*/ 209 w 483603"/>
              <a:gd name="connsiteY8-1442" fmla="*/ 230147 h 271924"/>
              <a:gd name="connsiteX9-1443" fmla="*/ 35928 w 483603"/>
              <a:gd name="connsiteY9-1444" fmla="*/ 175378 h 271924"/>
              <a:gd name="connsiteX10-1445" fmla="*/ 119271 w 483603"/>
              <a:gd name="connsiteY10-1446" fmla="*/ 134897 h 271924"/>
              <a:gd name="connsiteX11-1447" fmla="*/ 131177 w 483603"/>
              <a:gd name="connsiteY11-1448" fmla="*/ 161090 h 271924"/>
              <a:gd name="connsiteX12-1449" fmla="*/ 76409 w 483603"/>
              <a:gd name="connsiteY12-1450" fmla="*/ 194428 h 271924"/>
              <a:gd name="connsiteX13-1451" fmla="*/ 128796 w 483603"/>
              <a:gd name="connsiteY13-1452" fmla="*/ 203953 h 271924"/>
              <a:gd name="connsiteX14-1453" fmla="*/ 262146 w 483603"/>
              <a:gd name="connsiteY14-1454" fmla="*/ 153947 h 271924"/>
              <a:gd name="connsiteX15-1455" fmla="*/ 381209 w 483603"/>
              <a:gd name="connsiteY15-1456" fmla="*/ 87272 h 271924"/>
              <a:gd name="connsiteX16-1457" fmla="*/ 416927 w 483603"/>
              <a:gd name="connsiteY16-1458" fmla="*/ 49171 h 271924"/>
              <a:gd name="connsiteX17-1459" fmla="*/ 428835 w 483603"/>
              <a:gd name="connsiteY17-1460" fmla="*/ 3929 h 271924"/>
              <a:gd name="connsiteX0-1461" fmla="*/ 428857 w 483625"/>
              <a:gd name="connsiteY0-1462" fmla="*/ 3929 h 271924"/>
              <a:gd name="connsiteX1-1463" fmla="*/ 483625 w 483625"/>
              <a:gd name="connsiteY1-1464" fmla="*/ 1547 h 271924"/>
              <a:gd name="connsiteX2-1465" fmla="*/ 481243 w 483625"/>
              <a:gd name="connsiteY2-1466" fmla="*/ 51553 h 271924"/>
              <a:gd name="connsiteX3-1467" fmla="*/ 466956 w 483625"/>
              <a:gd name="connsiteY3-1468" fmla="*/ 82509 h 271924"/>
              <a:gd name="connsiteX4-1469" fmla="*/ 431236 w 483625"/>
              <a:gd name="connsiteY4-1470" fmla="*/ 125371 h 271924"/>
              <a:gd name="connsiteX5-1471" fmla="*/ 316938 w 483625"/>
              <a:gd name="connsiteY5-1472" fmla="*/ 201571 h 271924"/>
              <a:gd name="connsiteX6-1473" fmla="*/ 183587 w 483625"/>
              <a:gd name="connsiteY6-1474" fmla="*/ 256340 h 271924"/>
              <a:gd name="connsiteX7-1475" fmla="*/ 50238 w 483625"/>
              <a:gd name="connsiteY7-1476" fmla="*/ 270629 h 271924"/>
              <a:gd name="connsiteX8-1477" fmla="*/ 231 w 483625"/>
              <a:gd name="connsiteY8-1478" fmla="*/ 230147 h 271924"/>
              <a:gd name="connsiteX9-1479" fmla="*/ 35950 w 483625"/>
              <a:gd name="connsiteY9-1480" fmla="*/ 175378 h 271924"/>
              <a:gd name="connsiteX10-1481" fmla="*/ 131199 w 483625"/>
              <a:gd name="connsiteY10-1482" fmla="*/ 161090 h 271924"/>
              <a:gd name="connsiteX11-1483" fmla="*/ 76431 w 483625"/>
              <a:gd name="connsiteY11-1484" fmla="*/ 194428 h 271924"/>
              <a:gd name="connsiteX12-1485" fmla="*/ 128818 w 483625"/>
              <a:gd name="connsiteY12-1486" fmla="*/ 203953 h 271924"/>
              <a:gd name="connsiteX13-1487" fmla="*/ 262168 w 483625"/>
              <a:gd name="connsiteY13-1488" fmla="*/ 153947 h 271924"/>
              <a:gd name="connsiteX14-1489" fmla="*/ 381231 w 483625"/>
              <a:gd name="connsiteY14-1490" fmla="*/ 87272 h 271924"/>
              <a:gd name="connsiteX15-1491" fmla="*/ 416949 w 483625"/>
              <a:gd name="connsiteY15-1492" fmla="*/ 49171 h 271924"/>
              <a:gd name="connsiteX16-1493" fmla="*/ 428857 w 483625"/>
              <a:gd name="connsiteY16-1494" fmla="*/ 3929 h 271924"/>
              <a:gd name="connsiteX0-1495" fmla="*/ 428783 w 483551"/>
              <a:gd name="connsiteY0-1496" fmla="*/ 3929 h 271924"/>
              <a:gd name="connsiteX1-1497" fmla="*/ 483551 w 483551"/>
              <a:gd name="connsiteY1-1498" fmla="*/ 1547 h 271924"/>
              <a:gd name="connsiteX2-1499" fmla="*/ 481169 w 483551"/>
              <a:gd name="connsiteY2-1500" fmla="*/ 51553 h 271924"/>
              <a:gd name="connsiteX3-1501" fmla="*/ 466882 w 483551"/>
              <a:gd name="connsiteY3-1502" fmla="*/ 82509 h 271924"/>
              <a:gd name="connsiteX4-1503" fmla="*/ 431162 w 483551"/>
              <a:gd name="connsiteY4-1504" fmla="*/ 125371 h 271924"/>
              <a:gd name="connsiteX5-1505" fmla="*/ 316864 w 483551"/>
              <a:gd name="connsiteY5-1506" fmla="*/ 201571 h 271924"/>
              <a:gd name="connsiteX6-1507" fmla="*/ 183513 w 483551"/>
              <a:gd name="connsiteY6-1508" fmla="*/ 256340 h 271924"/>
              <a:gd name="connsiteX7-1509" fmla="*/ 50164 w 483551"/>
              <a:gd name="connsiteY7-1510" fmla="*/ 270629 h 271924"/>
              <a:gd name="connsiteX8-1511" fmla="*/ 157 w 483551"/>
              <a:gd name="connsiteY8-1512" fmla="*/ 230147 h 271924"/>
              <a:gd name="connsiteX9-1513" fmla="*/ 35876 w 483551"/>
              <a:gd name="connsiteY9-1514" fmla="*/ 175378 h 271924"/>
              <a:gd name="connsiteX10-1515" fmla="*/ 76357 w 483551"/>
              <a:gd name="connsiteY10-1516" fmla="*/ 194428 h 271924"/>
              <a:gd name="connsiteX11-1517" fmla="*/ 128744 w 483551"/>
              <a:gd name="connsiteY11-1518" fmla="*/ 203953 h 271924"/>
              <a:gd name="connsiteX12-1519" fmla="*/ 262094 w 483551"/>
              <a:gd name="connsiteY12-1520" fmla="*/ 153947 h 271924"/>
              <a:gd name="connsiteX13-1521" fmla="*/ 381157 w 483551"/>
              <a:gd name="connsiteY13-1522" fmla="*/ 87272 h 271924"/>
              <a:gd name="connsiteX14-1523" fmla="*/ 416875 w 483551"/>
              <a:gd name="connsiteY14-1524" fmla="*/ 49171 h 271924"/>
              <a:gd name="connsiteX15-1525" fmla="*/ 428783 w 483551"/>
              <a:gd name="connsiteY15-1526" fmla="*/ 3929 h 271924"/>
              <a:gd name="connsiteX0-1527" fmla="*/ 429143 w 483911"/>
              <a:gd name="connsiteY0-1528" fmla="*/ 3929 h 271924"/>
              <a:gd name="connsiteX1-1529" fmla="*/ 483911 w 483911"/>
              <a:gd name="connsiteY1-1530" fmla="*/ 1547 h 271924"/>
              <a:gd name="connsiteX2-1531" fmla="*/ 481529 w 483911"/>
              <a:gd name="connsiteY2-1532" fmla="*/ 51553 h 271924"/>
              <a:gd name="connsiteX3-1533" fmla="*/ 467242 w 483911"/>
              <a:gd name="connsiteY3-1534" fmla="*/ 82509 h 271924"/>
              <a:gd name="connsiteX4-1535" fmla="*/ 431522 w 483911"/>
              <a:gd name="connsiteY4-1536" fmla="*/ 125371 h 271924"/>
              <a:gd name="connsiteX5-1537" fmla="*/ 317224 w 483911"/>
              <a:gd name="connsiteY5-1538" fmla="*/ 201571 h 271924"/>
              <a:gd name="connsiteX6-1539" fmla="*/ 183873 w 483911"/>
              <a:gd name="connsiteY6-1540" fmla="*/ 256340 h 271924"/>
              <a:gd name="connsiteX7-1541" fmla="*/ 50524 w 483911"/>
              <a:gd name="connsiteY7-1542" fmla="*/ 270629 h 271924"/>
              <a:gd name="connsiteX8-1543" fmla="*/ 517 w 483911"/>
              <a:gd name="connsiteY8-1544" fmla="*/ 230147 h 271924"/>
              <a:gd name="connsiteX9-1545" fmla="*/ 76717 w 483911"/>
              <a:gd name="connsiteY9-1546" fmla="*/ 194428 h 271924"/>
              <a:gd name="connsiteX10-1547" fmla="*/ 129104 w 483911"/>
              <a:gd name="connsiteY10-1548" fmla="*/ 203953 h 271924"/>
              <a:gd name="connsiteX11-1549" fmla="*/ 262454 w 483911"/>
              <a:gd name="connsiteY11-1550" fmla="*/ 153947 h 271924"/>
              <a:gd name="connsiteX12-1551" fmla="*/ 381517 w 483911"/>
              <a:gd name="connsiteY12-1552" fmla="*/ 87272 h 271924"/>
              <a:gd name="connsiteX13-1553" fmla="*/ 417235 w 483911"/>
              <a:gd name="connsiteY13-1554" fmla="*/ 49171 h 271924"/>
              <a:gd name="connsiteX14-1555" fmla="*/ 429143 w 483911"/>
              <a:gd name="connsiteY14-1556" fmla="*/ 3929 h 271924"/>
              <a:gd name="connsiteX0-1557" fmla="*/ 384032 w 438800"/>
              <a:gd name="connsiteY0-1558" fmla="*/ 3929 h 274369"/>
              <a:gd name="connsiteX1-1559" fmla="*/ 438800 w 438800"/>
              <a:gd name="connsiteY1-1560" fmla="*/ 1547 h 274369"/>
              <a:gd name="connsiteX2-1561" fmla="*/ 436418 w 438800"/>
              <a:gd name="connsiteY2-1562" fmla="*/ 51553 h 274369"/>
              <a:gd name="connsiteX3-1563" fmla="*/ 422131 w 438800"/>
              <a:gd name="connsiteY3-1564" fmla="*/ 82509 h 274369"/>
              <a:gd name="connsiteX4-1565" fmla="*/ 386411 w 438800"/>
              <a:gd name="connsiteY4-1566" fmla="*/ 125371 h 274369"/>
              <a:gd name="connsiteX5-1567" fmla="*/ 272113 w 438800"/>
              <a:gd name="connsiteY5-1568" fmla="*/ 201571 h 274369"/>
              <a:gd name="connsiteX6-1569" fmla="*/ 138762 w 438800"/>
              <a:gd name="connsiteY6-1570" fmla="*/ 256340 h 274369"/>
              <a:gd name="connsiteX7-1571" fmla="*/ 5413 w 438800"/>
              <a:gd name="connsiteY7-1572" fmla="*/ 270629 h 274369"/>
              <a:gd name="connsiteX8-1573" fmla="*/ 31606 w 438800"/>
              <a:gd name="connsiteY8-1574" fmla="*/ 194428 h 274369"/>
              <a:gd name="connsiteX9-1575" fmla="*/ 83993 w 438800"/>
              <a:gd name="connsiteY9-1576" fmla="*/ 203953 h 274369"/>
              <a:gd name="connsiteX10-1577" fmla="*/ 217343 w 438800"/>
              <a:gd name="connsiteY10-1578" fmla="*/ 153947 h 274369"/>
              <a:gd name="connsiteX11-1579" fmla="*/ 336406 w 438800"/>
              <a:gd name="connsiteY11-1580" fmla="*/ 87272 h 274369"/>
              <a:gd name="connsiteX12-1581" fmla="*/ 372124 w 438800"/>
              <a:gd name="connsiteY12-1582" fmla="*/ 49171 h 274369"/>
              <a:gd name="connsiteX13-1583" fmla="*/ 384032 w 438800"/>
              <a:gd name="connsiteY13-1584" fmla="*/ 3929 h 274369"/>
              <a:gd name="connsiteX0-1585" fmla="*/ 387447 w 442215"/>
              <a:gd name="connsiteY0-1586" fmla="*/ 3929 h 274118"/>
              <a:gd name="connsiteX1-1587" fmla="*/ 442215 w 442215"/>
              <a:gd name="connsiteY1-1588" fmla="*/ 1547 h 274118"/>
              <a:gd name="connsiteX2-1589" fmla="*/ 439833 w 442215"/>
              <a:gd name="connsiteY2-1590" fmla="*/ 51553 h 274118"/>
              <a:gd name="connsiteX3-1591" fmla="*/ 425546 w 442215"/>
              <a:gd name="connsiteY3-1592" fmla="*/ 82509 h 274118"/>
              <a:gd name="connsiteX4-1593" fmla="*/ 389826 w 442215"/>
              <a:gd name="connsiteY4-1594" fmla="*/ 125371 h 274118"/>
              <a:gd name="connsiteX5-1595" fmla="*/ 275528 w 442215"/>
              <a:gd name="connsiteY5-1596" fmla="*/ 201571 h 274118"/>
              <a:gd name="connsiteX6-1597" fmla="*/ 142177 w 442215"/>
              <a:gd name="connsiteY6-1598" fmla="*/ 256340 h 274118"/>
              <a:gd name="connsiteX7-1599" fmla="*/ 8828 w 442215"/>
              <a:gd name="connsiteY7-1600" fmla="*/ 270629 h 274118"/>
              <a:gd name="connsiteX8-1601" fmla="*/ 20789 w 442215"/>
              <a:gd name="connsiteY8-1602" fmla="*/ 197986 h 274118"/>
              <a:gd name="connsiteX9-1603" fmla="*/ 87408 w 442215"/>
              <a:gd name="connsiteY9-1604" fmla="*/ 203953 h 274118"/>
              <a:gd name="connsiteX10-1605" fmla="*/ 220758 w 442215"/>
              <a:gd name="connsiteY10-1606" fmla="*/ 153947 h 274118"/>
              <a:gd name="connsiteX11-1607" fmla="*/ 339821 w 442215"/>
              <a:gd name="connsiteY11-1608" fmla="*/ 87272 h 274118"/>
              <a:gd name="connsiteX12-1609" fmla="*/ 375539 w 442215"/>
              <a:gd name="connsiteY12-1610" fmla="*/ 49171 h 274118"/>
              <a:gd name="connsiteX13-1611" fmla="*/ 387447 w 442215"/>
              <a:gd name="connsiteY13-1612" fmla="*/ 3929 h 274118"/>
              <a:gd name="connsiteX0-1613" fmla="*/ 402665 w 457433"/>
              <a:gd name="connsiteY0-1614" fmla="*/ 3929 h 265689"/>
              <a:gd name="connsiteX1-1615" fmla="*/ 457433 w 457433"/>
              <a:gd name="connsiteY1-1616" fmla="*/ 1547 h 265689"/>
              <a:gd name="connsiteX2-1617" fmla="*/ 455051 w 457433"/>
              <a:gd name="connsiteY2-1618" fmla="*/ 51553 h 265689"/>
              <a:gd name="connsiteX3-1619" fmla="*/ 440764 w 457433"/>
              <a:gd name="connsiteY3-1620" fmla="*/ 82509 h 265689"/>
              <a:gd name="connsiteX4-1621" fmla="*/ 405044 w 457433"/>
              <a:gd name="connsiteY4-1622" fmla="*/ 125371 h 265689"/>
              <a:gd name="connsiteX5-1623" fmla="*/ 290746 w 457433"/>
              <a:gd name="connsiteY5-1624" fmla="*/ 201571 h 265689"/>
              <a:gd name="connsiteX6-1625" fmla="*/ 157395 w 457433"/>
              <a:gd name="connsiteY6-1626" fmla="*/ 256340 h 265689"/>
              <a:gd name="connsiteX7-1627" fmla="*/ 6256 w 457433"/>
              <a:gd name="connsiteY7-1628" fmla="*/ 259955 h 265689"/>
              <a:gd name="connsiteX8-1629" fmla="*/ 36007 w 457433"/>
              <a:gd name="connsiteY8-1630" fmla="*/ 197986 h 265689"/>
              <a:gd name="connsiteX9-1631" fmla="*/ 102626 w 457433"/>
              <a:gd name="connsiteY9-1632" fmla="*/ 203953 h 265689"/>
              <a:gd name="connsiteX10-1633" fmla="*/ 235976 w 457433"/>
              <a:gd name="connsiteY10-1634" fmla="*/ 153947 h 265689"/>
              <a:gd name="connsiteX11-1635" fmla="*/ 355039 w 457433"/>
              <a:gd name="connsiteY11-1636" fmla="*/ 87272 h 265689"/>
              <a:gd name="connsiteX12-1637" fmla="*/ 390757 w 457433"/>
              <a:gd name="connsiteY12-1638" fmla="*/ 49171 h 265689"/>
              <a:gd name="connsiteX13-1639" fmla="*/ 402665 w 457433"/>
              <a:gd name="connsiteY13-1640" fmla="*/ 3929 h 2656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457433" h="265689">
                <a:moveTo>
                  <a:pt x="402665" y="3929"/>
                </a:moveTo>
                <a:cubicBezTo>
                  <a:pt x="413778" y="-4008"/>
                  <a:pt x="431239" y="2738"/>
                  <a:pt x="457433" y="1547"/>
                </a:cubicBezTo>
                <a:cubicBezTo>
                  <a:pt x="456639" y="11866"/>
                  <a:pt x="457829" y="38059"/>
                  <a:pt x="455051" y="51553"/>
                </a:cubicBezTo>
                <a:cubicBezTo>
                  <a:pt x="452273" y="65047"/>
                  <a:pt x="449098" y="70206"/>
                  <a:pt x="440764" y="82509"/>
                </a:cubicBezTo>
                <a:cubicBezTo>
                  <a:pt x="432430" y="94812"/>
                  <a:pt x="430047" y="105527"/>
                  <a:pt x="405044" y="125371"/>
                </a:cubicBezTo>
                <a:cubicBezTo>
                  <a:pt x="380041" y="145215"/>
                  <a:pt x="332021" y="179743"/>
                  <a:pt x="290746" y="201571"/>
                </a:cubicBezTo>
                <a:cubicBezTo>
                  <a:pt x="249471" y="223399"/>
                  <a:pt x="204810" y="246609"/>
                  <a:pt x="157395" y="256340"/>
                </a:cubicBezTo>
                <a:cubicBezTo>
                  <a:pt x="109980" y="266071"/>
                  <a:pt x="26487" y="269681"/>
                  <a:pt x="6256" y="259955"/>
                </a:cubicBezTo>
                <a:cubicBezTo>
                  <a:pt x="-13975" y="250229"/>
                  <a:pt x="19945" y="207320"/>
                  <a:pt x="36007" y="197986"/>
                </a:cubicBezTo>
                <a:cubicBezTo>
                  <a:pt x="52069" y="188652"/>
                  <a:pt x="69298" y="211293"/>
                  <a:pt x="102626" y="203953"/>
                </a:cubicBezTo>
                <a:cubicBezTo>
                  <a:pt x="135954" y="196613"/>
                  <a:pt x="193907" y="173394"/>
                  <a:pt x="235976" y="153947"/>
                </a:cubicBezTo>
                <a:cubicBezTo>
                  <a:pt x="278045" y="134500"/>
                  <a:pt x="324479" y="114260"/>
                  <a:pt x="355039" y="87272"/>
                </a:cubicBezTo>
                <a:cubicBezTo>
                  <a:pt x="385599" y="60284"/>
                  <a:pt x="380835" y="62268"/>
                  <a:pt x="390757" y="49171"/>
                </a:cubicBezTo>
                <a:cubicBezTo>
                  <a:pt x="405441" y="9880"/>
                  <a:pt x="391552" y="11866"/>
                  <a:pt x="402665" y="39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25" name="任意多边形 24"/>
          <p:cNvSpPr/>
          <p:nvPr/>
        </p:nvSpPr>
        <p:spPr>
          <a:xfrm>
            <a:off x="5522307" y="2901937"/>
            <a:ext cx="153987" cy="128588"/>
          </a:xfrm>
          <a:custGeom>
            <a:avLst/>
            <a:gdLst>
              <a:gd name="connsiteX0" fmla="*/ 419209 w 483503"/>
              <a:gd name="connsiteY0" fmla="*/ 6727 h 279113"/>
              <a:gd name="connsiteX1" fmla="*/ 483503 w 483503"/>
              <a:gd name="connsiteY1" fmla="*/ 4346 h 279113"/>
              <a:gd name="connsiteX2" fmla="*/ 481121 w 483503"/>
              <a:gd name="connsiteY2" fmla="*/ 35302 h 279113"/>
              <a:gd name="connsiteX3" fmla="*/ 469215 w 483503"/>
              <a:gd name="connsiteY3" fmla="*/ 92452 h 279113"/>
              <a:gd name="connsiteX4" fmla="*/ 423971 w 483503"/>
              <a:gd name="connsiteY4" fmla="*/ 142458 h 279113"/>
              <a:gd name="connsiteX5" fmla="*/ 307290 w 483503"/>
              <a:gd name="connsiteY5" fmla="*/ 209133 h 279113"/>
              <a:gd name="connsiteX6" fmla="*/ 173940 w 483503"/>
              <a:gd name="connsiteY6" fmla="*/ 259140 h 279113"/>
              <a:gd name="connsiteX7" fmla="*/ 45353 w 483503"/>
              <a:gd name="connsiteY7" fmla="*/ 278190 h 279113"/>
              <a:gd name="connsiteX8" fmla="*/ 109 w 483503"/>
              <a:gd name="connsiteY8" fmla="*/ 232946 h 279113"/>
              <a:gd name="connsiteX9" fmla="*/ 35828 w 483503"/>
              <a:gd name="connsiteY9" fmla="*/ 178177 h 279113"/>
              <a:gd name="connsiteX10" fmla="*/ 128696 w 483503"/>
              <a:gd name="connsiteY10" fmla="*/ 137696 h 279113"/>
              <a:gd name="connsiteX11" fmla="*/ 154890 w 483503"/>
              <a:gd name="connsiteY11" fmla="*/ 140077 h 279113"/>
              <a:gd name="connsiteX12" fmla="*/ 128696 w 483503"/>
              <a:gd name="connsiteY12" fmla="*/ 175796 h 279113"/>
              <a:gd name="connsiteX13" fmla="*/ 76309 w 483503"/>
              <a:gd name="connsiteY13" fmla="*/ 197227 h 279113"/>
              <a:gd name="connsiteX14" fmla="*/ 128696 w 483503"/>
              <a:gd name="connsiteY14" fmla="*/ 206752 h 279113"/>
              <a:gd name="connsiteX15" fmla="*/ 262046 w 483503"/>
              <a:gd name="connsiteY15" fmla="*/ 163890 h 279113"/>
              <a:gd name="connsiteX16" fmla="*/ 381109 w 483503"/>
              <a:gd name="connsiteY16" fmla="*/ 90071 h 279113"/>
              <a:gd name="connsiteX17" fmla="*/ 419209 w 483503"/>
              <a:gd name="connsiteY17" fmla="*/ 6727 h 279113"/>
              <a:gd name="connsiteX0-1" fmla="*/ 419209 w 483503"/>
              <a:gd name="connsiteY0-2" fmla="*/ 6727 h 279113"/>
              <a:gd name="connsiteX1-3" fmla="*/ 483503 w 483503"/>
              <a:gd name="connsiteY1-4" fmla="*/ 4346 h 279113"/>
              <a:gd name="connsiteX2-5" fmla="*/ 481121 w 483503"/>
              <a:gd name="connsiteY2-6" fmla="*/ 35302 h 279113"/>
              <a:gd name="connsiteX3-7" fmla="*/ 469215 w 483503"/>
              <a:gd name="connsiteY3-8" fmla="*/ 92452 h 279113"/>
              <a:gd name="connsiteX4-9" fmla="*/ 423971 w 483503"/>
              <a:gd name="connsiteY4-10" fmla="*/ 142458 h 279113"/>
              <a:gd name="connsiteX5-11" fmla="*/ 307290 w 483503"/>
              <a:gd name="connsiteY5-12" fmla="*/ 209133 h 279113"/>
              <a:gd name="connsiteX6-13" fmla="*/ 173940 w 483503"/>
              <a:gd name="connsiteY6-14" fmla="*/ 259140 h 279113"/>
              <a:gd name="connsiteX7-15" fmla="*/ 45353 w 483503"/>
              <a:gd name="connsiteY7-16" fmla="*/ 278190 h 279113"/>
              <a:gd name="connsiteX8-17" fmla="*/ 109 w 483503"/>
              <a:gd name="connsiteY8-18" fmla="*/ 232946 h 279113"/>
              <a:gd name="connsiteX9-19" fmla="*/ 35828 w 483503"/>
              <a:gd name="connsiteY9-20" fmla="*/ 178177 h 279113"/>
              <a:gd name="connsiteX10-21" fmla="*/ 128696 w 483503"/>
              <a:gd name="connsiteY10-22" fmla="*/ 137696 h 279113"/>
              <a:gd name="connsiteX11-23" fmla="*/ 154890 w 483503"/>
              <a:gd name="connsiteY11-24" fmla="*/ 140077 h 279113"/>
              <a:gd name="connsiteX12-25" fmla="*/ 128696 w 483503"/>
              <a:gd name="connsiteY12-26" fmla="*/ 175796 h 279113"/>
              <a:gd name="connsiteX13-27" fmla="*/ 76309 w 483503"/>
              <a:gd name="connsiteY13-28" fmla="*/ 197227 h 279113"/>
              <a:gd name="connsiteX14-29" fmla="*/ 128696 w 483503"/>
              <a:gd name="connsiteY14-30" fmla="*/ 206752 h 279113"/>
              <a:gd name="connsiteX15-31" fmla="*/ 262046 w 483503"/>
              <a:gd name="connsiteY15-32" fmla="*/ 156746 h 279113"/>
              <a:gd name="connsiteX16-33" fmla="*/ 381109 w 483503"/>
              <a:gd name="connsiteY16-34" fmla="*/ 90071 h 279113"/>
              <a:gd name="connsiteX17-35" fmla="*/ 419209 w 483503"/>
              <a:gd name="connsiteY17-36" fmla="*/ 6727 h 279113"/>
              <a:gd name="connsiteX0-37" fmla="*/ 419209 w 483503"/>
              <a:gd name="connsiteY0-38" fmla="*/ 6727 h 279113"/>
              <a:gd name="connsiteX1-39" fmla="*/ 483503 w 483503"/>
              <a:gd name="connsiteY1-40" fmla="*/ 4346 h 279113"/>
              <a:gd name="connsiteX2-41" fmla="*/ 481121 w 483503"/>
              <a:gd name="connsiteY2-42" fmla="*/ 35302 h 279113"/>
              <a:gd name="connsiteX3-43" fmla="*/ 469215 w 483503"/>
              <a:gd name="connsiteY3-44" fmla="*/ 92452 h 279113"/>
              <a:gd name="connsiteX4-45" fmla="*/ 423971 w 483503"/>
              <a:gd name="connsiteY4-46" fmla="*/ 142458 h 279113"/>
              <a:gd name="connsiteX5-47" fmla="*/ 307290 w 483503"/>
              <a:gd name="connsiteY5-48" fmla="*/ 209133 h 279113"/>
              <a:gd name="connsiteX6-49" fmla="*/ 173940 w 483503"/>
              <a:gd name="connsiteY6-50" fmla="*/ 259140 h 279113"/>
              <a:gd name="connsiteX7-51" fmla="*/ 45353 w 483503"/>
              <a:gd name="connsiteY7-52" fmla="*/ 278190 h 279113"/>
              <a:gd name="connsiteX8-53" fmla="*/ 109 w 483503"/>
              <a:gd name="connsiteY8-54" fmla="*/ 232946 h 279113"/>
              <a:gd name="connsiteX9-55" fmla="*/ 35828 w 483503"/>
              <a:gd name="connsiteY9-56" fmla="*/ 178177 h 279113"/>
              <a:gd name="connsiteX10-57" fmla="*/ 128696 w 483503"/>
              <a:gd name="connsiteY10-58" fmla="*/ 137696 h 279113"/>
              <a:gd name="connsiteX11-59" fmla="*/ 154890 w 483503"/>
              <a:gd name="connsiteY11-60" fmla="*/ 140077 h 279113"/>
              <a:gd name="connsiteX12-61" fmla="*/ 128696 w 483503"/>
              <a:gd name="connsiteY12-62" fmla="*/ 175796 h 279113"/>
              <a:gd name="connsiteX13-63" fmla="*/ 76309 w 483503"/>
              <a:gd name="connsiteY13-64" fmla="*/ 197227 h 279113"/>
              <a:gd name="connsiteX14-65" fmla="*/ 128696 w 483503"/>
              <a:gd name="connsiteY14-66" fmla="*/ 206752 h 279113"/>
              <a:gd name="connsiteX15-67" fmla="*/ 262046 w 483503"/>
              <a:gd name="connsiteY15-68" fmla="*/ 156746 h 279113"/>
              <a:gd name="connsiteX16-69" fmla="*/ 381109 w 483503"/>
              <a:gd name="connsiteY16-70" fmla="*/ 90071 h 279113"/>
              <a:gd name="connsiteX17-71" fmla="*/ 419209 w 483503"/>
              <a:gd name="connsiteY17-72" fmla="*/ 6727 h 279113"/>
              <a:gd name="connsiteX0-73" fmla="*/ 419209 w 483503"/>
              <a:gd name="connsiteY0-74" fmla="*/ 6727 h 279113"/>
              <a:gd name="connsiteX1-75" fmla="*/ 483503 w 483503"/>
              <a:gd name="connsiteY1-76" fmla="*/ 4346 h 279113"/>
              <a:gd name="connsiteX2-77" fmla="*/ 481121 w 483503"/>
              <a:gd name="connsiteY2-78" fmla="*/ 35302 h 279113"/>
              <a:gd name="connsiteX3-79" fmla="*/ 469215 w 483503"/>
              <a:gd name="connsiteY3-80" fmla="*/ 92452 h 279113"/>
              <a:gd name="connsiteX4-81" fmla="*/ 423971 w 483503"/>
              <a:gd name="connsiteY4-82" fmla="*/ 142458 h 279113"/>
              <a:gd name="connsiteX5-83" fmla="*/ 307290 w 483503"/>
              <a:gd name="connsiteY5-84" fmla="*/ 209133 h 279113"/>
              <a:gd name="connsiteX6-85" fmla="*/ 173940 w 483503"/>
              <a:gd name="connsiteY6-86" fmla="*/ 259140 h 279113"/>
              <a:gd name="connsiteX7-87" fmla="*/ 45353 w 483503"/>
              <a:gd name="connsiteY7-88" fmla="*/ 278190 h 279113"/>
              <a:gd name="connsiteX8-89" fmla="*/ 109 w 483503"/>
              <a:gd name="connsiteY8-90" fmla="*/ 232946 h 279113"/>
              <a:gd name="connsiteX9-91" fmla="*/ 35828 w 483503"/>
              <a:gd name="connsiteY9-92" fmla="*/ 178177 h 279113"/>
              <a:gd name="connsiteX10-93" fmla="*/ 128696 w 483503"/>
              <a:gd name="connsiteY10-94" fmla="*/ 137696 h 279113"/>
              <a:gd name="connsiteX11-95" fmla="*/ 154890 w 483503"/>
              <a:gd name="connsiteY11-96" fmla="*/ 140077 h 279113"/>
              <a:gd name="connsiteX12-97" fmla="*/ 126314 w 483503"/>
              <a:gd name="connsiteY12-98" fmla="*/ 161508 h 279113"/>
              <a:gd name="connsiteX13-99" fmla="*/ 76309 w 483503"/>
              <a:gd name="connsiteY13-100" fmla="*/ 197227 h 279113"/>
              <a:gd name="connsiteX14-101" fmla="*/ 128696 w 483503"/>
              <a:gd name="connsiteY14-102" fmla="*/ 206752 h 279113"/>
              <a:gd name="connsiteX15-103" fmla="*/ 262046 w 483503"/>
              <a:gd name="connsiteY15-104" fmla="*/ 156746 h 279113"/>
              <a:gd name="connsiteX16-105" fmla="*/ 381109 w 483503"/>
              <a:gd name="connsiteY16-106" fmla="*/ 90071 h 279113"/>
              <a:gd name="connsiteX17-107" fmla="*/ 419209 w 483503"/>
              <a:gd name="connsiteY17-108" fmla="*/ 6727 h 279113"/>
              <a:gd name="connsiteX0-109" fmla="*/ 419209 w 483503"/>
              <a:gd name="connsiteY0-110" fmla="*/ 6727 h 279113"/>
              <a:gd name="connsiteX1-111" fmla="*/ 483503 w 483503"/>
              <a:gd name="connsiteY1-112" fmla="*/ 4346 h 279113"/>
              <a:gd name="connsiteX2-113" fmla="*/ 481121 w 483503"/>
              <a:gd name="connsiteY2-114" fmla="*/ 35302 h 279113"/>
              <a:gd name="connsiteX3-115" fmla="*/ 469215 w 483503"/>
              <a:gd name="connsiteY3-116" fmla="*/ 92452 h 279113"/>
              <a:gd name="connsiteX4-117" fmla="*/ 423971 w 483503"/>
              <a:gd name="connsiteY4-118" fmla="*/ 142458 h 279113"/>
              <a:gd name="connsiteX5-119" fmla="*/ 307290 w 483503"/>
              <a:gd name="connsiteY5-120" fmla="*/ 209133 h 279113"/>
              <a:gd name="connsiteX6-121" fmla="*/ 173940 w 483503"/>
              <a:gd name="connsiteY6-122" fmla="*/ 259140 h 279113"/>
              <a:gd name="connsiteX7-123" fmla="*/ 45353 w 483503"/>
              <a:gd name="connsiteY7-124" fmla="*/ 278190 h 279113"/>
              <a:gd name="connsiteX8-125" fmla="*/ 109 w 483503"/>
              <a:gd name="connsiteY8-126" fmla="*/ 232946 h 279113"/>
              <a:gd name="connsiteX9-127" fmla="*/ 35828 w 483503"/>
              <a:gd name="connsiteY9-128" fmla="*/ 178177 h 279113"/>
              <a:gd name="connsiteX10-129" fmla="*/ 128696 w 483503"/>
              <a:gd name="connsiteY10-130" fmla="*/ 137696 h 279113"/>
              <a:gd name="connsiteX11-131" fmla="*/ 154890 w 483503"/>
              <a:gd name="connsiteY11-132" fmla="*/ 140077 h 279113"/>
              <a:gd name="connsiteX12-133" fmla="*/ 131077 w 483503"/>
              <a:gd name="connsiteY12-134" fmla="*/ 163889 h 279113"/>
              <a:gd name="connsiteX13-135" fmla="*/ 76309 w 483503"/>
              <a:gd name="connsiteY13-136" fmla="*/ 197227 h 279113"/>
              <a:gd name="connsiteX14-137" fmla="*/ 128696 w 483503"/>
              <a:gd name="connsiteY14-138" fmla="*/ 206752 h 279113"/>
              <a:gd name="connsiteX15-139" fmla="*/ 262046 w 483503"/>
              <a:gd name="connsiteY15-140" fmla="*/ 156746 h 279113"/>
              <a:gd name="connsiteX16-141" fmla="*/ 381109 w 483503"/>
              <a:gd name="connsiteY16-142" fmla="*/ 90071 h 279113"/>
              <a:gd name="connsiteX17-143" fmla="*/ 419209 w 483503"/>
              <a:gd name="connsiteY17-144" fmla="*/ 6727 h 279113"/>
              <a:gd name="connsiteX0-145" fmla="*/ 419201 w 483495"/>
              <a:gd name="connsiteY0-146" fmla="*/ 6727 h 279113"/>
              <a:gd name="connsiteX1-147" fmla="*/ 483495 w 483495"/>
              <a:gd name="connsiteY1-148" fmla="*/ 4346 h 279113"/>
              <a:gd name="connsiteX2-149" fmla="*/ 481113 w 483495"/>
              <a:gd name="connsiteY2-150" fmla="*/ 35302 h 279113"/>
              <a:gd name="connsiteX3-151" fmla="*/ 469207 w 483495"/>
              <a:gd name="connsiteY3-152" fmla="*/ 92452 h 279113"/>
              <a:gd name="connsiteX4-153" fmla="*/ 423963 w 483495"/>
              <a:gd name="connsiteY4-154" fmla="*/ 142458 h 279113"/>
              <a:gd name="connsiteX5-155" fmla="*/ 307282 w 483495"/>
              <a:gd name="connsiteY5-156" fmla="*/ 209133 h 279113"/>
              <a:gd name="connsiteX6-157" fmla="*/ 173932 w 483495"/>
              <a:gd name="connsiteY6-158" fmla="*/ 259140 h 279113"/>
              <a:gd name="connsiteX7-159" fmla="*/ 45345 w 483495"/>
              <a:gd name="connsiteY7-160" fmla="*/ 278190 h 279113"/>
              <a:gd name="connsiteX8-161" fmla="*/ 101 w 483495"/>
              <a:gd name="connsiteY8-162" fmla="*/ 232946 h 279113"/>
              <a:gd name="connsiteX9-163" fmla="*/ 35820 w 483495"/>
              <a:gd name="connsiteY9-164" fmla="*/ 178177 h 279113"/>
              <a:gd name="connsiteX10-165" fmla="*/ 119163 w 483495"/>
              <a:gd name="connsiteY10-166" fmla="*/ 137696 h 279113"/>
              <a:gd name="connsiteX11-167" fmla="*/ 154882 w 483495"/>
              <a:gd name="connsiteY11-168" fmla="*/ 140077 h 279113"/>
              <a:gd name="connsiteX12-169" fmla="*/ 131069 w 483495"/>
              <a:gd name="connsiteY12-170" fmla="*/ 163889 h 279113"/>
              <a:gd name="connsiteX13-171" fmla="*/ 76301 w 483495"/>
              <a:gd name="connsiteY13-172" fmla="*/ 197227 h 279113"/>
              <a:gd name="connsiteX14-173" fmla="*/ 128688 w 483495"/>
              <a:gd name="connsiteY14-174" fmla="*/ 206752 h 279113"/>
              <a:gd name="connsiteX15-175" fmla="*/ 262038 w 483495"/>
              <a:gd name="connsiteY15-176" fmla="*/ 156746 h 279113"/>
              <a:gd name="connsiteX16-177" fmla="*/ 381101 w 483495"/>
              <a:gd name="connsiteY16-178" fmla="*/ 90071 h 279113"/>
              <a:gd name="connsiteX17-179" fmla="*/ 419201 w 483495"/>
              <a:gd name="connsiteY17-180" fmla="*/ 6727 h 279113"/>
              <a:gd name="connsiteX0-181" fmla="*/ 419159 w 483453"/>
              <a:gd name="connsiteY0-182" fmla="*/ 6727 h 279113"/>
              <a:gd name="connsiteX1-183" fmla="*/ 483453 w 483453"/>
              <a:gd name="connsiteY1-184" fmla="*/ 4346 h 279113"/>
              <a:gd name="connsiteX2-185" fmla="*/ 481071 w 483453"/>
              <a:gd name="connsiteY2-186" fmla="*/ 35302 h 279113"/>
              <a:gd name="connsiteX3-187" fmla="*/ 469165 w 483453"/>
              <a:gd name="connsiteY3-188" fmla="*/ 92452 h 279113"/>
              <a:gd name="connsiteX4-189" fmla="*/ 423921 w 483453"/>
              <a:gd name="connsiteY4-190" fmla="*/ 142458 h 279113"/>
              <a:gd name="connsiteX5-191" fmla="*/ 307240 w 483453"/>
              <a:gd name="connsiteY5-192" fmla="*/ 209133 h 279113"/>
              <a:gd name="connsiteX6-193" fmla="*/ 173890 w 483453"/>
              <a:gd name="connsiteY6-194" fmla="*/ 259140 h 279113"/>
              <a:gd name="connsiteX7-195" fmla="*/ 42922 w 483453"/>
              <a:gd name="connsiteY7-196" fmla="*/ 278190 h 279113"/>
              <a:gd name="connsiteX8-197" fmla="*/ 59 w 483453"/>
              <a:gd name="connsiteY8-198" fmla="*/ 232946 h 279113"/>
              <a:gd name="connsiteX9-199" fmla="*/ 35778 w 483453"/>
              <a:gd name="connsiteY9-200" fmla="*/ 178177 h 279113"/>
              <a:gd name="connsiteX10-201" fmla="*/ 119121 w 483453"/>
              <a:gd name="connsiteY10-202" fmla="*/ 137696 h 279113"/>
              <a:gd name="connsiteX11-203" fmla="*/ 154840 w 483453"/>
              <a:gd name="connsiteY11-204" fmla="*/ 140077 h 279113"/>
              <a:gd name="connsiteX12-205" fmla="*/ 131027 w 483453"/>
              <a:gd name="connsiteY12-206" fmla="*/ 163889 h 279113"/>
              <a:gd name="connsiteX13-207" fmla="*/ 76259 w 483453"/>
              <a:gd name="connsiteY13-208" fmla="*/ 197227 h 279113"/>
              <a:gd name="connsiteX14-209" fmla="*/ 128646 w 483453"/>
              <a:gd name="connsiteY14-210" fmla="*/ 206752 h 279113"/>
              <a:gd name="connsiteX15-211" fmla="*/ 261996 w 483453"/>
              <a:gd name="connsiteY15-212" fmla="*/ 156746 h 279113"/>
              <a:gd name="connsiteX16-213" fmla="*/ 381059 w 483453"/>
              <a:gd name="connsiteY16-214" fmla="*/ 90071 h 279113"/>
              <a:gd name="connsiteX17-215" fmla="*/ 419159 w 483453"/>
              <a:gd name="connsiteY17-216" fmla="*/ 6727 h 279113"/>
              <a:gd name="connsiteX0-217" fmla="*/ 419159 w 483453"/>
              <a:gd name="connsiteY0-218" fmla="*/ 6727 h 279113"/>
              <a:gd name="connsiteX1-219" fmla="*/ 483453 w 483453"/>
              <a:gd name="connsiteY1-220" fmla="*/ 4346 h 279113"/>
              <a:gd name="connsiteX2-221" fmla="*/ 481071 w 483453"/>
              <a:gd name="connsiteY2-222" fmla="*/ 35302 h 279113"/>
              <a:gd name="connsiteX3-223" fmla="*/ 469165 w 483453"/>
              <a:gd name="connsiteY3-224" fmla="*/ 92452 h 279113"/>
              <a:gd name="connsiteX4-225" fmla="*/ 423921 w 483453"/>
              <a:gd name="connsiteY4-226" fmla="*/ 142458 h 279113"/>
              <a:gd name="connsiteX5-227" fmla="*/ 307240 w 483453"/>
              <a:gd name="connsiteY5-228" fmla="*/ 209133 h 279113"/>
              <a:gd name="connsiteX6-229" fmla="*/ 173890 w 483453"/>
              <a:gd name="connsiteY6-230" fmla="*/ 259140 h 279113"/>
              <a:gd name="connsiteX7-231" fmla="*/ 42922 w 483453"/>
              <a:gd name="connsiteY7-232" fmla="*/ 278190 h 279113"/>
              <a:gd name="connsiteX8-233" fmla="*/ 59 w 483453"/>
              <a:gd name="connsiteY8-234" fmla="*/ 232946 h 279113"/>
              <a:gd name="connsiteX9-235" fmla="*/ 35778 w 483453"/>
              <a:gd name="connsiteY9-236" fmla="*/ 178177 h 279113"/>
              <a:gd name="connsiteX10-237" fmla="*/ 119121 w 483453"/>
              <a:gd name="connsiteY10-238" fmla="*/ 137696 h 279113"/>
              <a:gd name="connsiteX11-239" fmla="*/ 154840 w 483453"/>
              <a:gd name="connsiteY11-240" fmla="*/ 140077 h 279113"/>
              <a:gd name="connsiteX12-241" fmla="*/ 131027 w 483453"/>
              <a:gd name="connsiteY12-242" fmla="*/ 163889 h 279113"/>
              <a:gd name="connsiteX13-243" fmla="*/ 76259 w 483453"/>
              <a:gd name="connsiteY13-244" fmla="*/ 197227 h 279113"/>
              <a:gd name="connsiteX14-245" fmla="*/ 128646 w 483453"/>
              <a:gd name="connsiteY14-246" fmla="*/ 206752 h 279113"/>
              <a:gd name="connsiteX15-247" fmla="*/ 261996 w 483453"/>
              <a:gd name="connsiteY15-248" fmla="*/ 156746 h 279113"/>
              <a:gd name="connsiteX16-249" fmla="*/ 381059 w 483453"/>
              <a:gd name="connsiteY16-250" fmla="*/ 90071 h 279113"/>
              <a:gd name="connsiteX17-251" fmla="*/ 419159 w 483453"/>
              <a:gd name="connsiteY17-252" fmla="*/ 6727 h 279113"/>
              <a:gd name="connsiteX0-253" fmla="*/ 419159 w 483453"/>
              <a:gd name="connsiteY0-254" fmla="*/ 6727 h 279113"/>
              <a:gd name="connsiteX1-255" fmla="*/ 483453 w 483453"/>
              <a:gd name="connsiteY1-256" fmla="*/ 4346 h 279113"/>
              <a:gd name="connsiteX2-257" fmla="*/ 481071 w 483453"/>
              <a:gd name="connsiteY2-258" fmla="*/ 35302 h 279113"/>
              <a:gd name="connsiteX3-259" fmla="*/ 469165 w 483453"/>
              <a:gd name="connsiteY3-260" fmla="*/ 92452 h 279113"/>
              <a:gd name="connsiteX4-261" fmla="*/ 423921 w 483453"/>
              <a:gd name="connsiteY4-262" fmla="*/ 142458 h 279113"/>
              <a:gd name="connsiteX5-263" fmla="*/ 307240 w 483453"/>
              <a:gd name="connsiteY5-264" fmla="*/ 209133 h 279113"/>
              <a:gd name="connsiteX6-265" fmla="*/ 173890 w 483453"/>
              <a:gd name="connsiteY6-266" fmla="*/ 259140 h 279113"/>
              <a:gd name="connsiteX7-267" fmla="*/ 42922 w 483453"/>
              <a:gd name="connsiteY7-268" fmla="*/ 278190 h 279113"/>
              <a:gd name="connsiteX8-269" fmla="*/ 59 w 483453"/>
              <a:gd name="connsiteY8-270" fmla="*/ 232946 h 279113"/>
              <a:gd name="connsiteX9-271" fmla="*/ 35778 w 483453"/>
              <a:gd name="connsiteY9-272" fmla="*/ 178177 h 279113"/>
              <a:gd name="connsiteX10-273" fmla="*/ 119121 w 483453"/>
              <a:gd name="connsiteY10-274" fmla="*/ 137696 h 279113"/>
              <a:gd name="connsiteX11-275" fmla="*/ 154840 w 483453"/>
              <a:gd name="connsiteY11-276" fmla="*/ 140077 h 279113"/>
              <a:gd name="connsiteX12-277" fmla="*/ 131027 w 483453"/>
              <a:gd name="connsiteY12-278" fmla="*/ 163889 h 279113"/>
              <a:gd name="connsiteX13-279" fmla="*/ 76259 w 483453"/>
              <a:gd name="connsiteY13-280" fmla="*/ 197227 h 279113"/>
              <a:gd name="connsiteX14-281" fmla="*/ 128646 w 483453"/>
              <a:gd name="connsiteY14-282" fmla="*/ 206752 h 279113"/>
              <a:gd name="connsiteX15-283" fmla="*/ 261996 w 483453"/>
              <a:gd name="connsiteY15-284" fmla="*/ 156746 h 279113"/>
              <a:gd name="connsiteX16-285" fmla="*/ 381059 w 483453"/>
              <a:gd name="connsiteY16-286" fmla="*/ 90071 h 279113"/>
              <a:gd name="connsiteX17-287" fmla="*/ 419159 w 483453"/>
              <a:gd name="connsiteY17-288" fmla="*/ 6727 h 279113"/>
              <a:gd name="connsiteX0-289" fmla="*/ 440590 w 483453"/>
              <a:gd name="connsiteY0-290" fmla="*/ 8494 h 276117"/>
              <a:gd name="connsiteX1-291" fmla="*/ 483453 w 483453"/>
              <a:gd name="connsiteY1-292" fmla="*/ 1350 h 276117"/>
              <a:gd name="connsiteX2-293" fmla="*/ 481071 w 483453"/>
              <a:gd name="connsiteY2-294" fmla="*/ 32306 h 276117"/>
              <a:gd name="connsiteX3-295" fmla="*/ 469165 w 483453"/>
              <a:gd name="connsiteY3-296" fmla="*/ 89456 h 276117"/>
              <a:gd name="connsiteX4-297" fmla="*/ 423921 w 483453"/>
              <a:gd name="connsiteY4-298" fmla="*/ 139462 h 276117"/>
              <a:gd name="connsiteX5-299" fmla="*/ 307240 w 483453"/>
              <a:gd name="connsiteY5-300" fmla="*/ 206137 h 276117"/>
              <a:gd name="connsiteX6-301" fmla="*/ 173890 w 483453"/>
              <a:gd name="connsiteY6-302" fmla="*/ 256144 h 276117"/>
              <a:gd name="connsiteX7-303" fmla="*/ 42922 w 483453"/>
              <a:gd name="connsiteY7-304" fmla="*/ 275194 h 276117"/>
              <a:gd name="connsiteX8-305" fmla="*/ 59 w 483453"/>
              <a:gd name="connsiteY8-306" fmla="*/ 229950 h 276117"/>
              <a:gd name="connsiteX9-307" fmla="*/ 35778 w 483453"/>
              <a:gd name="connsiteY9-308" fmla="*/ 175181 h 276117"/>
              <a:gd name="connsiteX10-309" fmla="*/ 119121 w 483453"/>
              <a:gd name="connsiteY10-310" fmla="*/ 134700 h 276117"/>
              <a:gd name="connsiteX11-311" fmla="*/ 154840 w 483453"/>
              <a:gd name="connsiteY11-312" fmla="*/ 137081 h 276117"/>
              <a:gd name="connsiteX12-313" fmla="*/ 131027 w 483453"/>
              <a:gd name="connsiteY12-314" fmla="*/ 160893 h 276117"/>
              <a:gd name="connsiteX13-315" fmla="*/ 76259 w 483453"/>
              <a:gd name="connsiteY13-316" fmla="*/ 194231 h 276117"/>
              <a:gd name="connsiteX14-317" fmla="*/ 128646 w 483453"/>
              <a:gd name="connsiteY14-318" fmla="*/ 203756 h 276117"/>
              <a:gd name="connsiteX15-319" fmla="*/ 261996 w 483453"/>
              <a:gd name="connsiteY15-320" fmla="*/ 153750 h 276117"/>
              <a:gd name="connsiteX16-321" fmla="*/ 381059 w 483453"/>
              <a:gd name="connsiteY16-322" fmla="*/ 87075 h 276117"/>
              <a:gd name="connsiteX17-323" fmla="*/ 440590 w 483453"/>
              <a:gd name="connsiteY17-324" fmla="*/ 8494 h 276117"/>
              <a:gd name="connsiteX0-325" fmla="*/ 440590 w 483453"/>
              <a:gd name="connsiteY0-326" fmla="*/ 7207 h 274830"/>
              <a:gd name="connsiteX1-327" fmla="*/ 483453 w 483453"/>
              <a:gd name="connsiteY1-328" fmla="*/ 63 h 274830"/>
              <a:gd name="connsiteX2-329" fmla="*/ 481071 w 483453"/>
              <a:gd name="connsiteY2-330" fmla="*/ 31019 h 274830"/>
              <a:gd name="connsiteX3-331" fmla="*/ 469165 w 483453"/>
              <a:gd name="connsiteY3-332" fmla="*/ 88169 h 274830"/>
              <a:gd name="connsiteX4-333" fmla="*/ 423921 w 483453"/>
              <a:gd name="connsiteY4-334" fmla="*/ 138175 h 274830"/>
              <a:gd name="connsiteX5-335" fmla="*/ 307240 w 483453"/>
              <a:gd name="connsiteY5-336" fmla="*/ 204850 h 274830"/>
              <a:gd name="connsiteX6-337" fmla="*/ 173890 w 483453"/>
              <a:gd name="connsiteY6-338" fmla="*/ 254857 h 274830"/>
              <a:gd name="connsiteX7-339" fmla="*/ 42922 w 483453"/>
              <a:gd name="connsiteY7-340" fmla="*/ 273907 h 274830"/>
              <a:gd name="connsiteX8-341" fmla="*/ 59 w 483453"/>
              <a:gd name="connsiteY8-342" fmla="*/ 228663 h 274830"/>
              <a:gd name="connsiteX9-343" fmla="*/ 35778 w 483453"/>
              <a:gd name="connsiteY9-344" fmla="*/ 173894 h 274830"/>
              <a:gd name="connsiteX10-345" fmla="*/ 119121 w 483453"/>
              <a:gd name="connsiteY10-346" fmla="*/ 133413 h 274830"/>
              <a:gd name="connsiteX11-347" fmla="*/ 154840 w 483453"/>
              <a:gd name="connsiteY11-348" fmla="*/ 135794 h 274830"/>
              <a:gd name="connsiteX12-349" fmla="*/ 131027 w 483453"/>
              <a:gd name="connsiteY12-350" fmla="*/ 159606 h 274830"/>
              <a:gd name="connsiteX13-351" fmla="*/ 76259 w 483453"/>
              <a:gd name="connsiteY13-352" fmla="*/ 192944 h 274830"/>
              <a:gd name="connsiteX14-353" fmla="*/ 128646 w 483453"/>
              <a:gd name="connsiteY14-354" fmla="*/ 202469 h 274830"/>
              <a:gd name="connsiteX15-355" fmla="*/ 261996 w 483453"/>
              <a:gd name="connsiteY15-356" fmla="*/ 152463 h 274830"/>
              <a:gd name="connsiteX16-357" fmla="*/ 381059 w 483453"/>
              <a:gd name="connsiteY16-358" fmla="*/ 85788 h 274830"/>
              <a:gd name="connsiteX17-359" fmla="*/ 438209 w 483453"/>
              <a:gd name="connsiteY17-360" fmla="*/ 64357 h 274830"/>
              <a:gd name="connsiteX18" fmla="*/ 440590 w 483453"/>
              <a:gd name="connsiteY18" fmla="*/ 7207 h 274830"/>
              <a:gd name="connsiteX0-361" fmla="*/ 440590 w 483453"/>
              <a:gd name="connsiteY0-362" fmla="*/ 7144 h 274767"/>
              <a:gd name="connsiteX1-363" fmla="*/ 483453 w 483453"/>
              <a:gd name="connsiteY1-364" fmla="*/ 0 h 274767"/>
              <a:gd name="connsiteX2-365" fmla="*/ 481071 w 483453"/>
              <a:gd name="connsiteY2-366" fmla="*/ 30956 h 274767"/>
              <a:gd name="connsiteX3-367" fmla="*/ 469165 w 483453"/>
              <a:gd name="connsiteY3-368" fmla="*/ 88106 h 274767"/>
              <a:gd name="connsiteX4-369" fmla="*/ 423921 w 483453"/>
              <a:gd name="connsiteY4-370" fmla="*/ 138112 h 274767"/>
              <a:gd name="connsiteX5-371" fmla="*/ 307240 w 483453"/>
              <a:gd name="connsiteY5-372" fmla="*/ 204787 h 274767"/>
              <a:gd name="connsiteX6-373" fmla="*/ 173890 w 483453"/>
              <a:gd name="connsiteY6-374" fmla="*/ 254794 h 274767"/>
              <a:gd name="connsiteX7-375" fmla="*/ 42922 w 483453"/>
              <a:gd name="connsiteY7-376" fmla="*/ 273844 h 274767"/>
              <a:gd name="connsiteX8-377" fmla="*/ 59 w 483453"/>
              <a:gd name="connsiteY8-378" fmla="*/ 228600 h 274767"/>
              <a:gd name="connsiteX9-379" fmla="*/ 35778 w 483453"/>
              <a:gd name="connsiteY9-380" fmla="*/ 173831 h 274767"/>
              <a:gd name="connsiteX10-381" fmla="*/ 119121 w 483453"/>
              <a:gd name="connsiteY10-382" fmla="*/ 133350 h 274767"/>
              <a:gd name="connsiteX11-383" fmla="*/ 154840 w 483453"/>
              <a:gd name="connsiteY11-384" fmla="*/ 135731 h 274767"/>
              <a:gd name="connsiteX12-385" fmla="*/ 131027 w 483453"/>
              <a:gd name="connsiteY12-386" fmla="*/ 159543 h 274767"/>
              <a:gd name="connsiteX13-387" fmla="*/ 76259 w 483453"/>
              <a:gd name="connsiteY13-388" fmla="*/ 192881 h 274767"/>
              <a:gd name="connsiteX14-389" fmla="*/ 128646 w 483453"/>
              <a:gd name="connsiteY14-390" fmla="*/ 202406 h 274767"/>
              <a:gd name="connsiteX15-391" fmla="*/ 261996 w 483453"/>
              <a:gd name="connsiteY15-392" fmla="*/ 152400 h 274767"/>
              <a:gd name="connsiteX16-393" fmla="*/ 381059 w 483453"/>
              <a:gd name="connsiteY16-394" fmla="*/ 85725 h 274767"/>
              <a:gd name="connsiteX17-395" fmla="*/ 423921 w 483453"/>
              <a:gd name="connsiteY17-396" fmla="*/ 47625 h 274767"/>
              <a:gd name="connsiteX18-397" fmla="*/ 440590 w 483453"/>
              <a:gd name="connsiteY18-398" fmla="*/ 7144 h 274767"/>
              <a:gd name="connsiteX0-399" fmla="*/ 433447 w 483453"/>
              <a:gd name="connsiteY0-400" fmla="*/ 7144 h 274767"/>
              <a:gd name="connsiteX1-401" fmla="*/ 483453 w 483453"/>
              <a:gd name="connsiteY1-402" fmla="*/ 0 h 274767"/>
              <a:gd name="connsiteX2-403" fmla="*/ 481071 w 483453"/>
              <a:gd name="connsiteY2-404" fmla="*/ 30956 h 274767"/>
              <a:gd name="connsiteX3-405" fmla="*/ 469165 w 483453"/>
              <a:gd name="connsiteY3-406" fmla="*/ 88106 h 274767"/>
              <a:gd name="connsiteX4-407" fmla="*/ 423921 w 483453"/>
              <a:gd name="connsiteY4-408" fmla="*/ 138112 h 274767"/>
              <a:gd name="connsiteX5-409" fmla="*/ 307240 w 483453"/>
              <a:gd name="connsiteY5-410" fmla="*/ 204787 h 274767"/>
              <a:gd name="connsiteX6-411" fmla="*/ 173890 w 483453"/>
              <a:gd name="connsiteY6-412" fmla="*/ 254794 h 274767"/>
              <a:gd name="connsiteX7-413" fmla="*/ 42922 w 483453"/>
              <a:gd name="connsiteY7-414" fmla="*/ 273844 h 274767"/>
              <a:gd name="connsiteX8-415" fmla="*/ 59 w 483453"/>
              <a:gd name="connsiteY8-416" fmla="*/ 228600 h 274767"/>
              <a:gd name="connsiteX9-417" fmla="*/ 35778 w 483453"/>
              <a:gd name="connsiteY9-418" fmla="*/ 173831 h 274767"/>
              <a:gd name="connsiteX10-419" fmla="*/ 119121 w 483453"/>
              <a:gd name="connsiteY10-420" fmla="*/ 133350 h 274767"/>
              <a:gd name="connsiteX11-421" fmla="*/ 154840 w 483453"/>
              <a:gd name="connsiteY11-422" fmla="*/ 135731 h 274767"/>
              <a:gd name="connsiteX12-423" fmla="*/ 131027 w 483453"/>
              <a:gd name="connsiteY12-424" fmla="*/ 159543 h 274767"/>
              <a:gd name="connsiteX13-425" fmla="*/ 76259 w 483453"/>
              <a:gd name="connsiteY13-426" fmla="*/ 192881 h 274767"/>
              <a:gd name="connsiteX14-427" fmla="*/ 128646 w 483453"/>
              <a:gd name="connsiteY14-428" fmla="*/ 202406 h 274767"/>
              <a:gd name="connsiteX15-429" fmla="*/ 261996 w 483453"/>
              <a:gd name="connsiteY15-430" fmla="*/ 152400 h 274767"/>
              <a:gd name="connsiteX16-431" fmla="*/ 381059 w 483453"/>
              <a:gd name="connsiteY16-432" fmla="*/ 85725 h 274767"/>
              <a:gd name="connsiteX17-433" fmla="*/ 423921 w 483453"/>
              <a:gd name="connsiteY17-434" fmla="*/ 47625 h 274767"/>
              <a:gd name="connsiteX18-435" fmla="*/ 433447 w 483453"/>
              <a:gd name="connsiteY18-436" fmla="*/ 7144 h 274767"/>
              <a:gd name="connsiteX0-437" fmla="*/ 428685 w 483453"/>
              <a:gd name="connsiteY0-438" fmla="*/ 3929 h 276314"/>
              <a:gd name="connsiteX1-439" fmla="*/ 483453 w 483453"/>
              <a:gd name="connsiteY1-440" fmla="*/ 1547 h 276314"/>
              <a:gd name="connsiteX2-441" fmla="*/ 481071 w 483453"/>
              <a:gd name="connsiteY2-442" fmla="*/ 32503 h 276314"/>
              <a:gd name="connsiteX3-443" fmla="*/ 469165 w 483453"/>
              <a:gd name="connsiteY3-444" fmla="*/ 89653 h 276314"/>
              <a:gd name="connsiteX4-445" fmla="*/ 423921 w 483453"/>
              <a:gd name="connsiteY4-446" fmla="*/ 139659 h 276314"/>
              <a:gd name="connsiteX5-447" fmla="*/ 307240 w 483453"/>
              <a:gd name="connsiteY5-448" fmla="*/ 206334 h 276314"/>
              <a:gd name="connsiteX6-449" fmla="*/ 173890 w 483453"/>
              <a:gd name="connsiteY6-450" fmla="*/ 256341 h 276314"/>
              <a:gd name="connsiteX7-451" fmla="*/ 42922 w 483453"/>
              <a:gd name="connsiteY7-452" fmla="*/ 275391 h 276314"/>
              <a:gd name="connsiteX8-453" fmla="*/ 59 w 483453"/>
              <a:gd name="connsiteY8-454" fmla="*/ 230147 h 276314"/>
              <a:gd name="connsiteX9-455" fmla="*/ 35778 w 483453"/>
              <a:gd name="connsiteY9-456" fmla="*/ 175378 h 276314"/>
              <a:gd name="connsiteX10-457" fmla="*/ 119121 w 483453"/>
              <a:gd name="connsiteY10-458" fmla="*/ 134897 h 276314"/>
              <a:gd name="connsiteX11-459" fmla="*/ 154840 w 483453"/>
              <a:gd name="connsiteY11-460" fmla="*/ 137278 h 276314"/>
              <a:gd name="connsiteX12-461" fmla="*/ 131027 w 483453"/>
              <a:gd name="connsiteY12-462" fmla="*/ 161090 h 276314"/>
              <a:gd name="connsiteX13-463" fmla="*/ 76259 w 483453"/>
              <a:gd name="connsiteY13-464" fmla="*/ 194428 h 276314"/>
              <a:gd name="connsiteX14-465" fmla="*/ 128646 w 483453"/>
              <a:gd name="connsiteY14-466" fmla="*/ 203953 h 276314"/>
              <a:gd name="connsiteX15-467" fmla="*/ 261996 w 483453"/>
              <a:gd name="connsiteY15-468" fmla="*/ 153947 h 276314"/>
              <a:gd name="connsiteX16-469" fmla="*/ 381059 w 483453"/>
              <a:gd name="connsiteY16-470" fmla="*/ 87272 h 276314"/>
              <a:gd name="connsiteX17-471" fmla="*/ 423921 w 483453"/>
              <a:gd name="connsiteY17-472" fmla="*/ 49172 h 276314"/>
              <a:gd name="connsiteX18-473" fmla="*/ 428685 w 483453"/>
              <a:gd name="connsiteY18-474" fmla="*/ 3929 h 276314"/>
              <a:gd name="connsiteX0-475" fmla="*/ 428685 w 483453"/>
              <a:gd name="connsiteY0-476" fmla="*/ 3929 h 276314"/>
              <a:gd name="connsiteX1-477" fmla="*/ 483453 w 483453"/>
              <a:gd name="connsiteY1-478" fmla="*/ 1547 h 276314"/>
              <a:gd name="connsiteX2-479" fmla="*/ 481071 w 483453"/>
              <a:gd name="connsiteY2-480" fmla="*/ 32503 h 276314"/>
              <a:gd name="connsiteX3-481" fmla="*/ 469165 w 483453"/>
              <a:gd name="connsiteY3-482" fmla="*/ 89653 h 276314"/>
              <a:gd name="connsiteX4-483" fmla="*/ 414396 w 483453"/>
              <a:gd name="connsiteY4-484" fmla="*/ 120609 h 276314"/>
              <a:gd name="connsiteX5-485" fmla="*/ 307240 w 483453"/>
              <a:gd name="connsiteY5-486" fmla="*/ 206334 h 276314"/>
              <a:gd name="connsiteX6-487" fmla="*/ 173890 w 483453"/>
              <a:gd name="connsiteY6-488" fmla="*/ 256341 h 276314"/>
              <a:gd name="connsiteX7-489" fmla="*/ 42922 w 483453"/>
              <a:gd name="connsiteY7-490" fmla="*/ 275391 h 276314"/>
              <a:gd name="connsiteX8-491" fmla="*/ 59 w 483453"/>
              <a:gd name="connsiteY8-492" fmla="*/ 230147 h 276314"/>
              <a:gd name="connsiteX9-493" fmla="*/ 35778 w 483453"/>
              <a:gd name="connsiteY9-494" fmla="*/ 175378 h 276314"/>
              <a:gd name="connsiteX10-495" fmla="*/ 119121 w 483453"/>
              <a:gd name="connsiteY10-496" fmla="*/ 134897 h 276314"/>
              <a:gd name="connsiteX11-497" fmla="*/ 154840 w 483453"/>
              <a:gd name="connsiteY11-498" fmla="*/ 137278 h 276314"/>
              <a:gd name="connsiteX12-499" fmla="*/ 131027 w 483453"/>
              <a:gd name="connsiteY12-500" fmla="*/ 161090 h 276314"/>
              <a:gd name="connsiteX13-501" fmla="*/ 76259 w 483453"/>
              <a:gd name="connsiteY13-502" fmla="*/ 194428 h 276314"/>
              <a:gd name="connsiteX14-503" fmla="*/ 128646 w 483453"/>
              <a:gd name="connsiteY14-504" fmla="*/ 203953 h 276314"/>
              <a:gd name="connsiteX15-505" fmla="*/ 261996 w 483453"/>
              <a:gd name="connsiteY15-506" fmla="*/ 153947 h 276314"/>
              <a:gd name="connsiteX16-507" fmla="*/ 381059 w 483453"/>
              <a:gd name="connsiteY16-508" fmla="*/ 87272 h 276314"/>
              <a:gd name="connsiteX17-509" fmla="*/ 423921 w 483453"/>
              <a:gd name="connsiteY17-510" fmla="*/ 49172 h 276314"/>
              <a:gd name="connsiteX18-511" fmla="*/ 428685 w 483453"/>
              <a:gd name="connsiteY18-512" fmla="*/ 3929 h 276314"/>
              <a:gd name="connsiteX0-513" fmla="*/ 428685 w 483453"/>
              <a:gd name="connsiteY0-514" fmla="*/ 3929 h 276314"/>
              <a:gd name="connsiteX1-515" fmla="*/ 483453 w 483453"/>
              <a:gd name="connsiteY1-516" fmla="*/ 1547 h 276314"/>
              <a:gd name="connsiteX2-517" fmla="*/ 481071 w 483453"/>
              <a:gd name="connsiteY2-518" fmla="*/ 32503 h 276314"/>
              <a:gd name="connsiteX3-519" fmla="*/ 469165 w 483453"/>
              <a:gd name="connsiteY3-520" fmla="*/ 89653 h 276314"/>
              <a:gd name="connsiteX4-521" fmla="*/ 431064 w 483453"/>
              <a:gd name="connsiteY4-522" fmla="*/ 125372 h 276314"/>
              <a:gd name="connsiteX5-523" fmla="*/ 307240 w 483453"/>
              <a:gd name="connsiteY5-524" fmla="*/ 206334 h 276314"/>
              <a:gd name="connsiteX6-525" fmla="*/ 173890 w 483453"/>
              <a:gd name="connsiteY6-526" fmla="*/ 256341 h 276314"/>
              <a:gd name="connsiteX7-527" fmla="*/ 42922 w 483453"/>
              <a:gd name="connsiteY7-528" fmla="*/ 275391 h 276314"/>
              <a:gd name="connsiteX8-529" fmla="*/ 59 w 483453"/>
              <a:gd name="connsiteY8-530" fmla="*/ 230147 h 276314"/>
              <a:gd name="connsiteX9-531" fmla="*/ 35778 w 483453"/>
              <a:gd name="connsiteY9-532" fmla="*/ 175378 h 276314"/>
              <a:gd name="connsiteX10-533" fmla="*/ 119121 w 483453"/>
              <a:gd name="connsiteY10-534" fmla="*/ 134897 h 276314"/>
              <a:gd name="connsiteX11-535" fmla="*/ 154840 w 483453"/>
              <a:gd name="connsiteY11-536" fmla="*/ 137278 h 276314"/>
              <a:gd name="connsiteX12-537" fmla="*/ 131027 w 483453"/>
              <a:gd name="connsiteY12-538" fmla="*/ 161090 h 276314"/>
              <a:gd name="connsiteX13-539" fmla="*/ 76259 w 483453"/>
              <a:gd name="connsiteY13-540" fmla="*/ 194428 h 276314"/>
              <a:gd name="connsiteX14-541" fmla="*/ 128646 w 483453"/>
              <a:gd name="connsiteY14-542" fmla="*/ 203953 h 276314"/>
              <a:gd name="connsiteX15-543" fmla="*/ 261996 w 483453"/>
              <a:gd name="connsiteY15-544" fmla="*/ 153947 h 276314"/>
              <a:gd name="connsiteX16-545" fmla="*/ 381059 w 483453"/>
              <a:gd name="connsiteY16-546" fmla="*/ 87272 h 276314"/>
              <a:gd name="connsiteX17-547" fmla="*/ 423921 w 483453"/>
              <a:gd name="connsiteY17-548" fmla="*/ 49172 h 276314"/>
              <a:gd name="connsiteX18-549" fmla="*/ 428685 w 483453"/>
              <a:gd name="connsiteY18-550" fmla="*/ 3929 h 276314"/>
              <a:gd name="connsiteX0-551" fmla="*/ 428685 w 483453"/>
              <a:gd name="connsiteY0-552" fmla="*/ 3929 h 276359"/>
              <a:gd name="connsiteX1-553" fmla="*/ 483453 w 483453"/>
              <a:gd name="connsiteY1-554" fmla="*/ 1547 h 276359"/>
              <a:gd name="connsiteX2-555" fmla="*/ 481071 w 483453"/>
              <a:gd name="connsiteY2-556" fmla="*/ 32503 h 276359"/>
              <a:gd name="connsiteX3-557" fmla="*/ 469165 w 483453"/>
              <a:gd name="connsiteY3-558" fmla="*/ 89653 h 276359"/>
              <a:gd name="connsiteX4-559" fmla="*/ 431064 w 483453"/>
              <a:gd name="connsiteY4-560" fmla="*/ 125372 h 276359"/>
              <a:gd name="connsiteX5-561" fmla="*/ 304859 w 483453"/>
              <a:gd name="connsiteY5-562" fmla="*/ 201571 h 276359"/>
              <a:gd name="connsiteX6-563" fmla="*/ 173890 w 483453"/>
              <a:gd name="connsiteY6-564" fmla="*/ 256341 h 276359"/>
              <a:gd name="connsiteX7-565" fmla="*/ 42922 w 483453"/>
              <a:gd name="connsiteY7-566" fmla="*/ 275391 h 276359"/>
              <a:gd name="connsiteX8-567" fmla="*/ 59 w 483453"/>
              <a:gd name="connsiteY8-568" fmla="*/ 230147 h 276359"/>
              <a:gd name="connsiteX9-569" fmla="*/ 35778 w 483453"/>
              <a:gd name="connsiteY9-570" fmla="*/ 175378 h 276359"/>
              <a:gd name="connsiteX10-571" fmla="*/ 119121 w 483453"/>
              <a:gd name="connsiteY10-572" fmla="*/ 134897 h 276359"/>
              <a:gd name="connsiteX11-573" fmla="*/ 154840 w 483453"/>
              <a:gd name="connsiteY11-574" fmla="*/ 137278 h 276359"/>
              <a:gd name="connsiteX12-575" fmla="*/ 131027 w 483453"/>
              <a:gd name="connsiteY12-576" fmla="*/ 161090 h 276359"/>
              <a:gd name="connsiteX13-577" fmla="*/ 76259 w 483453"/>
              <a:gd name="connsiteY13-578" fmla="*/ 194428 h 276359"/>
              <a:gd name="connsiteX14-579" fmla="*/ 128646 w 483453"/>
              <a:gd name="connsiteY14-580" fmla="*/ 203953 h 276359"/>
              <a:gd name="connsiteX15-581" fmla="*/ 261996 w 483453"/>
              <a:gd name="connsiteY15-582" fmla="*/ 153947 h 276359"/>
              <a:gd name="connsiteX16-583" fmla="*/ 381059 w 483453"/>
              <a:gd name="connsiteY16-584" fmla="*/ 87272 h 276359"/>
              <a:gd name="connsiteX17-585" fmla="*/ 423921 w 483453"/>
              <a:gd name="connsiteY17-586" fmla="*/ 49172 h 276359"/>
              <a:gd name="connsiteX18-587" fmla="*/ 428685 w 483453"/>
              <a:gd name="connsiteY18-588" fmla="*/ 3929 h 276359"/>
              <a:gd name="connsiteX0-589" fmla="*/ 428685 w 483453"/>
              <a:gd name="connsiteY0-590" fmla="*/ 3929 h 275924"/>
              <a:gd name="connsiteX1-591" fmla="*/ 483453 w 483453"/>
              <a:gd name="connsiteY1-592" fmla="*/ 1547 h 275924"/>
              <a:gd name="connsiteX2-593" fmla="*/ 481071 w 483453"/>
              <a:gd name="connsiteY2-594" fmla="*/ 32503 h 275924"/>
              <a:gd name="connsiteX3-595" fmla="*/ 469165 w 483453"/>
              <a:gd name="connsiteY3-596" fmla="*/ 89653 h 275924"/>
              <a:gd name="connsiteX4-597" fmla="*/ 431064 w 483453"/>
              <a:gd name="connsiteY4-598" fmla="*/ 125372 h 275924"/>
              <a:gd name="connsiteX5-599" fmla="*/ 304859 w 483453"/>
              <a:gd name="connsiteY5-600" fmla="*/ 201571 h 275924"/>
              <a:gd name="connsiteX6-601" fmla="*/ 176271 w 483453"/>
              <a:gd name="connsiteY6-602" fmla="*/ 251578 h 275924"/>
              <a:gd name="connsiteX7-603" fmla="*/ 42922 w 483453"/>
              <a:gd name="connsiteY7-604" fmla="*/ 275391 h 275924"/>
              <a:gd name="connsiteX8-605" fmla="*/ 59 w 483453"/>
              <a:gd name="connsiteY8-606" fmla="*/ 230147 h 275924"/>
              <a:gd name="connsiteX9-607" fmla="*/ 35778 w 483453"/>
              <a:gd name="connsiteY9-608" fmla="*/ 175378 h 275924"/>
              <a:gd name="connsiteX10-609" fmla="*/ 119121 w 483453"/>
              <a:gd name="connsiteY10-610" fmla="*/ 134897 h 275924"/>
              <a:gd name="connsiteX11-611" fmla="*/ 154840 w 483453"/>
              <a:gd name="connsiteY11-612" fmla="*/ 137278 h 275924"/>
              <a:gd name="connsiteX12-613" fmla="*/ 131027 w 483453"/>
              <a:gd name="connsiteY12-614" fmla="*/ 161090 h 275924"/>
              <a:gd name="connsiteX13-615" fmla="*/ 76259 w 483453"/>
              <a:gd name="connsiteY13-616" fmla="*/ 194428 h 275924"/>
              <a:gd name="connsiteX14-617" fmla="*/ 128646 w 483453"/>
              <a:gd name="connsiteY14-618" fmla="*/ 203953 h 275924"/>
              <a:gd name="connsiteX15-619" fmla="*/ 261996 w 483453"/>
              <a:gd name="connsiteY15-620" fmla="*/ 153947 h 275924"/>
              <a:gd name="connsiteX16-621" fmla="*/ 381059 w 483453"/>
              <a:gd name="connsiteY16-622" fmla="*/ 87272 h 275924"/>
              <a:gd name="connsiteX17-623" fmla="*/ 423921 w 483453"/>
              <a:gd name="connsiteY17-624" fmla="*/ 49172 h 275924"/>
              <a:gd name="connsiteX18-625" fmla="*/ 428685 w 483453"/>
              <a:gd name="connsiteY18-626" fmla="*/ 3929 h 275924"/>
              <a:gd name="connsiteX0-627" fmla="*/ 428835 w 483603"/>
              <a:gd name="connsiteY0-628" fmla="*/ 3929 h 271308"/>
              <a:gd name="connsiteX1-629" fmla="*/ 483603 w 483603"/>
              <a:gd name="connsiteY1-630" fmla="*/ 1547 h 271308"/>
              <a:gd name="connsiteX2-631" fmla="*/ 481221 w 483603"/>
              <a:gd name="connsiteY2-632" fmla="*/ 32503 h 271308"/>
              <a:gd name="connsiteX3-633" fmla="*/ 469315 w 483603"/>
              <a:gd name="connsiteY3-634" fmla="*/ 89653 h 271308"/>
              <a:gd name="connsiteX4-635" fmla="*/ 431214 w 483603"/>
              <a:gd name="connsiteY4-636" fmla="*/ 125372 h 271308"/>
              <a:gd name="connsiteX5-637" fmla="*/ 305009 w 483603"/>
              <a:gd name="connsiteY5-638" fmla="*/ 201571 h 271308"/>
              <a:gd name="connsiteX6-639" fmla="*/ 176421 w 483603"/>
              <a:gd name="connsiteY6-640" fmla="*/ 251578 h 271308"/>
              <a:gd name="connsiteX7-641" fmla="*/ 50216 w 483603"/>
              <a:gd name="connsiteY7-642" fmla="*/ 270629 h 271308"/>
              <a:gd name="connsiteX8-643" fmla="*/ 209 w 483603"/>
              <a:gd name="connsiteY8-644" fmla="*/ 230147 h 271308"/>
              <a:gd name="connsiteX9-645" fmla="*/ 35928 w 483603"/>
              <a:gd name="connsiteY9-646" fmla="*/ 175378 h 271308"/>
              <a:gd name="connsiteX10-647" fmla="*/ 119271 w 483603"/>
              <a:gd name="connsiteY10-648" fmla="*/ 134897 h 271308"/>
              <a:gd name="connsiteX11-649" fmla="*/ 154990 w 483603"/>
              <a:gd name="connsiteY11-650" fmla="*/ 137278 h 271308"/>
              <a:gd name="connsiteX12-651" fmla="*/ 131177 w 483603"/>
              <a:gd name="connsiteY12-652" fmla="*/ 161090 h 271308"/>
              <a:gd name="connsiteX13-653" fmla="*/ 76409 w 483603"/>
              <a:gd name="connsiteY13-654" fmla="*/ 194428 h 271308"/>
              <a:gd name="connsiteX14-655" fmla="*/ 128796 w 483603"/>
              <a:gd name="connsiteY14-656" fmla="*/ 203953 h 271308"/>
              <a:gd name="connsiteX15-657" fmla="*/ 262146 w 483603"/>
              <a:gd name="connsiteY15-658" fmla="*/ 153947 h 271308"/>
              <a:gd name="connsiteX16-659" fmla="*/ 381209 w 483603"/>
              <a:gd name="connsiteY16-660" fmla="*/ 87272 h 271308"/>
              <a:gd name="connsiteX17-661" fmla="*/ 424071 w 483603"/>
              <a:gd name="connsiteY17-662" fmla="*/ 49172 h 271308"/>
              <a:gd name="connsiteX18-663" fmla="*/ 428835 w 483603"/>
              <a:gd name="connsiteY18-664" fmla="*/ 3929 h 271308"/>
              <a:gd name="connsiteX0-665" fmla="*/ 428835 w 483603"/>
              <a:gd name="connsiteY0-666" fmla="*/ 3929 h 271308"/>
              <a:gd name="connsiteX1-667" fmla="*/ 483603 w 483603"/>
              <a:gd name="connsiteY1-668" fmla="*/ 1547 h 271308"/>
              <a:gd name="connsiteX2-669" fmla="*/ 481221 w 483603"/>
              <a:gd name="connsiteY2-670" fmla="*/ 53934 h 271308"/>
              <a:gd name="connsiteX3-671" fmla="*/ 469315 w 483603"/>
              <a:gd name="connsiteY3-672" fmla="*/ 89653 h 271308"/>
              <a:gd name="connsiteX4-673" fmla="*/ 431214 w 483603"/>
              <a:gd name="connsiteY4-674" fmla="*/ 125372 h 271308"/>
              <a:gd name="connsiteX5-675" fmla="*/ 305009 w 483603"/>
              <a:gd name="connsiteY5-676" fmla="*/ 201571 h 271308"/>
              <a:gd name="connsiteX6-677" fmla="*/ 176421 w 483603"/>
              <a:gd name="connsiteY6-678" fmla="*/ 251578 h 271308"/>
              <a:gd name="connsiteX7-679" fmla="*/ 50216 w 483603"/>
              <a:gd name="connsiteY7-680" fmla="*/ 270629 h 271308"/>
              <a:gd name="connsiteX8-681" fmla="*/ 209 w 483603"/>
              <a:gd name="connsiteY8-682" fmla="*/ 230147 h 271308"/>
              <a:gd name="connsiteX9-683" fmla="*/ 35928 w 483603"/>
              <a:gd name="connsiteY9-684" fmla="*/ 175378 h 271308"/>
              <a:gd name="connsiteX10-685" fmla="*/ 119271 w 483603"/>
              <a:gd name="connsiteY10-686" fmla="*/ 134897 h 271308"/>
              <a:gd name="connsiteX11-687" fmla="*/ 154990 w 483603"/>
              <a:gd name="connsiteY11-688" fmla="*/ 137278 h 271308"/>
              <a:gd name="connsiteX12-689" fmla="*/ 131177 w 483603"/>
              <a:gd name="connsiteY12-690" fmla="*/ 161090 h 271308"/>
              <a:gd name="connsiteX13-691" fmla="*/ 76409 w 483603"/>
              <a:gd name="connsiteY13-692" fmla="*/ 194428 h 271308"/>
              <a:gd name="connsiteX14-693" fmla="*/ 128796 w 483603"/>
              <a:gd name="connsiteY14-694" fmla="*/ 203953 h 271308"/>
              <a:gd name="connsiteX15-695" fmla="*/ 262146 w 483603"/>
              <a:gd name="connsiteY15-696" fmla="*/ 153947 h 271308"/>
              <a:gd name="connsiteX16-697" fmla="*/ 381209 w 483603"/>
              <a:gd name="connsiteY16-698" fmla="*/ 87272 h 271308"/>
              <a:gd name="connsiteX17-699" fmla="*/ 424071 w 483603"/>
              <a:gd name="connsiteY17-700" fmla="*/ 49172 h 271308"/>
              <a:gd name="connsiteX18-701" fmla="*/ 428835 w 483603"/>
              <a:gd name="connsiteY18-702" fmla="*/ 3929 h 271308"/>
              <a:gd name="connsiteX0-703" fmla="*/ 428835 w 483603"/>
              <a:gd name="connsiteY0-704" fmla="*/ 3584 h 270963"/>
              <a:gd name="connsiteX1-705" fmla="*/ 483603 w 483603"/>
              <a:gd name="connsiteY1-706" fmla="*/ 1202 h 270963"/>
              <a:gd name="connsiteX2-707" fmla="*/ 481221 w 483603"/>
              <a:gd name="connsiteY2-708" fmla="*/ 53589 h 270963"/>
              <a:gd name="connsiteX3-709" fmla="*/ 469315 w 483603"/>
              <a:gd name="connsiteY3-710" fmla="*/ 89308 h 270963"/>
              <a:gd name="connsiteX4-711" fmla="*/ 431214 w 483603"/>
              <a:gd name="connsiteY4-712" fmla="*/ 125027 h 270963"/>
              <a:gd name="connsiteX5-713" fmla="*/ 305009 w 483603"/>
              <a:gd name="connsiteY5-714" fmla="*/ 201226 h 270963"/>
              <a:gd name="connsiteX6-715" fmla="*/ 176421 w 483603"/>
              <a:gd name="connsiteY6-716" fmla="*/ 251233 h 270963"/>
              <a:gd name="connsiteX7-717" fmla="*/ 50216 w 483603"/>
              <a:gd name="connsiteY7-718" fmla="*/ 270284 h 270963"/>
              <a:gd name="connsiteX8-719" fmla="*/ 209 w 483603"/>
              <a:gd name="connsiteY8-720" fmla="*/ 229802 h 270963"/>
              <a:gd name="connsiteX9-721" fmla="*/ 35928 w 483603"/>
              <a:gd name="connsiteY9-722" fmla="*/ 175033 h 270963"/>
              <a:gd name="connsiteX10-723" fmla="*/ 119271 w 483603"/>
              <a:gd name="connsiteY10-724" fmla="*/ 134552 h 270963"/>
              <a:gd name="connsiteX11-725" fmla="*/ 154990 w 483603"/>
              <a:gd name="connsiteY11-726" fmla="*/ 136933 h 270963"/>
              <a:gd name="connsiteX12-727" fmla="*/ 131177 w 483603"/>
              <a:gd name="connsiteY12-728" fmla="*/ 160745 h 270963"/>
              <a:gd name="connsiteX13-729" fmla="*/ 76409 w 483603"/>
              <a:gd name="connsiteY13-730" fmla="*/ 194083 h 270963"/>
              <a:gd name="connsiteX14-731" fmla="*/ 128796 w 483603"/>
              <a:gd name="connsiteY14-732" fmla="*/ 203608 h 270963"/>
              <a:gd name="connsiteX15-733" fmla="*/ 262146 w 483603"/>
              <a:gd name="connsiteY15-734" fmla="*/ 153602 h 270963"/>
              <a:gd name="connsiteX16-735" fmla="*/ 381209 w 483603"/>
              <a:gd name="connsiteY16-736" fmla="*/ 86927 h 270963"/>
              <a:gd name="connsiteX17-737" fmla="*/ 424071 w 483603"/>
              <a:gd name="connsiteY17-738" fmla="*/ 44064 h 270963"/>
              <a:gd name="connsiteX18-739" fmla="*/ 428835 w 483603"/>
              <a:gd name="connsiteY18-740" fmla="*/ 3584 h 270963"/>
              <a:gd name="connsiteX0-741" fmla="*/ 428835 w 483603"/>
              <a:gd name="connsiteY0-742" fmla="*/ 3584 h 271579"/>
              <a:gd name="connsiteX1-743" fmla="*/ 483603 w 483603"/>
              <a:gd name="connsiteY1-744" fmla="*/ 1202 h 271579"/>
              <a:gd name="connsiteX2-745" fmla="*/ 481221 w 483603"/>
              <a:gd name="connsiteY2-746" fmla="*/ 53589 h 271579"/>
              <a:gd name="connsiteX3-747" fmla="*/ 469315 w 483603"/>
              <a:gd name="connsiteY3-748" fmla="*/ 89308 h 271579"/>
              <a:gd name="connsiteX4-749" fmla="*/ 431214 w 483603"/>
              <a:gd name="connsiteY4-750" fmla="*/ 125027 h 271579"/>
              <a:gd name="connsiteX5-751" fmla="*/ 305009 w 483603"/>
              <a:gd name="connsiteY5-752" fmla="*/ 201226 h 271579"/>
              <a:gd name="connsiteX6-753" fmla="*/ 183565 w 483603"/>
              <a:gd name="connsiteY6-754" fmla="*/ 255995 h 271579"/>
              <a:gd name="connsiteX7-755" fmla="*/ 50216 w 483603"/>
              <a:gd name="connsiteY7-756" fmla="*/ 270284 h 271579"/>
              <a:gd name="connsiteX8-757" fmla="*/ 209 w 483603"/>
              <a:gd name="connsiteY8-758" fmla="*/ 229802 h 271579"/>
              <a:gd name="connsiteX9-759" fmla="*/ 35928 w 483603"/>
              <a:gd name="connsiteY9-760" fmla="*/ 175033 h 271579"/>
              <a:gd name="connsiteX10-761" fmla="*/ 119271 w 483603"/>
              <a:gd name="connsiteY10-762" fmla="*/ 134552 h 271579"/>
              <a:gd name="connsiteX11-763" fmla="*/ 154990 w 483603"/>
              <a:gd name="connsiteY11-764" fmla="*/ 136933 h 271579"/>
              <a:gd name="connsiteX12-765" fmla="*/ 131177 w 483603"/>
              <a:gd name="connsiteY12-766" fmla="*/ 160745 h 271579"/>
              <a:gd name="connsiteX13-767" fmla="*/ 76409 w 483603"/>
              <a:gd name="connsiteY13-768" fmla="*/ 194083 h 271579"/>
              <a:gd name="connsiteX14-769" fmla="*/ 128796 w 483603"/>
              <a:gd name="connsiteY14-770" fmla="*/ 203608 h 271579"/>
              <a:gd name="connsiteX15-771" fmla="*/ 262146 w 483603"/>
              <a:gd name="connsiteY15-772" fmla="*/ 153602 h 271579"/>
              <a:gd name="connsiteX16-773" fmla="*/ 381209 w 483603"/>
              <a:gd name="connsiteY16-774" fmla="*/ 86927 h 271579"/>
              <a:gd name="connsiteX17-775" fmla="*/ 424071 w 483603"/>
              <a:gd name="connsiteY17-776" fmla="*/ 44064 h 271579"/>
              <a:gd name="connsiteX18-777" fmla="*/ 428835 w 483603"/>
              <a:gd name="connsiteY18-778" fmla="*/ 3584 h 271579"/>
              <a:gd name="connsiteX0-779" fmla="*/ 428835 w 483603"/>
              <a:gd name="connsiteY0-780" fmla="*/ 3584 h 271579"/>
              <a:gd name="connsiteX1-781" fmla="*/ 483603 w 483603"/>
              <a:gd name="connsiteY1-782" fmla="*/ 1202 h 271579"/>
              <a:gd name="connsiteX2-783" fmla="*/ 481221 w 483603"/>
              <a:gd name="connsiteY2-784" fmla="*/ 53589 h 271579"/>
              <a:gd name="connsiteX3-785" fmla="*/ 469315 w 483603"/>
              <a:gd name="connsiteY3-786" fmla="*/ 89308 h 271579"/>
              <a:gd name="connsiteX4-787" fmla="*/ 431214 w 483603"/>
              <a:gd name="connsiteY4-788" fmla="*/ 125027 h 271579"/>
              <a:gd name="connsiteX5-789" fmla="*/ 316916 w 483603"/>
              <a:gd name="connsiteY5-790" fmla="*/ 201226 h 271579"/>
              <a:gd name="connsiteX6-791" fmla="*/ 183565 w 483603"/>
              <a:gd name="connsiteY6-792" fmla="*/ 255995 h 271579"/>
              <a:gd name="connsiteX7-793" fmla="*/ 50216 w 483603"/>
              <a:gd name="connsiteY7-794" fmla="*/ 270284 h 271579"/>
              <a:gd name="connsiteX8-795" fmla="*/ 209 w 483603"/>
              <a:gd name="connsiteY8-796" fmla="*/ 229802 h 271579"/>
              <a:gd name="connsiteX9-797" fmla="*/ 35928 w 483603"/>
              <a:gd name="connsiteY9-798" fmla="*/ 175033 h 271579"/>
              <a:gd name="connsiteX10-799" fmla="*/ 119271 w 483603"/>
              <a:gd name="connsiteY10-800" fmla="*/ 134552 h 271579"/>
              <a:gd name="connsiteX11-801" fmla="*/ 154990 w 483603"/>
              <a:gd name="connsiteY11-802" fmla="*/ 136933 h 271579"/>
              <a:gd name="connsiteX12-803" fmla="*/ 131177 w 483603"/>
              <a:gd name="connsiteY12-804" fmla="*/ 160745 h 271579"/>
              <a:gd name="connsiteX13-805" fmla="*/ 76409 w 483603"/>
              <a:gd name="connsiteY13-806" fmla="*/ 194083 h 271579"/>
              <a:gd name="connsiteX14-807" fmla="*/ 128796 w 483603"/>
              <a:gd name="connsiteY14-808" fmla="*/ 203608 h 271579"/>
              <a:gd name="connsiteX15-809" fmla="*/ 262146 w 483603"/>
              <a:gd name="connsiteY15-810" fmla="*/ 153602 h 271579"/>
              <a:gd name="connsiteX16-811" fmla="*/ 381209 w 483603"/>
              <a:gd name="connsiteY16-812" fmla="*/ 86927 h 271579"/>
              <a:gd name="connsiteX17-813" fmla="*/ 424071 w 483603"/>
              <a:gd name="connsiteY17-814" fmla="*/ 44064 h 271579"/>
              <a:gd name="connsiteX18-815" fmla="*/ 428835 w 483603"/>
              <a:gd name="connsiteY18-816" fmla="*/ 3584 h 271579"/>
              <a:gd name="connsiteX0-817" fmla="*/ 428835 w 483603"/>
              <a:gd name="connsiteY0-818" fmla="*/ 3755 h 271750"/>
              <a:gd name="connsiteX1-819" fmla="*/ 483603 w 483603"/>
              <a:gd name="connsiteY1-820" fmla="*/ 1373 h 271750"/>
              <a:gd name="connsiteX2-821" fmla="*/ 481221 w 483603"/>
              <a:gd name="connsiteY2-822" fmla="*/ 53760 h 271750"/>
              <a:gd name="connsiteX3-823" fmla="*/ 469315 w 483603"/>
              <a:gd name="connsiteY3-824" fmla="*/ 89479 h 271750"/>
              <a:gd name="connsiteX4-825" fmla="*/ 431214 w 483603"/>
              <a:gd name="connsiteY4-826" fmla="*/ 125198 h 271750"/>
              <a:gd name="connsiteX5-827" fmla="*/ 316916 w 483603"/>
              <a:gd name="connsiteY5-828" fmla="*/ 201397 h 271750"/>
              <a:gd name="connsiteX6-829" fmla="*/ 183565 w 483603"/>
              <a:gd name="connsiteY6-830" fmla="*/ 256166 h 271750"/>
              <a:gd name="connsiteX7-831" fmla="*/ 50216 w 483603"/>
              <a:gd name="connsiteY7-832" fmla="*/ 270455 h 271750"/>
              <a:gd name="connsiteX8-833" fmla="*/ 209 w 483603"/>
              <a:gd name="connsiteY8-834" fmla="*/ 229973 h 271750"/>
              <a:gd name="connsiteX9-835" fmla="*/ 35928 w 483603"/>
              <a:gd name="connsiteY9-836" fmla="*/ 175204 h 271750"/>
              <a:gd name="connsiteX10-837" fmla="*/ 119271 w 483603"/>
              <a:gd name="connsiteY10-838" fmla="*/ 134723 h 271750"/>
              <a:gd name="connsiteX11-839" fmla="*/ 154990 w 483603"/>
              <a:gd name="connsiteY11-840" fmla="*/ 137104 h 271750"/>
              <a:gd name="connsiteX12-841" fmla="*/ 131177 w 483603"/>
              <a:gd name="connsiteY12-842" fmla="*/ 160916 h 271750"/>
              <a:gd name="connsiteX13-843" fmla="*/ 76409 w 483603"/>
              <a:gd name="connsiteY13-844" fmla="*/ 194254 h 271750"/>
              <a:gd name="connsiteX14-845" fmla="*/ 128796 w 483603"/>
              <a:gd name="connsiteY14-846" fmla="*/ 203779 h 271750"/>
              <a:gd name="connsiteX15-847" fmla="*/ 262146 w 483603"/>
              <a:gd name="connsiteY15-848" fmla="*/ 153773 h 271750"/>
              <a:gd name="connsiteX16-849" fmla="*/ 381209 w 483603"/>
              <a:gd name="connsiteY16-850" fmla="*/ 87098 h 271750"/>
              <a:gd name="connsiteX17-851" fmla="*/ 440739 w 483603"/>
              <a:gd name="connsiteY17-852" fmla="*/ 46616 h 271750"/>
              <a:gd name="connsiteX18-853" fmla="*/ 428835 w 483603"/>
              <a:gd name="connsiteY18-854" fmla="*/ 3755 h 271750"/>
              <a:gd name="connsiteX0-855" fmla="*/ 428835 w 483603"/>
              <a:gd name="connsiteY0-856" fmla="*/ 2399 h 270394"/>
              <a:gd name="connsiteX1-857" fmla="*/ 483603 w 483603"/>
              <a:gd name="connsiteY1-858" fmla="*/ 17 h 270394"/>
              <a:gd name="connsiteX2-859" fmla="*/ 481221 w 483603"/>
              <a:gd name="connsiteY2-860" fmla="*/ 52404 h 270394"/>
              <a:gd name="connsiteX3-861" fmla="*/ 469315 w 483603"/>
              <a:gd name="connsiteY3-862" fmla="*/ 88123 h 270394"/>
              <a:gd name="connsiteX4-863" fmla="*/ 431214 w 483603"/>
              <a:gd name="connsiteY4-864" fmla="*/ 123842 h 270394"/>
              <a:gd name="connsiteX5-865" fmla="*/ 316916 w 483603"/>
              <a:gd name="connsiteY5-866" fmla="*/ 200041 h 270394"/>
              <a:gd name="connsiteX6-867" fmla="*/ 183565 w 483603"/>
              <a:gd name="connsiteY6-868" fmla="*/ 254810 h 270394"/>
              <a:gd name="connsiteX7-869" fmla="*/ 50216 w 483603"/>
              <a:gd name="connsiteY7-870" fmla="*/ 269099 h 270394"/>
              <a:gd name="connsiteX8-871" fmla="*/ 209 w 483603"/>
              <a:gd name="connsiteY8-872" fmla="*/ 228617 h 270394"/>
              <a:gd name="connsiteX9-873" fmla="*/ 35928 w 483603"/>
              <a:gd name="connsiteY9-874" fmla="*/ 173848 h 270394"/>
              <a:gd name="connsiteX10-875" fmla="*/ 119271 w 483603"/>
              <a:gd name="connsiteY10-876" fmla="*/ 133367 h 270394"/>
              <a:gd name="connsiteX11-877" fmla="*/ 154990 w 483603"/>
              <a:gd name="connsiteY11-878" fmla="*/ 135748 h 270394"/>
              <a:gd name="connsiteX12-879" fmla="*/ 131177 w 483603"/>
              <a:gd name="connsiteY12-880" fmla="*/ 159560 h 270394"/>
              <a:gd name="connsiteX13-881" fmla="*/ 76409 w 483603"/>
              <a:gd name="connsiteY13-882" fmla="*/ 192898 h 270394"/>
              <a:gd name="connsiteX14-883" fmla="*/ 128796 w 483603"/>
              <a:gd name="connsiteY14-884" fmla="*/ 202423 h 270394"/>
              <a:gd name="connsiteX15-885" fmla="*/ 262146 w 483603"/>
              <a:gd name="connsiteY15-886" fmla="*/ 152417 h 270394"/>
              <a:gd name="connsiteX16-887" fmla="*/ 381209 w 483603"/>
              <a:gd name="connsiteY16-888" fmla="*/ 85742 h 270394"/>
              <a:gd name="connsiteX17-889" fmla="*/ 438358 w 483603"/>
              <a:gd name="connsiteY17-890" fmla="*/ 26210 h 270394"/>
              <a:gd name="connsiteX18-891" fmla="*/ 428835 w 483603"/>
              <a:gd name="connsiteY18-892" fmla="*/ 2399 h 270394"/>
              <a:gd name="connsiteX0-893" fmla="*/ 428835 w 483603"/>
              <a:gd name="connsiteY0-894" fmla="*/ 2399 h 270394"/>
              <a:gd name="connsiteX1-895" fmla="*/ 483603 w 483603"/>
              <a:gd name="connsiteY1-896" fmla="*/ 17 h 270394"/>
              <a:gd name="connsiteX2-897" fmla="*/ 481221 w 483603"/>
              <a:gd name="connsiteY2-898" fmla="*/ 52404 h 270394"/>
              <a:gd name="connsiteX3-899" fmla="*/ 469315 w 483603"/>
              <a:gd name="connsiteY3-900" fmla="*/ 88123 h 270394"/>
              <a:gd name="connsiteX4-901" fmla="*/ 431214 w 483603"/>
              <a:gd name="connsiteY4-902" fmla="*/ 123842 h 270394"/>
              <a:gd name="connsiteX5-903" fmla="*/ 316916 w 483603"/>
              <a:gd name="connsiteY5-904" fmla="*/ 200041 h 270394"/>
              <a:gd name="connsiteX6-905" fmla="*/ 183565 w 483603"/>
              <a:gd name="connsiteY6-906" fmla="*/ 254810 h 270394"/>
              <a:gd name="connsiteX7-907" fmla="*/ 50216 w 483603"/>
              <a:gd name="connsiteY7-908" fmla="*/ 269099 h 270394"/>
              <a:gd name="connsiteX8-909" fmla="*/ 209 w 483603"/>
              <a:gd name="connsiteY8-910" fmla="*/ 228617 h 270394"/>
              <a:gd name="connsiteX9-911" fmla="*/ 35928 w 483603"/>
              <a:gd name="connsiteY9-912" fmla="*/ 173848 h 270394"/>
              <a:gd name="connsiteX10-913" fmla="*/ 119271 w 483603"/>
              <a:gd name="connsiteY10-914" fmla="*/ 133367 h 270394"/>
              <a:gd name="connsiteX11-915" fmla="*/ 154990 w 483603"/>
              <a:gd name="connsiteY11-916" fmla="*/ 135748 h 270394"/>
              <a:gd name="connsiteX12-917" fmla="*/ 131177 w 483603"/>
              <a:gd name="connsiteY12-918" fmla="*/ 159560 h 270394"/>
              <a:gd name="connsiteX13-919" fmla="*/ 76409 w 483603"/>
              <a:gd name="connsiteY13-920" fmla="*/ 192898 h 270394"/>
              <a:gd name="connsiteX14-921" fmla="*/ 128796 w 483603"/>
              <a:gd name="connsiteY14-922" fmla="*/ 202423 h 270394"/>
              <a:gd name="connsiteX15-923" fmla="*/ 262146 w 483603"/>
              <a:gd name="connsiteY15-924" fmla="*/ 152417 h 270394"/>
              <a:gd name="connsiteX16-925" fmla="*/ 381209 w 483603"/>
              <a:gd name="connsiteY16-926" fmla="*/ 85742 h 270394"/>
              <a:gd name="connsiteX17-927" fmla="*/ 438358 w 483603"/>
              <a:gd name="connsiteY17-928" fmla="*/ 26210 h 270394"/>
              <a:gd name="connsiteX18-929" fmla="*/ 428835 w 483603"/>
              <a:gd name="connsiteY18-930" fmla="*/ 2399 h 270394"/>
              <a:gd name="connsiteX0-931" fmla="*/ 428835 w 483603"/>
              <a:gd name="connsiteY0-932" fmla="*/ 2897 h 270892"/>
              <a:gd name="connsiteX1-933" fmla="*/ 483603 w 483603"/>
              <a:gd name="connsiteY1-934" fmla="*/ 515 h 270892"/>
              <a:gd name="connsiteX2-935" fmla="*/ 481221 w 483603"/>
              <a:gd name="connsiteY2-936" fmla="*/ 52902 h 270892"/>
              <a:gd name="connsiteX3-937" fmla="*/ 469315 w 483603"/>
              <a:gd name="connsiteY3-938" fmla="*/ 88621 h 270892"/>
              <a:gd name="connsiteX4-939" fmla="*/ 431214 w 483603"/>
              <a:gd name="connsiteY4-940" fmla="*/ 124340 h 270892"/>
              <a:gd name="connsiteX5-941" fmla="*/ 316916 w 483603"/>
              <a:gd name="connsiteY5-942" fmla="*/ 200539 h 270892"/>
              <a:gd name="connsiteX6-943" fmla="*/ 183565 w 483603"/>
              <a:gd name="connsiteY6-944" fmla="*/ 255308 h 270892"/>
              <a:gd name="connsiteX7-945" fmla="*/ 50216 w 483603"/>
              <a:gd name="connsiteY7-946" fmla="*/ 269597 h 270892"/>
              <a:gd name="connsiteX8-947" fmla="*/ 209 w 483603"/>
              <a:gd name="connsiteY8-948" fmla="*/ 229115 h 270892"/>
              <a:gd name="connsiteX9-949" fmla="*/ 35928 w 483603"/>
              <a:gd name="connsiteY9-950" fmla="*/ 174346 h 270892"/>
              <a:gd name="connsiteX10-951" fmla="*/ 119271 w 483603"/>
              <a:gd name="connsiteY10-952" fmla="*/ 133865 h 270892"/>
              <a:gd name="connsiteX11-953" fmla="*/ 154990 w 483603"/>
              <a:gd name="connsiteY11-954" fmla="*/ 136246 h 270892"/>
              <a:gd name="connsiteX12-955" fmla="*/ 131177 w 483603"/>
              <a:gd name="connsiteY12-956" fmla="*/ 160058 h 270892"/>
              <a:gd name="connsiteX13-957" fmla="*/ 76409 w 483603"/>
              <a:gd name="connsiteY13-958" fmla="*/ 193396 h 270892"/>
              <a:gd name="connsiteX14-959" fmla="*/ 128796 w 483603"/>
              <a:gd name="connsiteY14-960" fmla="*/ 202921 h 270892"/>
              <a:gd name="connsiteX15-961" fmla="*/ 262146 w 483603"/>
              <a:gd name="connsiteY15-962" fmla="*/ 152915 h 270892"/>
              <a:gd name="connsiteX16-963" fmla="*/ 381209 w 483603"/>
              <a:gd name="connsiteY16-964" fmla="*/ 86240 h 270892"/>
              <a:gd name="connsiteX17-965" fmla="*/ 433596 w 483603"/>
              <a:gd name="connsiteY17-966" fmla="*/ 33851 h 270892"/>
              <a:gd name="connsiteX18-967" fmla="*/ 428835 w 483603"/>
              <a:gd name="connsiteY18-968" fmla="*/ 2897 h 270892"/>
              <a:gd name="connsiteX0-969" fmla="*/ 428835 w 483603"/>
              <a:gd name="connsiteY0-970" fmla="*/ 2897 h 270892"/>
              <a:gd name="connsiteX1-971" fmla="*/ 483603 w 483603"/>
              <a:gd name="connsiteY1-972" fmla="*/ 515 h 270892"/>
              <a:gd name="connsiteX2-973" fmla="*/ 481221 w 483603"/>
              <a:gd name="connsiteY2-974" fmla="*/ 52902 h 270892"/>
              <a:gd name="connsiteX3-975" fmla="*/ 469315 w 483603"/>
              <a:gd name="connsiteY3-976" fmla="*/ 88621 h 270892"/>
              <a:gd name="connsiteX4-977" fmla="*/ 431214 w 483603"/>
              <a:gd name="connsiteY4-978" fmla="*/ 124340 h 270892"/>
              <a:gd name="connsiteX5-979" fmla="*/ 316916 w 483603"/>
              <a:gd name="connsiteY5-980" fmla="*/ 200539 h 270892"/>
              <a:gd name="connsiteX6-981" fmla="*/ 183565 w 483603"/>
              <a:gd name="connsiteY6-982" fmla="*/ 255308 h 270892"/>
              <a:gd name="connsiteX7-983" fmla="*/ 50216 w 483603"/>
              <a:gd name="connsiteY7-984" fmla="*/ 269597 h 270892"/>
              <a:gd name="connsiteX8-985" fmla="*/ 209 w 483603"/>
              <a:gd name="connsiteY8-986" fmla="*/ 229115 h 270892"/>
              <a:gd name="connsiteX9-987" fmla="*/ 35928 w 483603"/>
              <a:gd name="connsiteY9-988" fmla="*/ 174346 h 270892"/>
              <a:gd name="connsiteX10-989" fmla="*/ 119271 w 483603"/>
              <a:gd name="connsiteY10-990" fmla="*/ 133865 h 270892"/>
              <a:gd name="connsiteX11-991" fmla="*/ 154990 w 483603"/>
              <a:gd name="connsiteY11-992" fmla="*/ 136246 h 270892"/>
              <a:gd name="connsiteX12-993" fmla="*/ 131177 w 483603"/>
              <a:gd name="connsiteY12-994" fmla="*/ 160058 h 270892"/>
              <a:gd name="connsiteX13-995" fmla="*/ 76409 w 483603"/>
              <a:gd name="connsiteY13-996" fmla="*/ 193396 h 270892"/>
              <a:gd name="connsiteX14-997" fmla="*/ 128796 w 483603"/>
              <a:gd name="connsiteY14-998" fmla="*/ 202921 h 270892"/>
              <a:gd name="connsiteX15-999" fmla="*/ 262146 w 483603"/>
              <a:gd name="connsiteY15-1000" fmla="*/ 152915 h 270892"/>
              <a:gd name="connsiteX16-1001" fmla="*/ 381209 w 483603"/>
              <a:gd name="connsiteY16-1002" fmla="*/ 86240 h 270892"/>
              <a:gd name="connsiteX17-1003" fmla="*/ 431214 w 483603"/>
              <a:gd name="connsiteY17-1004" fmla="*/ 33851 h 270892"/>
              <a:gd name="connsiteX18-1005" fmla="*/ 428835 w 483603"/>
              <a:gd name="connsiteY18-1006" fmla="*/ 2897 h 270892"/>
              <a:gd name="connsiteX0-1007" fmla="*/ 428835 w 483603"/>
              <a:gd name="connsiteY0-1008" fmla="*/ 4276 h 272271"/>
              <a:gd name="connsiteX1-1009" fmla="*/ 483603 w 483603"/>
              <a:gd name="connsiteY1-1010" fmla="*/ 1894 h 272271"/>
              <a:gd name="connsiteX2-1011" fmla="*/ 481221 w 483603"/>
              <a:gd name="connsiteY2-1012" fmla="*/ 54281 h 272271"/>
              <a:gd name="connsiteX3-1013" fmla="*/ 469315 w 483603"/>
              <a:gd name="connsiteY3-1014" fmla="*/ 90000 h 272271"/>
              <a:gd name="connsiteX4-1015" fmla="*/ 431214 w 483603"/>
              <a:gd name="connsiteY4-1016" fmla="*/ 125719 h 272271"/>
              <a:gd name="connsiteX5-1017" fmla="*/ 316916 w 483603"/>
              <a:gd name="connsiteY5-1018" fmla="*/ 201918 h 272271"/>
              <a:gd name="connsiteX6-1019" fmla="*/ 183565 w 483603"/>
              <a:gd name="connsiteY6-1020" fmla="*/ 256687 h 272271"/>
              <a:gd name="connsiteX7-1021" fmla="*/ 50216 w 483603"/>
              <a:gd name="connsiteY7-1022" fmla="*/ 270976 h 272271"/>
              <a:gd name="connsiteX8-1023" fmla="*/ 209 w 483603"/>
              <a:gd name="connsiteY8-1024" fmla="*/ 230494 h 272271"/>
              <a:gd name="connsiteX9-1025" fmla="*/ 35928 w 483603"/>
              <a:gd name="connsiteY9-1026" fmla="*/ 175725 h 272271"/>
              <a:gd name="connsiteX10-1027" fmla="*/ 119271 w 483603"/>
              <a:gd name="connsiteY10-1028" fmla="*/ 135244 h 272271"/>
              <a:gd name="connsiteX11-1029" fmla="*/ 154990 w 483603"/>
              <a:gd name="connsiteY11-1030" fmla="*/ 137625 h 272271"/>
              <a:gd name="connsiteX12-1031" fmla="*/ 131177 w 483603"/>
              <a:gd name="connsiteY12-1032" fmla="*/ 161437 h 272271"/>
              <a:gd name="connsiteX13-1033" fmla="*/ 76409 w 483603"/>
              <a:gd name="connsiteY13-1034" fmla="*/ 194775 h 272271"/>
              <a:gd name="connsiteX14-1035" fmla="*/ 128796 w 483603"/>
              <a:gd name="connsiteY14-1036" fmla="*/ 204300 h 272271"/>
              <a:gd name="connsiteX15-1037" fmla="*/ 262146 w 483603"/>
              <a:gd name="connsiteY15-1038" fmla="*/ 154294 h 272271"/>
              <a:gd name="connsiteX16-1039" fmla="*/ 381209 w 483603"/>
              <a:gd name="connsiteY16-1040" fmla="*/ 87619 h 272271"/>
              <a:gd name="connsiteX17-1041" fmla="*/ 419308 w 483603"/>
              <a:gd name="connsiteY17-1042" fmla="*/ 54280 h 272271"/>
              <a:gd name="connsiteX18-1043" fmla="*/ 428835 w 483603"/>
              <a:gd name="connsiteY18-1044" fmla="*/ 4276 h 272271"/>
              <a:gd name="connsiteX0-1045" fmla="*/ 428835 w 483603"/>
              <a:gd name="connsiteY0-1046" fmla="*/ 4276 h 272271"/>
              <a:gd name="connsiteX1-1047" fmla="*/ 483603 w 483603"/>
              <a:gd name="connsiteY1-1048" fmla="*/ 1894 h 272271"/>
              <a:gd name="connsiteX2-1049" fmla="*/ 481221 w 483603"/>
              <a:gd name="connsiteY2-1050" fmla="*/ 54281 h 272271"/>
              <a:gd name="connsiteX3-1051" fmla="*/ 469315 w 483603"/>
              <a:gd name="connsiteY3-1052" fmla="*/ 90000 h 272271"/>
              <a:gd name="connsiteX4-1053" fmla="*/ 431214 w 483603"/>
              <a:gd name="connsiteY4-1054" fmla="*/ 125719 h 272271"/>
              <a:gd name="connsiteX5-1055" fmla="*/ 316916 w 483603"/>
              <a:gd name="connsiteY5-1056" fmla="*/ 201918 h 272271"/>
              <a:gd name="connsiteX6-1057" fmla="*/ 183565 w 483603"/>
              <a:gd name="connsiteY6-1058" fmla="*/ 256687 h 272271"/>
              <a:gd name="connsiteX7-1059" fmla="*/ 50216 w 483603"/>
              <a:gd name="connsiteY7-1060" fmla="*/ 270976 h 272271"/>
              <a:gd name="connsiteX8-1061" fmla="*/ 209 w 483603"/>
              <a:gd name="connsiteY8-1062" fmla="*/ 230494 h 272271"/>
              <a:gd name="connsiteX9-1063" fmla="*/ 35928 w 483603"/>
              <a:gd name="connsiteY9-1064" fmla="*/ 175725 h 272271"/>
              <a:gd name="connsiteX10-1065" fmla="*/ 119271 w 483603"/>
              <a:gd name="connsiteY10-1066" fmla="*/ 135244 h 272271"/>
              <a:gd name="connsiteX11-1067" fmla="*/ 154990 w 483603"/>
              <a:gd name="connsiteY11-1068" fmla="*/ 137625 h 272271"/>
              <a:gd name="connsiteX12-1069" fmla="*/ 131177 w 483603"/>
              <a:gd name="connsiteY12-1070" fmla="*/ 161437 h 272271"/>
              <a:gd name="connsiteX13-1071" fmla="*/ 76409 w 483603"/>
              <a:gd name="connsiteY13-1072" fmla="*/ 194775 h 272271"/>
              <a:gd name="connsiteX14-1073" fmla="*/ 128796 w 483603"/>
              <a:gd name="connsiteY14-1074" fmla="*/ 204300 h 272271"/>
              <a:gd name="connsiteX15-1075" fmla="*/ 262146 w 483603"/>
              <a:gd name="connsiteY15-1076" fmla="*/ 154294 h 272271"/>
              <a:gd name="connsiteX16-1077" fmla="*/ 381209 w 483603"/>
              <a:gd name="connsiteY16-1078" fmla="*/ 87619 h 272271"/>
              <a:gd name="connsiteX17-1079" fmla="*/ 419308 w 483603"/>
              <a:gd name="connsiteY17-1080" fmla="*/ 54280 h 272271"/>
              <a:gd name="connsiteX18-1081" fmla="*/ 428835 w 483603"/>
              <a:gd name="connsiteY18-1082" fmla="*/ 4276 h 272271"/>
              <a:gd name="connsiteX0-1083" fmla="*/ 428835 w 483603"/>
              <a:gd name="connsiteY0-1084" fmla="*/ 3929 h 271924"/>
              <a:gd name="connsiteX1-1085" fmla="*/ 483603 w 483603"/>
              <a:gd name="connsiteY1-1086" fmla="*/ 1547 h 271924"/>
              <a:gd name="connsiteX2-1087" fmla="*/ 481221 w 483603"/>
              <a:gd name="connsiteY2-1088" fmla="*/ 53934 h 271924"/>
              <a:gd name="connsiteX3-1089" fmla="*/ 469315 w 483603"/>
              <a:gd name="connsiteY3-1090" fmla="*/ 89653 h 271924"/>
              <a:gd name="connsiteX4-1091" fmla="*/ 431214 w 483603"/>
              <a:gd name="connsiteY4-1092" fmla="*/ 125372 h 271924"/>
              <a:gd name="connsiteX5-1093" fmla="*/ 316916 w 483603"/>
              <a:gd name="connsiteY5-1094" fmla="*/ 201571 h 271924"/>
              <a:gd name="connsiteX6-1095" fmla="*/ 183565 w 483603"/>
              <a:gd name="connsiteY6-1096" fmla="*/ 256340 h 271924"/>
              <a:gd name="connsiteX7-1097" fmla="*/ 50216 w 483603"/>
              <a:gd name="connsiteY7-1098" fmla="*/ 270629 h 271924"/>
              <a:gd name="connsiteX8-1099" fmla="*/ 209 w 483603"/>
              <a:gd name="connsiteY8-1100" fmla="*/ 230147 h 271924"/>
              <a:gd name="connsiteX9-1101" fmla="*/ 35928 w 483603"/>
              <a:gd name="connsiteY9-1102" fmla="*/ 175378 h 271924"/>
              <a:gd name="connsiteX10-1103" fmla="*/ 119271 w 483603"/>
              <a:gd name="connsiteY10-1104" fmla="*/ 134897 h 271924"/>
              <a:gd name="connsiteX11-1105" fmla="*/ 154990 w 483603"/>
              <a:gd name="connsiteY11-1106" fmla="*/ 137278 h 271924"/>
              <a:gd name="connsiteX12-1107" fmla="*/ 131177 w 483603"/>
              <a:gd name="connsiteY12-1108" fmla="*/ 161090 h 271924"/>
              <a:gd name="connsiteX13-1109" fmla="*/ 76409 w 483603"/>
              <a:gd name="connsiteY13-1110" fmla="*/ 194428 h 271924"/>
              <a:gd name="connsiteX14-1111" fmla="*/ 128796 w 483603"/>
              <a:gd name="connsiteY14-1112" fmla="*/ 203953 h 271924"/>
              <a:gd name="connsiteX15-1113" fmla="*/ 262146 w 483603"/>
              <a:gd name="connsiteY15-1114" fmla="*/ 153947 h 271924"/>
              <a:gd name="connsiteX16-1115" fmla="*/ 381209 w 483603"/>
              <a:gd name="connsiteY16-1116" fmla="*/ 87272 h 271924"/>
              <a:gd name="connsiteX17-1117" fmla="*/ 416927 w 483603"/>
              <a:gd name="connsiteY17-1118" fmla="*/ 49171 h 271924"/>
              <a:gd name="connsiteX18-1119" fmla="*/ 428835 w 483603"/>
              <a:gd name="connsiteY18-1120" fmla="*/ 3929 h 271924"/>
              <a:gd name="connsiteX0-1121" fmla="*/ 428835 w 483603"/>
              <a:gd name="connsiteY0-1122" fmla="*/ 3929 h 271924"/>
              <a:gd name="connsiteX1-1123" fmla="*/ 483603 w 483603"/>
              <a:gd name="connsiteY1-1124" fmla="*/ 1547 h 271924"/>
              <a:gd name="connsiteX2-1125" fmla="*/ 481221 w 483603"/>
              <a:gd name="connsiteY2-1126" fmla="*/ 53934 h 271924"/>
              <a:gd name="connsiteX3-1127" fmla="*/ 469315 w 483603"/>
              <a:gd name="connsiteY3-1128" fmla="*/ 89653 h 271924"/>
              <a:gd name="connsiteX4-1129" fmla="*/ 431214 w 483603"/>
              <a:gd name="connsiteY4-1130" fmla="*/ 125372 h 271924"/>
              <a:gd name="connsiteX5-1131" fmla="*/ 316916 w 483603"/>
              <a:gd name="connsiteY5-1132" fmla="*/ 201571 h 271924"/>
              <a:gd name="connsiteX6-1133" fmla="*/ 183565 w 483603"/>
              <a:gd name="connsiteY6-1134" fmla="*/ 256340 h 271924"/>
              <a:gd name="connsiteX7-1135" fmla="*/ 50216 w 483603"/>
              <a:gd name="connsiteY7-1136" fmla="*/ 270629 h 271924"/>
              <a:gd name="connsiteX8-1137" fmla="*/ 209 w 483603"/>
              <a:gd name="connsiteY8-1138" fmla="*/ 230147 h 271924"/>
              <a:gd name="connsiteX9-1139" fmla="*/ 35928 w 483603"/>
              <a:gd name="connsiteY9-1140" fmla="*/ 175378 h 271924"/>
              <a:gd name="connsiteX10-1141" fmla="*/ 119271 w 483603"/>
              <a:gd name="connsiteY10-1142" fmla="*/ 134897 h 271924"/>
              <a:gd name="connsiteX11-1143" fmla="*/ 154990 w 483603"/>
              <a:gd name="connsiteY11-1144" fmla="*/ 137278 h 271924"/>
              <a:gd name="connsiteX12-1145" fmla="*/ 131177 w 483603"/>
              <a:gd name="connsiteY12-1146" fmla="*/ 161090 h 271924"/>
              <a:gd name="connsiteX13-1147" fmla="*/ 76409 w 483603"/>
              <a:gd name="connsiteY13-1148" fmla="*/ 194428 h 271924"/>
              <a:gd name="connsiteX14-1149" fmla="*/ 128796 w 483603"/>
              <a:gd name="connsiteY14-1150" fmla="*/ 203953 h 271924"/>
              <a:gd name="connsiteX15-1151" fmla="*/ 262146 w 483603"/>
              <a:gd name="connsiteY15-1152" fmla="*/ 153947 h 271924"/>
              <a:gd name="connsiteX16-1153" fmla="*/ 381209 w 483603"/>
              <a:gd name="connsiteY16-1154" fmla="*/ 87272 h 271924"/>
              <a:gd name="connsiteX17-1155" fmla="*/ 416927 w 483603"/>
              <a:gd name="connsiteY17-1156" fmla="*/ 49171 h 271924"/>
              <a:gd name="connsiteX18-1157" fmla="*/ 428835 w 483603"/>
              <a:gd name="connsiteY18-1158" fmla="*/ 3929 h 271924"/>
              <a:gd name="connsiteX0-1159" fmla="*/ 428835 w 483603"/>
              <a:gd name="connsiteY0-1160" fmla="*/ 3929 h 271924"/>
              <a:gd name="connsiteX1-1161" fmla="*/ 483603 w 483603"/>
              <a:gd name="connsiteY1-1162" fmla="*/ 1547 h 271924"/>
              <a:gd name="connsiteX2-1163" fmla="*/ 481221 w 483603"/>
              <a:gd name="connsiteY2-1164" fmla="*/ 53934 h 271924"/>
              <a:gd name="connsiteX3-1165" fmla="*/ 462171 w 483603"/>
              <a:gd name="connsiteY3-1166" fmla="*/ 87272 h 271924"/>
              <a:gd name="connsiteX4-1167" fmla="*/ 431214 w 483603"/>
              <a:gd name="connsiteY4-1168" fmla="*/ 125372 h 271924"/>
              <a:gd name="connsiteX5-1169" fmla="*/ 316916 w 483603"/>
              <a:gd name="connsiteY5-1170" fmla="*/ 201571 h 271924"/>
              <a:gd name="connsiteX6-1171" fmla="*/ 183565 w 483603"/>
              <a:gd name="connsiteY6-1172" fmla="*/ 256340 h 271924"/>
              <a:gd name="connsiteX7-1173" fmla="*/ 50216 w 483603"/>
              <a:gd name="connsiteY7-1174" fmla="*/ 270629 h 271924"/>
              <a:gd name="connsiteX8-1175" fmla="*/ 209 w 483603"/>
              <a:gd name="connsiteY8-1176" fmla="*/ 230147 h 271924"/>
              <a:gd name="connsiteX9-1177" fmla="*/ 35928 w 483603"/>
              <a:gd name="connsiteY9-1178" fmla="*/ 175378 h 271924"/>
              <a:gd name="connsiteX10-1179" fmla="*/ 119271 w 483603"/>
              <a:gd name="connsiteY10-1180" fmla="*/ 134897 h 271924"/>
              <a:gd name="connsiteX11-1181" fmla="*/ 154990 w 483603"/>
              <a:gd name="connsiteY11-1182" fmla="*/ 137278 h 271924"/>
              <a:gd name="connsiteX12-1183" fmla="*/ 131177 w 483603"/>
              <a:gd name="connsiteY12-1184" fmla="*/ 161090 h 271924"/>
              <a:gd name="connsiteX13-1185" fmla="*/ 76409 w 483603"/>
              <a:gd name="connsiteY13-1186" fmla="*/ 194428 h 271924"/>
              <a:gd name="connsiteX14-1187" fmla="*/ 128796 w 483603"/>
              <a:gd name="connsiteY14-1188" fmla="*/ 203953 h 271924"/>
              <a:gd name="connsiteX15-1189" fmla="*/ 262146 w 483603"/>
              <a:gd name="connsiteY15-1190" fmla="*/ 153947 h 271924"/>
              <a:gd name="connsiteX16-1191" fmla="*/ 381209 w 483603"/>
              <a:gd name="connsiteY16-1192" fmla="*/ 87272 h 271924"/>
              <a:gd name="connsiteX17-1193" fmla="*/ 416927 w 483603"/>
              <a:gd name="connsiteY17-1194" fmla="*/ 49171 h 271924"/>
              <a:gd name="connsiteX18-1195" fmla="*/ 428835 w 483603"/>
              <a:gd name="connsiteY18-1196" fmla="*/ 3929 h 271924"/>
              <a:gd name="connsiteX0-1197" fmla="*/ 428835 w 483603"/>
              <a:gd name="connsiteY0-1198" fmla="*/ 3929 h 271924"/>
              <a:gd name="connsiteX1-1199" fmla="*/ 483603 w 483603"/>
              <a:gd name="connsiteY1-1200" fmla="*/ 1547 h 271924"/>
              <a:gd name="connsiteX2-1201" fmla="*/ 471696 w 483603"/>
              <a:gd name="connsiteY2-1202" fmla="*/ 51553 h 271924"/>
              <a:gd name="connsiteX3-1203" fmla="*/ 462171 w 483603"/>
              <a:gd name="connsiteY3-1204" fmla="*/ 87272 h 271924"/>
              <a:gd name="connsiteX4-1205" fmla="*/ 431214 w 483603"/>
              <a:gd name="connsiteY4-1206" fmla="*/ 125372 h 271924"/>
              <a:gd name="connsiteX5-1207" fmla="*/ 316916 w 483603"/>
              <a:gd name="connsiteY5-1208" fmla="*/ 201571 h 271924"/>
              <a:gd name="connsiteX6-1209" fmla="*/ 183565 w 483603"/>
              <a:gd name="connsiteY6-1210" fmla="*/ 256340 h 271924"/>
              <a:gd name="connsiteX7-1211" fmla="*/ 50216 w 483603"/>
              <a:gd name="connsiteY7-1212" fmla="*/ 270629 h 271924"/>
              <a:gd name="connsiteX8-1213" fmla="*/ 209 w 483603"/>
              <a:gd name="connsiteY8-1214" fmla="*/ 230147 h 271924"/>
              <a:gd name="connsiteX9-1215" fmla="*/ 35928 w 483603"/>
              <a:gd name="connsiteY9-1216" fmla="*/ 175378 h 271924"/>
              <a:gd name="connsiteX10-1217" fmla="*/ 119271 w 483603"/>
              <a:gd name="connsiteY10-1218" fmla="*/ 134897 h 271924"/>
              <a:gd name="connsiteX11-1219" fmla="*/ 154990 w 483603"/>
              <a:gd name="connsiteY11-1220" fmla="*/ 137278 h 271924"/>
              <a:gd name="connsiteX12-1221" fmla="*/ 131177 w 483603"/>
              <a:gd name="connsiteY12-1222" fmla="*/ 161090 h 271924"/>
              <a:gd name="connsiteX13-1223" fmla="*/ 76409 w 483603"/>
              <a:gd name="connsiteY13-1224" fmla="*/ 194428 h 271924"/>
              <a:gd name="connsiteX14-1225" fmla="*/ 128796 w 483603"/>
              <a:gd name="connsiteY14-1226" fmla="*/ 203953 h 271924"/>
              <a:gd name="connsiteX15-1227" fmla="*/ 262146 w 483603"/>
              <a:gd name="connsiteY15-1228" fmla="*/ 153947 h 271924"/>
              <a:gd name="connsiteX16-1229" fmla="*/ 381209 w 483603"/>
              <a:gd name="connsiteY16-1230" fmla="*/ 87272 h 271924"/>
              <a:gd name="connsiteX17-1231" fmla="*/ 416927 w 483603"/>
              <a:gd name="connsiteY17-1232" fmla="*/ 49171 h 271924"/>
              <a:gd name="connsiteX18-1233" fmla="*/ 428835 w 483603"/>
              <a:gd name="connsiteY18-1234" fmla="*/ 3929 h 271924"/>
              <a:gd name="connsiteX0-1235" fmla="*/ 428835 w 483603"/>
              <a:gd name="connsiteY0-1236" fmla="*/ 3929 h 271924"/>
              <a:gd name="connsiteX1-1237" fmla="*/ 483603 w 483603"/>
              <a:gd name="connsiteY1-1238" fmla="*/ 1547 h 271924"/>
              <a:gd name="connsiteX2-1239" fmla="*/ 481221 w 483603"/>
              <a:gd name="connsiteY2-1240" fmla="*/ 51553 h 271924"/>
              <a:gd name="connsiteX3-1241" fmla="*/ 462171 w 483603"/>
              <a:gd name="connsiteY3-1242" fmla="*/ 87272 h 271924"/>
              <a:gd name="connsiteX4-1243" fmla="*/ 431214 w 483603"/>
              <a:gd name="connsiteY4-1244" fmla="*/ 125372 h 271924"/>
              <a:gd name="connsiteX5-1245" fmla="*/ 316916 w 483603"/>
              <a:gd name="connsiteY5-1246" fmla="*/ 201571 h 271924"/>
              <a:gd name="connsiteX6-1247" fmla="*/ 183565 w 483603"/>
              <a:gd name="connsiteY6-1248" fmla="*/ 256340 h 271924"/>
              <a:gd name="connsiteX7-1249" fmla="*/ 50216 w 483603"/>
              <a:gd name="connsiteY7-1250" fmla="*/ 270629 h 271924"/>
              <a:gd name="connsiteX8-1251" fmla="*/ 209 w 483603"/>
              <a:gd name="connsiteY8-1252" fmla="*/ 230147 h 271924"/>
              <a:gd name="connsiteX9-1253" fmla="*/ 35928 w 483603"/>
              <a:gd name="connsiteY9-1254" fmla="*/ 175378 h 271924"/>
              <a:gd name="connsiteX10-1255" fmla="*/ 119271 w 483603"/>
              <a:gd name="connsiteY10-1256" fmla="*/ 134897 h 271924"/>
              <a:gd name="connsiteX11-1257" fmla="*/ 154990 w 483603"/>
              <a:gd name="connsiteY11-1258" fmla="*/ 137278 h 271924"/>
              <a:gd name="connsiteX12-1259" fmla="*/ 131177 w 483603"/>
              <a:gd name="connsiteY12-1260" fmla="*/ 161090 h 271924"/>
              <a:gd name="connsiteX13-1261" fmla="*/ 76409 w 483603"/>
              <a:gd name="connsiteY13-1262" fmla="*/ 194428 h 271924"/>
              <a:gd name="connsiteX14-1263" fmla="*/ 128796 w 483603"/>
              <a:gd name="connsiteY14-1264" fmla="*/ 203953 h 271924"/>
              <a:gd name="connsiteX15-1265" fmla="*/ 262146 w 483603"/>
              <a:gd name="connsiteY15-1266" fmla="*/ 153947 h 271924"/>
              <a:gd name="connsiteX16-1267" fmla="*/ 381209 w 483603"/>
              <a:gd name="connsiteY16-1268" fmla="*/ 87272 h 271924"/>
              <a:gd name="connsiteX17-1269" fmla="*/ 416927 w 483603"/>
              <a:gd name="connsiteY17-1270" fmla="*/ 49171 h 271924"/>
              <a:gd name="connsiteX18-1271" fmla="*/ 428835 w 483603"/>
              <a:gd name="connsiteY18-1272" fmla="*/ 3929 h 271924"/>
              <a:gd name="connsiteX0-1273" fmla="*/ 428835 w 484408"/>
              <a:gd name="connsiteY0-1274" fmla="*/ 3929 h 271924"/>
              <a:gd name="connsiteX1-1275" fmla="*/ 483603 w 484408"/>
              <a:gd name="connsiteY1-1276" fmla="*/ 1547 h 271924"/>
              <a:gd name="connsiteX2-1277" fmla="*/ 481221 w 484408"/>
              <a:gd name="connsiteY2-1278" fmla="*/ 51553 h 271924"/>
              <a:gd name="connsiteX3-1279" fmla="*/ 447884 w 484408"/>
              <a:gd name="connsiteY3-1280" fmla="*/ 77747 h 271924"/>
              <a:gd name="connsiteX4-1281" fmla="*/ 431214 w 484408"/>
              <a:gd name="connsiteY4-1282" fmla="*/ 125372 h 271924"/>
              <a:gd name="connsiteX5-1283" fmla="*/ 316916 w 484408"/>
              <a:gd name="connsiteY5-1284" fmla="*/ 201571 h 271924"/>
              <a:gd name="connsiteX6-1285" fmla="*/ 183565 w 484408"/>
              <a:gd name="connsiteY6-1286" fmla="*/ 256340 h 271924"/>
              <a:gd name="connsiteX7-1287" fmla="*/ 50216 w 484408"/>
              <a:gd name="connsiteY7-1288" fmla="*/ 270629 h 271924"/>
              <a:gd name="connsiteX8-1289" fmla="*/ 209 w 484408"/>
              <a:gd name="connsiteY8-1290" fmla="*/ 230147 h 271924"/>
              <a:gd name="connsiteX9-1291" fmla="*/ 35928 w 484408"/>
              <a:gd name="connsiteY9-1292" fmla="*/ 175378 h 271924"/>
              <a:gd name="connsiteX10-1293" fmla="*/ 119271 w 484408"/>
              <a:gd name="connsiteY10-1294" fmla="*/ 134897 h 271924"/>
              <a:gd name="connsiteX11-1295" fmla="*/ 154990 w 484408"/>
              <a:gd name="connsiteY11-1296" fmla="*/ 137278 h 271924"/>
              <a:gd name="connsiteX12-1297" fmla="*/ 131177 w 484408"/>
              <a:gd name="connsiteY12-1298" fmla="*/ 161090 h 271924"/>
              <a:gd name="connsiteX13-1299" fmla="*/ 76409 w 484408"/>
              <a:gd name="connsiteY13-1300" fmla="*/ 194428 h 271924"/>
              <a:gd name="connsiteX14-1301" fmla="*/ 128796 w 484408"/>
              <a:gd name="connsiteY14-1302" fmla="*/ 203953 h 271924"/>
              <a:gd name="connsiteX15-1303" fmla="*/ 262146 w 484408"/>
              <a:gd name="connsiteY15-1304" fmla="*/ 153947 h 271924"/>
              <a:gd name="connsiteX16-1305" fmla="*/ 381209 w 484408"/>
              <a:gd name="connsiteY16-1306" fmla="*/ 87272 h 271924"/>
              <a:gd name="connsiteX17-1307" fmla="*/ 416927 w 484408"/>
              <a:gd name="connsiteY17-1308" fmla="*/ 49171 h 271924"/>
              <a:gd name="connsiteX18-1309" fmla="*/ 428835 w 484408"/>
              <a:gd name="connsiteY18-1310" fmla="*/ 3929 h 271924"/>
              <a:gd name="connsiteX0-1311" fmla="*/ 428835 w 483603"/>
              <a:gd name="connsiteY0-1312" fmla="*/ 3929 h 271924"/>
              <a:gd name="connsiteX1-1313" fmla="*/ 483603 w 483603"/>
              <a:gd name="connsiteY1-1314" fmla="*/ 1547 h 271924"/>
              <a:gd name="connsiteX2-1315" fmla="*/ 481221 w 483603"/>
              <a:gd name="connsiteY2-1316" fmla="*/ 51553 h 271924"/>
              <a:gd name="connsiteX3-1317" fmla="*/ 466934 w 483603"/>
              <a:gd name="connsiteY3-1318" fmla="*/ 82509 h 271924"/>
              <a:gd name="connsiteX4-1319" fmla="*/ 431214 w 483603"/>
              <a:gd name="connsiteY4-1320" fmla="*/ 125372 h 271924"/>
              <a:gd name="connsiteX5-1321" fmla="*/ 316916 w 483603"/>
              <a:gd name="connsiteY5-1322" fmla="*/ 201571 h 271924"/>
              <a:gd name="connsiteX6-1323" fmla="*/ 183565 w 483603"/>
              <a:gd name="connsiteY6-1324" fmla="*/ 256340 h 271924"/>
              <a:gd name="connsiteX7-1325" fmla="*/ 50216 w 483603"/>
              <a:gd name="connsiteY7-1326" fmla="*/ 270629 h 271924"/>
              <a:gd name="connsiteX8-1327" fmla="*/ 209 w 483603"/>
              <a:gd name="connsiteY8-1328" fmla="*/ 230147 h 271924"/>
              <a:gd name="connsiteX9-1329" fmla="*/ 35928 w 483603"/>
              <a:gd name="connsiteY9-1330" fmla="*/ 175378 h 271924"/>
              <a:gd name="connsiteX10-1331" fmla="*/ 119271 w 483603"/>
              <a:gd name="connsiteY10-1332" fmla="*/ 134897 h 271924"/>
              <a:gd name="connsiteX11-1333" fmla="*/ 154990 w 483603"/>
              <a:gd name="connsiteY11-1334" fmla="*/ 137278 h 271924"/>
              <a:gd name="connsiteX12-1335" fmla="*/ 131177 w 483603"/>
              <a:gd name="connsiteY12-1336" fmla="*/ 161090 h 271924"/>
              <a:gd name="connsiteX13-1337" fmla="*/ 76409 w 483603"/>
              <a:gd name="connsiteY13-1338" fmla="*/ 194428 h 271924"/>
              <a:gd name="connsiteX14-1339" fmla="*/ 128796 w 483603"/>
              <a:gd name="connsiteY14-1340" fmla="*/ 203953 h 271924"/>
              <a:gd name="connsiteX15-1341" fmla="*/ 262146 w 483603"/>
              <a:gd name="connsiteY15-1342" fmla="*/ 153947 h 271924"/>
              <a:gd name="connsiteX16-1343" fmla="*/ 381209 w 483603"/>
              <a:gd name="connsiteY16-1344" fmla="*/ 87272 h 271924"/>
              <a:gd name="connsiteX17-1345" fmla="*/ 416927 w 483603"/>
              <a:gd name="connsiteY17-1346" fmla="*/ 49171 h 271924"/>
              <a:gd name="connsiteX18-1347" fmla="*/ 428835 w 483603"/>
              <a:gd name="connsiteY18-1348" fmla="*/ 3929 h 271924"/>
              <a:gd name="connsiteX0-1349" fmla="*/ 428835 w 483603"/>
              <a:gd name="connsiteY0-1350" fmla="*/ 3929 h 271924"/>
              <a:gd name="connsiteX1-1351" fmla="*/ 483603 w 483603"/>
              <a:gd name="connsiteY1-1352" fmla="*/ 1547 h 271924"/>
              <a:gd name="connsiteX2-1353" fmla="*/ 481221 w 483603"/>
              <a:gd name="connsiteY2-1354" fmla="*/ 51553 h 271924"/>
              <a:gd name="connsiteX3-1355" fmla="*/ 466934 w 483603"/>
              <a:gd name="connsiteY3-1356" fmla="*/ 82509 h 271924"/>
              <a:gd name="connsiteX4-1357" fmla="*/ 424070 w 483603"/>
              <a:gd name="connsiteY4-1358" fmla="*/ 108703 h 271924"/>
              <a:gd name="connsiteX5-1359" fmla="*/ 316916 w 483603"/>
              <a:gd name="connsiteY5-1360" fmla="*/ 201571 h 271924"/>
              <a:gd name="connsiteX6-1361" fmla="*/ 183565 w 483603"/>
              <a:gd name="connsiteY6-1362" fmla="*/ 256340 h 271924"/>
              <a:gd name="connsiteX7-1363" fmla="*/ 50216 w 483603"/>
              <a:gd name="connsiteY7-1364" fmla="*/ 270629 h 271924"/>
              <a:gd name="connsiteX8-1365" fmla="*/ 209 w 483603"/>
              <a:gd name="connsiteY8-1366" fmla="*/ 230147 h 271924"/>
              <a:gd name="connsiteX9-1367" fmla="*/ 35928 w 483603"/>
              <a:gd name="connsiteY9-1368" fmla="*/ 175378 h 271924"/>
              <a:gd name="connsiteX10-1369" fmla="*/ 119271 w 483603"/>
              <a:gd name="connsiteY10-1370" fmla="*/ 134897 h 271924"/>
              <a:gd name="connsiteX11-1371" fmla="*/ 154990 w 483603"/>
              <a:gd name="connsiteY11-1372" fmla="*/ 137278 h 271924"/>
              <a:gd name="connsiteX12-1373" fmla="*/ 131177 w 483603"/>
              <a:gd name="connsiteY12-1374" fmla="*/ 161090 h 271924"/>
              <a:gd name="connsiteX13-1375" fmla="*/ 76409 w 483603"/>
              <a:gd name="connsiteY13-1376" fmla="*/ 194428 h 271924"/>
              <a:gd name="connsiteX14-1377" fmla="*/ 128796 w 483603"/>
              <a:gd name="connsiteY14-1378" fmla="*/ 203953 h 271924"/>
              <a:gd name="connsiteX15-1379" fmla="*/ 262146 w 483603"/>
              <a:gd name="connsiteY15-1380" fmla="*/ 153947 h 271924"/>
              <a:gd name="connsiteX16-1381" fmla="*/ 381209 w 483603"/>
              <a:gd name="connsiteY16-1382" fmla="*/ 87272 h 271924"/>
              <a:gd name="connsiteX17-1383" fmla="*/ 416927 w 483603"/>
              <a:gd name="connsiteY17-1384" fmla="*/ 49171 h 271924"/>
              <a:gd name="connsiteX18-1385" fmla="*/ 428835 w 483603"/>
              <a:gd name="connsiteY18-1386" fmla="*/ 3929 h 271924"/>
              <a:gd name="connsiteX0-1387" fmla="*/ 428835 w 483603"/>
              <a:gd name="connsiteY0-1388" fmla="*/ 3929 h 271924"/>
              <a:gd name="connsiteX1-1389" fmla="*/ 483603 w 483603"/>
              <a:gd name="connsiteY1-1390" fmla="*/ 1547 h 271924"/>
              <a:gd name="connsiteX2-1391" fmla="*/ 481221 w 483603"/>
              <a:gd name="connsiteY2-1392" fmla="*/ 51553 h 271924"/>
              <a:gd name="connsiteX3-1393" fmla="*/ 466934 w 483603"/>
              <a:gd name="connsiteY3-1394" fmla="*/ 82509 h 271924"/>
              <a:gd name="connsiteX4-1395" fmla="*/ 431214 w 483603"/>
              <a:gd name="connsiteY4-1396" fmla="*/ 125371 h 271924"/>
              <a:gd name="connsiteX5-1397" fmla="*/ 316916 w 483603"/>
              <a:gd name="connsiteY5-1398" fmla="*/ 201571 h 271924"/>
              <a:gd name="connsiteX6-1399" fmla="*/ 183565 w 483603"/>
              <a:gd name="connsiteY6-1400" fmla="*/ 256340 h 271924"/>
              <a:gd name="connsiteX7-1401" fmla="*/ 50216 w 483603"/>
              <a:gd name="connsiteY7-1402" fmla="*/ 270629 h 271924"/>
              <a:gd name="connsiteX8-1403" fmla="*/ 209 w 483603"/>
              <a:gd name="connsiteY8-1404" fmla="*/ 230147 h 271924"/>
              <a:gd name="connsiteX9-1405" fmla="*/ 35928 w 483603"/>
              <a:gd name="connsiteY9-1406" fmla="*/ 175378 h 271924"/>
              <a:gd name="connsiteX10-1407" fmla="*/ 119271 w 483603"/>
              <a:gd name="connsiteY10-1408" fmla="*/ 134897 h 271924"/>
              <a:gd name="connsiteX11-1409" fmla="*/ 154990 w 483603"/>
              <a:gd name="connsiteY11-1410" fmla="*/ 137278 h 271924"/>
              <a:gd name="connsiteX12-1411" fmla="*/ 131177 w 483603"/>
              <a:gd name="connsiteY12-1412" fmla="*/ 161090 h 271924"/>
              <a:gd name="connsiteX13-1413" fmla="*/ 76409 w 483603"/>
              <a:gd name="connsiteY13-1414" fmla="*/ 194428 h 271924"/>
              <a:gd name="connsiteX14-1415" fmla="*/ 128796 w 483603"/>
              <a:gd name="connsiteY14-1416" fmla="*/ 203953 h 271924"/>
              <a:gd name="connsiteX15-1417" fmla="*/ 262146 w 483603"/>
              <a:gd name="connsiteY15-1418" fmla="*/ 153947 h 271924"/>
              <a:gd name="connsiteX16-1419" fmla="*/ 381209 w 483603"/>
              <a:gd name="connsiteY16-1420" fmla="*/ 87272 h 271924"/>
              <a:gd name="connsiteX17-1421" fmla="*/ 416927 w 483603"/>
              <a:gd name="connsiteY17-1422" fmla="*/ 49171 h 271924"/>
              <a:gd name="connsiteX18-1423" fmla="*/ 428835 w 483603"/>
              <a:gd name="connsiteY18-1424" fmla="*/ 3929 h 271924"/>
              <a:gd name="connsiteX0-1425" fmla="*/ 428835 w 482975"/>
              <a:gd name="connsiteY0-1426" fmla="*/ 0 h 267995"/>
              <a:gd name="connsiteX1-1427" fmla="*/ 481221 w 482975"/>
              <a:gd name="connsiteY1-1428" fmla="*/ 47624 h 267995"/>
              <a:gd name="connsiteX2-1429" fmla="*/ 466934 w 482975"/>
              <a:gd name="connsiteY2-1430" fmla="*/ 78580 h 267995"/>
              <a:gd name="connsiteX3-1431" fmla="*/ 431214 w 482975"/>
              <a:gd name="connsiteY3-1432" fmla="*/ 121442 h 267995"/>
              <a:gd name="connsiteX4-1433" fmla="*/ 316916 w 482975"/>
              <a:gd name="connsiteY4-1434" fmla="*/ 197642 h 267995"/>
              <a:gd name="connsiteX5-1435" fmla="*/ 183565 w 482975"/>
              <a:gd name="connsiteY5-1436" fmla="*/ 252411 h 267995"/>
              <a:gd name="connsiteX6-1437" fmla="*/ 50216 w 482975"/>
              <a:gd name="connsiteY6-1438" fmla="*/ 266700 h 267995"/>
              <a:gd name="connsiteX7-1439" fmla="*/ 209 w 482975"/>
              <a:gd name="connsiteY7-1440" fmla="*/ 226218 h 267995"/>
              <a:gd name="connsiteX8-1441" fmla="*/ 35928 w 482975"/>
              <a:gd name="connsiteY8-1442" fmla="*/ 171449 h 267995"/>
              <a:gd name="connsiteX9-1443" fmla="*/ 119271 w 482975"/>
              <a:gd name="connsiteY9-1444" fmla="*/ 130968 h 267995"/>
              <a:gd name="connsiteX10-1445" fmla="*/ 154990 w 482975"/>
              <a:gd name="connsiteY10-1446" fmla="*/ 133349 h 267995"/>
              <a:gd name="connsiteX11-1447" fmla="*/ 131177 w 482975"/>
              <a:gd name="connsiteY11-1448" fmla="*/ 157161 h 267995"/>
              <a:gd name="connsiteX12-1449" fmla="*/ 76409 w 482975"/>
              <a:gd name="connsiteY12-1450" fmla="*/ 190499 h 267995"/>
              <a:gd name="connsiteX13-1451" fmla="*/ 128796 w 482975"/>
              <a:gd name="connsiteY13-1452" fmla="*/ 200024 h 267995"/>
              <a:gd name="connsiteX14-1453" fmla="*/ 262146 w 482975"/>
              <a:gd name="connsiteY14-1454" fmla="*/ 150018 h 267995"/>
              <a:gd name="connsiteX15-1455" fmla="*/ 381209 w 482975"/>
              <a:gd name="connsiteY15-1456" fmla="*/ 83343 h 267995"/>
              <a:gd name="connsiteX16-1457" fmla="*/ 416927 w 482975"/>
              <a:gd name="connsiteY16-1458" fmla="*/ 45242 h 267995"/>
              <a:gd name="connsiteX17-1459" fmla="*/ 428835 w 482975"/>
              <a:gd name="connsiteY17-1460" fmla="*/ 0 h 267995"/>
              <a:gd name="connsiteX0-1461" fmla="*/ 428835 w 482302"/>
              <a:gd name="connsiteY0-1462" fmla="*/ 6690 h 274685"/>
              <a:gd name="connsiteX1-1463" fmla="*/ 439961 w 482302"/>
              <a:gd name="connsiteY1-1464" fmla="*/ 5215 h 274685"/>
              <a:gd name="connsiteX2-1465" fmla="*/ 481221 w 482302"/>
              <a:gd name="connsiteY2-1466" fmla="*/ 54314 h 274685"/>
              <a:gd name="connsiteX3-1467" fmla="*/ 466934 w 482302"/>
              <a:gd name="connsiteY3-1468" fmla="*/ 85270 h 274685"/>
              <a:gd name="connsiteX4-1469" fmla="*/ 431214 w 482302"/>
              <a:gd name="connsiteY4-1470" fmla="*/ 128132 h 274685"/>
              <a:gd name="connsiteX5-1471" fmla="*/ 316916 w 482302"/>
              <a:gd name="connsiteY5-1472" fmla="*/ 204332 h 274685"/>
              <a:gd name="connsiteX6-1473" fmla="*/ 183565 w 482302"/>
              <a:gd name="connsiteY6-1474" fmla="*/ 259101 h 274685"/>
              <a:gd name="connsiteX7-1475" fmla="*/ 50216 w 482302"/>
              <a:gd name="connsiteY7-1476" fmla="*/ 273390 h 274685"/>
              <a:gd name="connsiteX8-1477" fmla="*/ 209 w 482302"/>
              <a:gd name="connsiteY8-1478" fmla="*/ 232908 h 274685"/>
              <a:gd name="connsiteX9-1479" fmla="*/ 35928 w 482302"/>
              <a:gd name="connsiteY9-1480" fmla="*/ 178139 h 274685"/>
              <a:gd name="connsiteX10-1481" fmla="*/ 119271 w 482302"/>
              <a:gd name="connsiteY10-1482" fmla="*/ 137658 h 274685"/>
              <a:gd name="connsiteX11-1483" fmla="*/ 154990 w 482302"/>
              <a:gd name="connsiteY11-1484" fmla="*/ 140039 h 274685"/>
              <a:gd name="connsiteX12-1485" fmla="*/ 131177 w 482302"/>
              <a:gd name="connsiteY12-1486" fmla="*/ 163851 h 274685"/>
              <a:gd name="connsiteX13-1487" fmla="*/ 76409 w 482302"/>
              <a:gd name="connsiteY13-1488" fmla="*/ 197189 h 274685"/>
              <a:gd name="connsiteX14-1489" fmla="*/ 128796 w 482302"/>
              <a:gd name="connsiteY14-1490" fmla="*/ 206714 h 274685"/>
              <a:gd name="connsiteX15-1491" fmla="*/ 262146 w 482302"/>
              <a:gd name="connsiteY15-1492" fmla="*/ 156708 h 274685"/>
              <a:gd name="connsiteX16-1493" fmla="*/ 381209 w 482302"/>
              <a:gd name="connsiteY16-1494" fmla="*/ 90033 h 274685"/>
              <a:gd name="connsiteX17-1495" fmla="*/ 416927 w 482302"/>
              <a:gd name="connsiteY17-1496" fmla="*/ 51932 h 274685"/>
              <a:gd name="connsiteX18-1497" fmla="*/ 428835 w 482302"/>
              <a:gd name="connsiteY18-1498" fmla="*/ 6690 h 274685"/>
              <a:gd name="connsiteX0-1499" fmla="*/ 428835 w 482302"/>
              <a:gd name="connsiteY0-1500" fmla="*/ 9058 h 277053"/>
              <a:gd name="connsiteX1-1501" fmla="*/ 439961 w 482302"/>
              <a:gd name="connsiteY1-1502" fmla="*/ 7583 h 277053"/>
              <a:gd name="connsiteX2-1503" fmla="*/ 481221 w 482302"/>
              <a:gd name="connsiteY2-1504" fmla="*/ 56682 h 277053"/>
              <a:gd name="connsiteX3-1505" fmla="*/ 466934 w 482302"/>
              <a:gd name="connsiteY3-1506" fmla="*/ 87638 h 277053"/>
              <a:gd name="connsiteX4-1507" fmla="*/ 431214 w 482302"/>
              <a:gd name="connsiteY4-1508" fmla="*/ 130500 h 277053"/>
              <a:gd name="connsiteX5-1509" fmla="*/ 316916 w 482302"/>
              <a:gd name="connsiteY5-1510" fmla="*/ 206700 h 277053"/>
              <a:gd name="connsiteX6-1511" fmla="*/ 183565 w 482302"/>
              <a:gd name="connsiteY6-1512" fmla="*/ 261469 h 277053"/>
              <a:gd name="connsiteX7-1513" fmla="*/ 50216 w 482302"/>
              <a:gd name="connsiteY7-1514" fmla="*/ 275758 h 277053"/>
              <a:gd name="connsiteX8-1515" fmla="*/ 209 w 482302"/>
              <a:gd name="connsiteY8-1516" fmla="*/ 235276 h 277053"/>
              <a:gd name="connsiteX9-1517" fmla="*/ 35928 w 482302"/>
              <a:gd name="connsiteY9-1518" fmla="*/ 180507 h 277053"/>
              <a:gd name="connsiteX10-1519" fmla="*/ 119271 w 482302"/>
              <a:gd name="connsiteY10-1520" fmla="*/ 140026 h 277053"/>
              <a:gd name="connsiteX11-1521" fmla="*/ 154990 w 482302"/>
              <a:gd name="connsiteY11-1522" fmla="*/ 142407 h 277053"/>
              <a:gd name="connsiteX12-1523" fmla="*/ 131177 w 482302"/>
              <a:gd name="connsiteY12-1524" fmla="*/ 166219 h 277053"/>
              <a:gd name="connsiteX13-1525" fmla="*/ 76409 w 482302"/>
              <a:gd name="connsiteY13-1526" fmla="*/ 199557 h 277053"/>
              <a:gd name="connsiteX14-1527" fmla="*/ 128796 w 482302"/>
              <a:gd name="connsiteY14-1528" fmla="*/ 209082 h 277053"/>
              <a:gd name="connsiteX15-1529" fmla="*/ 262146 w 482302"/>
              <a:gd name="connsiteY15-1530" fmla="*/ 159076 h 277053"/>
              <a:gd name="connsiteX16-1531" fmla="*/ 381209 w 482302"/>
              <a:gd name="connsiteY16-1532" fmla="*/ 92401 h 277053"/>
              <a:gd name="connsiteX17-1533" fmla="*/ 428835 w 482302"/>
              <a:gd name="connsiteY17-1534" fmla="*/ 9058 h 277053"/>
              <a:gd name="connsiteX0-1535" fmla="*/ 428835 w 467002"/>
              <a:gd name="connsiteY0-1536" fmla="*/ 10962 h 278957"/>
              <a:gd name="connsiteX1-1537" fmla="*/ 439961 w 467002"/>
              <a:gd name="connsiteY1-1538" fmla="*/ 9487 h 278957"/>
              <a:gd name="connsiteX2-1539" fmla="*/ 466934 w 467002"/>
              <a:gd name="connsiteY2-1540" fmla="*/ 89542 h 278957"/>
              <a:gd name="connsiteX3-1541" fmla="*/ 431214 w 467002"/>
              <a:gd name="connsiteY3-1542" fmla="*/ 132404 h 278957"/>
              <a:gd name="connsiteX4-1543" fmla="*/ 316916 w 467002"/>
              <a:gd name="connsiteY4-1544" fmla="*/ 208604 h 278957"/>
              <a:gd name="connsiteX5-1545" fmla="*/ 183565 w 467002"/>
              <a:gd name="connsiteY5-1546" fmla="*/ 263373 h 278957"/>
              <a:gd name="connsiteX6-1547" fmla="*/ 50216 w 467002"/>
              <a:gd name="connsiteY6-1548" fmla="*/ 277662 h 278957"/>
              <a:gd name="connsiteX7-1549" fmla="*/ 209 w 467002"/>
              <a:gd name="connsiteY7-1550" fmla="*/ 237180 h 278957"/>
              <a:gd name="connsiteX8-1551" fmla="*/ 35928 w 467002"/>
              <a:gd name="connsiteY8-1552" fmla="*/ 182411 h 278957"/>
              <a:gd name="connsiteX9-1553" fmla="*/ 119271 w 467002"/>
              <a:gd name="connsiteY9-1554" fmla="*/ 141930 h 278957"/>
              <a:gd name="connsiteX10-1555" fmla="*/ 154990 w 467002"/>
              <a:gd name="connsiteY10-1556" fmla="*/ 144311 h 278957"/>
              <a:gd name="connsiteX11-1557" fmla="*/ 131177 w 467002"/>
              <a:gd name="connsiteY11-1558" fmla="*/ 168123 h 278957"/>
              <a:gd name="connsiteX12-1559" fmla="*/ 76409 w 467002"/>
              <a:gd name="connsiteY12-1560" fmla="*/ 201461 h 278957"/>
              <a:gd name="connsiteX13-1561" fmla="*/ 128796 w 467002"/>
              <a:gd name="connsiteY13-1562" fmla="*/ 210986 h 278957"/>
              <a:gd name="connsiteX14-1563" fmla="*/ 262146 w 467002"/>
              <a:gd name="connsiteY14-1564" fmla="*/ 160980 h 278957"/>
              <a:gd name="connsiteX15-1565" fmla="*/ 381209 w 467002"/>
              <a:gd name="connsiteY15-1566" fmla="*/ 94305 h 278957"/>
              <a:gd name="connsiteX16-1567" fmla="*/ 428835 w 467002"/>
              <a:gd name="connsiteY16-1568" fmla="*/ 10962 h 278957"/>
              <a:gd name="connsiteX0-1569" fmla="*/ 428835 w 471839"/>
              <a:gd name="connsiteY0-1570" fmla="*/ 10962 h 278957"/>
              <a:gd name="connsiteX1-1571" fmla="*/ 439961 w 471839"/>
              <a:gd name="connsiteY1-1572" fmla="*/ 9487 h 278957"/>
              <a:gd name="connsiteX2-1573" fmla="*/ 466934 w 471839"/>
              <a:gd name="connsiteY2-1574" fmla="*/ 89542 h 278957"/>
              <a:gd name="connsiteX3-1575" fmla="*/ 468425 w 471839"/>
              <a:gd name="connsiteY3-1576" fmla="*/ 101995 h 278957"/>
              <a:gd name="connsiteX4-1577" fmla="*/ 431214 w 471839"/>
              <a:gd name="connsiteY4-1578" fmla="*/ 132404 h 278957"/>
              <a:gd name="connsiteX5-1579" fmla="*/ 316916 w 471839"/>
              <a:gd name="connsiteY5-1580" fmla="*/ 208604 h 278957"/>
              <a:gd name="connsiteX6-1581" fmla="*/ 183565 w 471839"/>
              <a:gd name="connsiteY6-1582" fmla="*/ 263373 h 278957"/>
              <a:gd name="connsiteX7-1583" fmla="*/ 50216 w 471839"/>
              <a:gd name="connsiteY7-1584" fmla="*/ 277662 h 278957"/>
              <a:gd name="connsiteX8-1585" fmla="*/ 209 w 471839"/>
              <a:gd name="connsiteY8-1586" fmla="*/ 237180 h 278957"/>
              <a:gd name="connsiteX9-1587" fmla="*/ 35928 w 471839"/>
              <a:gd name="connsiteY9-1588" fmla="*/ 182411 h 278957"/>
              <a:gd name="connsiteX10-1589" fmla="*/ 119271 w 471839"/>
              <a:gd name="connsiteY10-1590" fmla="*/ 141930 h 278957"/>
              <a:gd name="connsiteX11-1591" fmla="*/ 154990 w 471839"/>
              <a:gd name="connsiteY11-1592" fmla="*/ 144311 h 278957"/>
              <a:gd name="connsiteX12-1593" fmla="*/ 131177 w 471839"/>
              <a:gd name="connsiteY12-1594" fmla="*/ 168123 h 278957"/>
              <a:gd name="connsiteX13-1595" fmla="*/ 76409 w 471839"/>
              <a:gd name="connsiteY13-1596" fmla="*/ 201461 h 278957"/>
              <a:gd name="connsiteX14-1597" fmla="*/ 128796 w 471839"/>
              <a:gd name="connsiteY14-1598" fmla="*/ 210986 h 278957"/>
              <a:gd name="connsiteX15-1599" fmla="*/ 262146 w 471839"/>
              <a:gd name="connsiteY15-1600" fmla="*/ 160980 h 278957"/>
              <a:gd name="connsiteX16-1601" fmla="*/ 381209 w 471839"/>
              <a:gd name="connsiteY16-1602" fmla="*/ 94305 h 278957"/>
              <a:gd name="connsiteX17-1603" fmla="*/ 428835 w 471839"/>
              <a:gd name="connsiteY17-1604" fmla="*/ 10962 h 278957"/>
              <a:gd name="connsiteX0-1605" fmla="*/ 428835 w 480230"/>
              <a:gd name="connsiteY0-1606" fmla="*/ 10962 h 278957"/>
              <a:gd name="connsiteX1-1607" fmla="*/ 439961 w 480230"/>
              <a:gd name="connsiteY1-1608" fmla="*/ 9487 h 278957"/>
              <a:gd name="connsiteX2-1609" fmla="*/ 466934 w 480230"/>
              <a:gd name="connsiteY2-1610" fmla="*/ 89542 h 278957"/>
              <a:gd name="connsiteX3-1611" fmla="*/ 468425 w 480230"/>
              <a:gd name="connsiteY3-1612" fmla="*/ 101995 h 278957"/>
              <a:gd name="connsiteX4-1613" fmla="*/ 316916 w 480230"/>
              <a:gd name="connsiteY4-1614" fmla="*/ 208604 h 278957"/>
              <a:gd name="connsiteX5-1615" fmla="*/ 183565 w 480230"/>
              <a:gd name="connsiteY5-1616" fmla="*/ 263373 h 278957"/>
              <a:gd name="connsiteX6-1617" fmla="*/ 50216 w 480230"/>
              <a:gd name="connsiteY6-1618" fmla="*/ 277662 h 278957"/>
              <a:gd name="connsiteX7-1619" fmla="*/ 209 w 480230"/>
              <a:gd name="connsiteY7-1620" fmla="*/ 237180 h 278957"/>
              <a:gd name="connsiteX8-1621" fmla="*/ 35928 w 480230"/>
              <a:gd name="connsiteY8-1622" fmla="*/ 182411 h 278957"/>
              <a:gd name="connsiteX9-1623" fmla="*/ 119271 w 480230"/>
              <a:gd name="connsiteY9-1624" fmla="*/ 141930 h 278957"/>
              <a:gd name="connsiteX10-1625" fmla="*/ 154990 w 480230"/>
              <a:gd name="connsiteY10-1626" fmla="*/ 144311 h 278957"/>
              <a:gd name="connsiteX11-1627" fmla="*/ 131177 w 480230"/>
              <a:gd name="connsiteY11-1628" fmla="*/ 168123 h 278957"/>
              <a:gd name="connsiteX12-1629" fmla="*/ 76409 w 480230"/>
              <a:gd name="connsiteY12-1630" fmla="*/ 201461 h 278957"/>
              <a:gd name="connsiteX13-1631" fmla="*/ 128796 w 480230"/>
              <a:gd name="connsiteY13-1632" fmla="*/ 210986 h 278957"/>
              <a:gd name="connsiteX14-1633" fmla="*/ 262146 w 480230"/>
              <a:gd name="connsiteY14-1634" fmla="*/ 160980 h 278957"/>
              <a:gd name="connsiteX15-1635" fmla="*/ 381209 w 480230"/>
              <a:gd name="connsiteY15-1636" fmla="*/ 94305 h 278957"/>
              <a:gd name="connsiteX16-1637" fmla="*/ 428835 w 480230"/>
              <a:gd name="connsiteY16-1638" fmla="*/ 10962 h 278957"/>
              <a:gd name="connsiteX0-1639" fmla="*/ 428835 w 470488"/>
              <a:gd name="connsiteY0-1640" fmla="*/ 10962 h 278957"/>
              <a:gd name="connsiteX1-1641" fmla="*/ 439961 w 470488"/>
              <a:gd name="connsiteY1-1642" fmla="*/ 9487 h 278957"/>
              <a:gd name="connsiteX2-1643" fmla="*/ 466934 w 470488"/>
              <a:gd name="connsiteY2-1644" fmla="*/ 89542 h 278957"/>
              <a:gd name="connsiteX3-1645" fmla="*/ 468425 w 470488"/>
              <a:gd name="connsiteY3-1646" fmla="*/ 101995 h 278957"/>
              <a:gd name="connsiteX4-1647" fmla="*/ 450634 w 470488"/>
              <a:gd name="connsiteY4-1648" fmla="*/ 109111 h 278957"/>
              <a:gd name="connsiteX5-1649" fmla="*/ 316916 w 470488"/>
              <a:gd name="connsiteY5-1650" fmla="*/ 208604 h 278957"/>
              <a:gd name="connsiteX6-1651" fmla="*/ 183565 w 470488"/>
              <a:gd name="connsiteY6-1652" fmla="*/ 263373 h 278957"/>
              <a:gd name="connsiteX7-1653" fmla="*/ 50216 w 470488"/>
              <a:gd name="connsiteY7-1654" fmla="*/ 277662 h 278957"/>
              <a:gd name="connsiteX8-1655" fmla="*/ 209 w 470488"/>
              <a:gd name="connsiteY8-1656" fmla="*/ 237180 h 278957"/>
              <a:gd name="connsiteX9-1657" fmla="*/ 35928 w 470488"/>
              <a:gd name="connsiteY9-1658" fmla="*/ 182411 h 278957"/>
              <a:gd name="connsiteX10-1659" fmla="*/ 119271 w 470488"/>
              <a:gd name="connsiteY10-1660" fmla="*/ 141930 h 278957"/>
              <a:gd name="connsiteX11-1661" fmla="*/ 154990 w 470488"/>
              <a:gd name="connsiteY11-1662" fmla="*/ 144311 h 278957"/>
              <a:gd name="connsiteX12-1663" fmla="*/ 131177 w 470488"/>
              <a:gd name="connsiteY12-1664" fmla="*/ 168123 h 278957"/>
              <a:gd name="connsiteX13-1665" fmla="*/ 76409 w 470488"/>
              <a:gd name="connsiteY13-1666" fmla="*/ 201461 h 278957"/>
              <a:gd name="connsiteX14-1667" fmla="*/ 128796 w 470488"/>
              <a:gd name="connsiteY14-1668" fmla="*/ 210986 h 278957"/>
              <a:gd name="connsiteX15-1669" fmla="*/ 262146 w 470488"/>
              <a:gd name="connsiteY15-1670" fmla="*/ 160980 h 278957"/>
              <a:gd name="connsiteX16-1671" fmla="*/ 381209 w 470488"/>
              <a:gd name="connsiteY16-1672" fmla="*/ 94305 h 278957"/>
              <a:gd name="connsiteX17-1673" fmla="*/ 428835 w 470488"/>
              <a:gd name="connsiteY17-1674" fmla="*/ 10962 h 278957"/>
              <a:gd name="connsiteX0-1675" fmla="*/ 428835 w 480230"/>
              <a:gd name="connsiteY0-1676" fmla="*/ 10962 h 278957"/>
              <a:gd name="connsiteX1-1677" fmla="*/ 439961 w 480230"/>
              <a:gd name="connsiteY1-1678" fmla="*/ 9487 h 278957"/>
              <a:gd name="connsiteX2-1679" fmla="*/ 466934 w 480230"/>
              <a:gd name="connsiteY2-1680" fmla="*/ 89542 h 278957"/>
              <a:gd name="connsiteX3-1681" fmla="*/ 468425 w 480230"/>
              <a:gd name="connsiteY3-1682" fmla="*/ 101995 h 278957"/>
              <a:gd name="connsiteX4-1683" fmla="*/ 316916 w 480230"/>
              <a:gd name="connsiteY4-1684" fmla="*/ 208604 h 278957"/>
              <a:gd name="connsiteX5-1685" fmla="*/ 183565 w 480230"/>
              <a:gd name="connsiteY5-1686" fmla="*/ 263373 h 278957"/>
              <a:gd name="connsiteX6-1687" fmla="*/ 50216 w 480230"/>
              <a:gd name="connsiteY6-1688" fmla="*/ 277662 h 278957"/>
              <a:gd name="connsiteX7-1689" fmla="*/ 209 w 480230"/>
              <a:gd name="connsiteY7-1690" fmla="*/ 237180 h 278957"/>
              <a:gd name="connsiteX8-1691" fmla="*/ 35928 w 480230"/>
              <a:gd name="connsiteY8-1692" fmla="*/ 182411 h 278957"/>
              <a:gd name="connsiteX9-1693" fmla="*/ 119271 w 480230"/>
              <a:gd name="connsiteY9-1694" fmla="*/ 141930 h 278957"/>
              <a:gd name="connsiteX10-1695" fmla="*/ 154990 w 480230"/>
              <a:gd name="connsiteY10-1696" fmla="*/ 144311 h 278957"/>
              <a:gd name="connsiteX11-1697" fmla="*/ 131177 w 480230"/>
              <a:gd name="connsiteY11-1698" fmla="*/ 168123 h 278957"/>
              <a:gd name="connsiteX12-1699" fmla="*/ 76409 w 480230"/>
              <a:gd name="connsiteY12-1700" fmla="*/ 201461 h 278957"/>
              <a:gd name="connsiteX13-1701" fmla="*/ 128796 w 480230"/>
              <a:gd name="connsiteY13-1702" fmla="*/ 210986 h 278957"/>
              <a:gd name="connsiteX14-1703" fmla="*/ 262146 w 480230"/>
              <a:gd name="connsiteY14-1704" fmla="*/ 160980 h 278957"/>
              <a:gd name="connsiteX15-1705" fmla="*/ 381209 w 480230"/>
              <a:gd name="connsiteY15-1706" fmla="*/ 94305 h 278957"/>
              <a:gd name="connsiteX16-1707" fmla="*/ 428835 w 480230"/>
              <a:gd name="connsiteY16-1708" fmla="*/ 10962 h 278957"/>
              <a:gd name="connsiteX0-1709" fmla="*/ 428835 w 472614"/>
              <a:gd name="connsiteY0-1710" fmla="*/ 10962 h 278957"/>
              <a:gd name="connsiteX1-1711" fmla="*/ 439961 w 472614"/>
              <a:gd name="connsiteY1-1712" fmla="*/ 9487 h 278957"/>
              <a:gd name="connsiteX2-1713" fmla="*/ 466934 w 472614"/>
              <a:gd name="connsiteY2-1714" fmla="*/ 89542 h 278957"/>
              <a:gd name="connsiteX3-1715" fmla="*/ 316916 w 472614"/>
              <a:gd name="connsiteY3-1716" fmla="*/ 208604 h 278957"/>
              <a:gd name="connsiteX4-1717" fmla="*/ 183565 w 472614"/>
              <a:gd name="connsiteY4-1718" fmla="*/ 263373 h 278957"/>
              <a:gd name="connsiteX5-1719" fmla="*/ 50216 w 472614"/>
              <a:gd name="connsiteY5-1720" fmla="*/ 277662 h 278957"/>
              <a:gd name="connsiteX6-1721" fmla="*/ 209 w 472614"/>
              <a:gd name="connsiteY6-1722" fmla="*/ 237180 h 278957"/>
              <a:gd name="connsiteX7-1723" fmla="*/ 35928 w 472614"/>
              <a:gd name="connsiteY7-1724" fmla="*/ 182411 h 278957"/>
              <a:gd name="connsiteX8-1725" fmla="*/ 119271 w 472614"/>
              <a:gd name="connsiteY8-1726" fmla="*/ 141930 h 278957"/>
              <a:gd name="connsiteX9-1727" fmla="*/ 154990 w 472614"/>
              <a:gd name="connsiteY9-1728" fmla="*/ 144311 h 278957"/>
              <a:gd name="connsiteX10-1729" fmla="*/ 131177 w 472614"/>
              <a:gd name="connsiteY10-1730" fmla="*/ 168123 h 278957"/>
              <a:gd name="connsiteX11-1731" fmla="*/ 76409 w 472614"/>
              <a:gd name="connsiteY11-1732" fmla="*/ 201461 h 278957"/>
              <a:gd name="connsiteX12-1733" fmla="*/ 128796 w 472614"/>
              <a:gd name="connsiteY12-1734" fmla="*/ 210986 h 278957"/>
              <a:gd name="connsiteX13-1735" fmla="*/ 262146 w 472614"/>
              <a:gd name="connsiteY13-1736" fmla="*/ 160980 h 278957"/>
              <a:gd name="connsiteX14-1737" fmla="*/ 381209 w 472614"/>
              <a:gd name="connsiteY14-1738" fmla="*/ 94305 h 278957"/>
              <a:gd name="connsiteX15-1739" fmla="*/ 428835 w 472614"/>
              <a:gd name="connsiteY15-1740" fmla="*/ 10962 h 278957"/>
              <a:gd name="connsiteX0-1741" fmla="*/ 428835 w 447635"/>
              <a:gd name="connsiteY0-1742" fmla="*/ 19257 h 287252"/>
              <a:gd name="connsiteX1-1743" fmla="*/ 439961 w 447635"/>
              <a:gd name="connsiteY1-1744" fmla="*/ 17782 h 287252"/>
              <a:gd name="connsiteX2-1745" fmla="*/ 316916 w 447635"/>
              <a:gd name="connsiteY2-1746" fmla="*/ 216899 h 287252"/>
              <a:gd name="connsiteX3-1747" fmla="*/ 183565 w 447635"/>
              <a:gd name="connsiteY3-1748" fmla="*/ 271668 h 287252"/>
              <a:gd name="connsiteX4-1749" fmla="*/ 50216 w 447635"/>
              <a:gd name="connsiteY4-1750" fmla="*/ 285957 h 287252"/>
              <a:gd name="connsiteX5-1751" fmla="*/ 209 w 447635"/>
              <a:gd name="connsiteY5-1752" fmla="*/ 245475 h 287252"/>
              <a:gd name="connsiteX6-1753" fmla="*/ 35928 w 447635"/>
              <a:gd name="connsiteY6-1754" fmla="*/ 190706 h 287252"/>
              <a:gd name="connsiteX7-1755" fmla="*/ 119271 w 447635"/>
              <a:gd name="connsiteY7-1756" fmla="*/ 150225 h 287252"/>
              <a:gd name="connsiteX8-1757" fmla="*/ 154990 w 447635"/>
              <a:gd name="connsiteY8-1758" fmla="*/ 152606 h 287252"/>
              <a:gd name="connsiteX9-1759" fmla="*/ 131177 w 447635"/>
              <a:gd name="connsiteY9-1760" fmla="*/ 176418 h 287252"/>
              <a:gd name="connsiteX10-1761" fmla="*/ 76409 w 447635"/>
              <a:gd name="connsiteY10-1762" fmla="*/ 209756 h 287252"/>
              <a:gd name="connsiteX11-1763" fmla="*/ 128796 w 447635"/>
              <a:gd name="connsiteY11-1764" fmla="*/ 219281 h 287252"/>
              <a:gd name="connsiteX12-1765" fmla="*/ 262146 w 447635"/>
              <a:gd name="connsiteY12-1766" fmla="*/ 169275 h 287252"/>
              <a:gd name="connsiteX13-1767" fmla="*/ 381209 w 447635"/>
              <a:gd name="connsiteY13-1768" fmla="*/ 102600 h 287252"/>
              <a:gd name="connsiteX14-1769" fmla="*/ 428835 w 447635"/>
              <a:gd name="connsiteY14-1770" fmla="*/ 19257 h 287252"/>
              <a:gd name="connsiteX0-1771" fmla="*/ 381209 w 441744"/>
              <a:gd name="connsiteY0-1772" fmla="*/ 87764 h 272416"/>
              <a:gd name="connsiteX1-1773" fmla="*/ 439961 w 441744"/>
              <a:gd name="connsiteY1-1774" fmla="*/ 2946 h 272416"/>
              <a:gd name="connsiteX2-1775" fmla="*/ 316916 w 441744"/>
              <a:gd name="connsiteY2-1776" fmla="*/ 202063 h 272416"/>
              <a:gd name="connsiteX3-1777" fmla="*/ 183565 w 441744"/>
              <a:gd name="connsiteY3-1778" fmla="*/ 256832 h 272416"/>
              <a:gd name="connsiteX4-1779" fmla="*/ 50216 w 441744"/>
              <a:gd name="connsiteY4-1780" fmla="*/ 271121 h 272416"/>
              <a:gd name="connsiteX5-1781" fmla="*/ 209 w 441744"/>
              <a:gd name="connsiteY5-1782" fmla="*/ 230639 h 272416"/>
              <a:gd name="connsiteX6-1783" fmla="*/ 35928 w 441744"/>
              <a:gd name="connsiteY6-1784" fmla="*/ 175870 h 272416"/>
              <a:gd name="connsiteX7-1785" fmla="*/ 119271 w 441744"/>
              <a:gd name="connsiteY7-1786" fmla="*/ 135389 h 272416"/>
              <a:gd name="connsiteX8-1787" fmla="*/ 154990 w 441744"/>
              <a:gd name="connsiteY8-1788" fmla="*/ 137770 h 272416"/>
              <a:gd name="connsiteX9-1789" fmla="*/ 131177 w 441744"/>
              <a:gd name="connsiteY9-1790" fmla="*/ 161582 h 272416"/>
              <a:gd name="connsiteX10-1791" fmla="*/ 76409 w 441744"/>
              <a:gd name="connsiteY10-1792" fmla="*/ 194920 h 272416"/>
              <a:gd name="connsiteX11-1793" fmla="*/ 128796 w 441744"/>
              <a:gd name="connsiteY11-1794" fmla="*/ 204445 h 272416"/>
              <a:gd name="connsiteX12-1795" fmla="*/ 262146 w 441744"/>
              <a:gd name="connsiteY12-1796" fmla="*/ 154439 h 272416"/>
              <a:gd name="connsiteX13-1797" fmla="*/ 381209 w 441744"/>
              <a:gd name="connsiteY13-1798" fmla="*/ 87764 h 272416"/>
              <a:gd name="connsiteX0-1799" fmla="*/ 381209 w 382517"/>
              <a:gd name="connsiteY0-1800" fmla="*/ 0 h 184652"/>
              <a:gd name="connsiteX1-1801" fmla="*/ 316916 w 382517"/>
              <a:gd name="connsiteY1-1802" fmla="*/ 114299 h 184652"/>
              <a:gd name="connsiteX2-1803" fmla="*/ 183565 w 382517"/>
              <a:gd name="connsiteY2-1804" fmla="*/ 169068 h 184652"/>
              <a:gd name="connsiteX3-1805" fmla="*/ 50216 w 382517"/>
              <a:gd name="connsiteY3-1806" fmla="*/ 183357 h 184652"/>
              <a:gd name="connsiteX4-1807" fmla="*/ 209 w 382517"/>
              <a:gd name="connsiteY4-1808" fmla="*/ 142875 h 184652"/>
              <a:gd name="connsiteX5-1809" fmla="*/ 35928 w 382517"/>
              <a:gd name="connsiteY5-1810" fmla="*/ 88106 h 184652"/>
              <a:gd name="connsiteX6-1811" fmla="*/ 119271 w 382517"/>
              <a:gd name="connsiteY6-1812" fmla="*/ 47625 h 184652"/>
              <a:gd name="connsiteX7-1813" fmla="*/ 154990 w 382517"/>
              <a:gd name="connsiteY7-1814" fmla="*/ 50006 h 184652"/>
              <a:gd name="connsiteX8-1815" fmla="*/ 131177 w 382517"/>
              <a:gd name="connsiteY8-1816" fmla="*/ 73818 h 184652"/>
              <a:gd name="connsiteX9-1817" fmla="*/ 76409 w 382517"/>
              <a:gd name="connsiteY9-1818" fmla="*/ 107156 h 184652"/>
              <a:gd name="connsiteX10-1819" fmla="*/ 128796 w 382517"/>
              <a:gd name="connsiteY10-1820" fmla="*/ 116681 h 184652"/>
              <a:gd name="connsiteX11-1821" fmla="*/ 262146 w 382517"/>
              <a:gd name="connsiteY11-1822" fmla="*/ 66675 h 184652"/>
              <a:gd name="connsiteX12-1823" fmla="*/ 381209 w 382517"/>
              <a:gd name="connsiteY12-1824" fmla="*/ 0 h 184652"/>
              <a:gd name="connsiteX0-1825" fmla="*/ 262146 w 319651"/>
              <a:gd name="connsiteY0-1826" fmla="*/ 22242 h 140219"/>
              <a:gd name="connsiteX1-1827" fmla="*/ 316916 w 319651"/>
              <a:gd name="connsiteY1-1828" fmla="*/ 69866 h 140219"/>
              <a:gd name="connsiteX2-1829" fmla="*/ 183565 w 319651"/>
              <a:gd name="connsiteY2-1830" fmla="*/ 124635 h 140219"/>
              <a:gd name="connsiteX3-1831" fmla="*/ 50216 w 319651"/>
              <a:gd name="connsiteY3-1832" fmla="*/ 138924 h 140219"/>
              <a:gd name="connsiteX4-1833" fmla="*/ 209 w 319651"/>
              <a:gd name="connsiteY4-1834" fmla="*/ 98442 h 140219"/>
              <a:gd name="connsiteX5-1835" fmla="*/ 35928 w 319651"/>
              <a:gd name="connsiteY5-1836" fmla="*/ 43673 h 140219"/>
              <a:gd name="connsiteX6-1837" fmla="*/ 119271 w 319651"/>
              <a:gd name="connsiteY6-1838" fmla="*/ 3192 h 140219"/>
              <a:gd name="connsiteX7-1839" fmla="*/ 154990 w 319651"/>
              <a:gd name="connsiteY7-1840" fmla="*/ 5573 h 140219"/>
              <a:gd name="connsiteX8-1841" fmla="*/ 131177 w 319651"/>
              <a:gd name="connsiteY8-1842" fmla="*/ 29385 h 140219"/>
              <a:gd name="connsiteX9-1843" fmla="*/ 76409 w 319651"/>
              <a:gd name="connsiteY9-1844" fmla="*/ 62723 h 140219"/>
              <a:gd name="connsiteX10-1845" fmla="*/ 128796 w 319651"/>
              <a:gd name="connsiteY10-1846" fmla="*/ 72248 h 140219"/>
              <a:gd name="connsiteX11-1847" fmla="*/ 262146 w 319651"/>
              <a:gd name="connsiteY11-1848" fmla="*/ 22242 h 140219"/>
              <a:gd name="connsiteX0-1849" fmla="*/ 262146 w 263196"/>
              <a:gd name="connsiteY0-1850" fmla="*/ 22242 h 141482"/>
              <a:gd name="connsiteX1-1851" fmla="*/ 183565 w 263196"/>
              <a:gd name="connsiteY1-1852" fmla="*/ 124635 h 141482"/>
              <a:gd name="connsiteX2-1853" fmla="*/ 50216 w 263196"/>
              <a:gd name="connsiteY2-1854" fmla="*/ 138924 h 141482"/>
              <a:gd name="connsiteX3-1855" fmla="*/ 209 w 263196"/>
              <a:gd name="connsiteY3-1856" fmla="*/ 98442 h 141482"/>
              <a:gd name="connsiteX4-1857" fmla="*/ 35928 w 263196"/>
              <a:gd name="connsiteY4-1858" fmla="*/ 43673 h 141482"/>
              <a:gd name="connsiteX5-1859" fmla="*/ 119271 w 263196"/>
              <a:gd name="connsiteY5-1860" fmla="*/ 3192 h 141482"/>
              <a:gd name="connsiteX6-1861" fmla="*/ 154990 w 263196"/>
              <a:gd name="connsiteY6-1862" fmla="*/ 5573 h 141482"/>
              <a:gd name="connsiteX7-1863" fmla="*/ 131177 w 263196"/>
              <a:gd name="connsiteY7-1864" fmla="*/ 29385 h 141482"/>
              <a:gd name="connsiteX8-1865" fmla="*/ 76409 w 263196"/>
              <a:gd name="connsiteY8-1866" fmla="*/ 62723 h 141482"/>
              <a:gd name="connsiteX9-1867" fmla="*/ 128796 w 263196"/>
              <a:gd name="connsiteY9-1868" fmla="*/ 72248 h 141482"/>
              <a:gd name="connsiteX10-1869" fmla="*/ 262146 w 263196"/>
              <a:gd name="connsiteY10-1870" fmla="*/ 22242 h 141482"/>
              <a:gd name="connsiteX0-1871" fmla="*/ 128796 w 185725"/>
              <a:gd name="connsiteY0-1872" fmla="*/ 72248 h 140181"/>
              <a:gd name="connsiteX1-1873" fmla="*/ 183565 w 185725"/>
              <a:gd name="connsiteY1-1874" fmla="*/ 124635 h 140181"/>
              <a:gd name="connsiteX2-1875" fmla="*/ 50216 w 185725"/>
              <a:gd name="connsiteY2-1876" fmla="*/ 138924 h 140181"/>
              <a:gd name="connsiteX3-1877" fmla="*/ 209 w 185725"/>
              <a:gd name="connsiteY3-1878" fmla="*/ 98442 h 140181"/>
              <a:gd name="connsiteX4-1879" fmla="*/ 35928 w 185725"/>
              <a:gd name="connsiteY4-1880" fmla="*/ 43673 h 140181"/>
              <a:gd name="connsiteX5-1881" fmla="*/ 119271 w 185725"/>
              <a:gd name="connsiteY5-1882" fmla="*/ 3192 h 140181"/>
              <a:gd name="connsiteX6-1883" fmla="*/ 154990 w 185725"/>
              <a:gd name="connsiteY6-1884" fmla="*/ 5573 h 140181"/>
              <a:gd name="connsiteX7-1885" fmla="*/ 131177 w 185725"/>
              <a:gd name="connsiteY7-1886" fmla="*/ 29385 h 140181"/>
              <a:gd name="connsiteX8-1887" fmla="*/ 76409 w 185725"/>
              <a:gd name="connsiteY8-1888" fmla="*/ 62723 h 140181"/>
              <a:gd name="connsiteX9-1889" fmla="*/ 128796 w 185725"/>
              <a:gd name="connsiteY9-1890" fmla="*/ 72248 h 140181"/>
              <a:gd name="connsiteX0-1891" fmla="*/ 128796 w 155195"/>
              <a:gd name="connsiteY0-1892" fmla="*/ 72248 h 139366"/>
              <a:gd name="connsiteX1-1893" fmla="*/ 50216 w 155195"/>
              <a:gd name="connsiteY1-1894" fmla="*/ 138924 h 139366"/>
              <a:gd name="connsiteX2-1895" fmla="*/ 209 w 155195"/>
              <a:gd name="connsiteY2-1896" fmla="*/ 98442 h 139366"/>
              <a:gd name="connsiteX3-1897" fmla="*/ 35928 w 155195"/>
              <a:gd name="connsiteY3-1898" fmla="*/ 43673 h 139366"/>
              <a:gd name="connsiteX4-1899" fmla="*/ 119271 w 155195"/>
              <a:gd name="connsiteY4-1900" fmla="*/ 3192 h 139366"/>
              <a:gd name="connsiteX5-1901" fmla="*/ 154990 w 155195"/>
              <a:gd name="connsiteY5-1902" fmla="*/ 5573 h 139366"/>
              <a:gd name="connsiteX6-1903" fmla="*/ 131177 w 155195"/>
              <a:gd name="connsiteY6-1904" fmla="*/ 29385 h 139366"/>
              <a:gd name="connsiteX7-1905" fmla="*/ 76409 w 155195"/>
              <a:gd name="connsiteY7-1906" fmla="*/ 62723 h 139366"/>
              <a:gd name="connsiteX8-1907" fmla="*/ 128796 w 155195"/>
              <a:gd name="connsiteY8-1908" fmla="*/ 72248 h 139366"/>
              <a:gd name="connsiteX0-1909" fmla="*/ 76409 w 155195"/>
              <a:gd name="connsiteY0-1910" fmla="*/ 62723 h 139682"/>
              <a:gd name="connsiteX1-1911" fmla="*/ 50216 w 155195"/>
              <a:gd name="connsiteY1-1912" fmla="*/ 138924 h 139682"/>
              <a:gd name="connsiteX2-1913" fmla="*/ 209 w 155195"/>
              <a:gd name="connsiteY2-1914" fmla="*/ 98442 h 139682"/>
              <a:gd name="connsiteX3-1915" fmla="*/ 35928 w 155195"/>
              <a:gd name="connsiteY3-1916" fmla="*/ 43673 h 139682"/>
              <a:gd name="connsiteX4-1917" fmla="*/ 119271 w 155195"/>
              <a:gd name="connsiteY4-1918" fmla="*/ 3192 h 139682"/>
              <a:gd name="connsiteX5-1919" fmla="*/ 154990 w 155195"/>
              <a:gd name="connsiteY5-1920" fmla="*/ 5573 h 139682"/>
              <a:gd name="connsiteX6-1921" fmla="*/ 131177 w 155195"/>
              <a:gd name="connsiteY6-1922" fmla="*/ 29385 h 139682"/>
              <a:gd name="connsiteX7-1923" fmla="*/ 76409 w 155195"/>
              <a:gd name="connsiteY7-1924" fmla="*/ 62723 h 139682"/>
              <a:gd name="connsiteX0-1925" fmla="*/ 76213 w 154999"/>
              <a:gd name="connsiteY0-1926" fmla="*/ 62723 h 119083"/>
              <a:gd name="connsiteX1-1927" fmla="*/ 32230 w 154999"/>
              <a:gd name="connsiteY1-1928" fmla="*/ 117576 h 119083"/>
              <a:gd name="connsiteX2-1929" fmla="*/ 13 w 154999"/>
              <a:gd name="connsiteY2-1930" fmla="*/ 98442 h 119083"/>
              <a:gd name="connsiteX3-1931" fmla="*/ 35732 w 154999"/>
              <a:gd name="connsiteY3-1932" fmla="*/ 43673 h 119083"/>
              <a:gd name="connsiteX4-1933" fmla="*/ 119075 w 154999"/>
              <a:gd name="connsiteY4-1934" fmla="*/ 3192 h 119083"/>
              <a:gd name="connsiteX5-1935" fmla="*/ 154794 w 154999"/>
              <a:gd name="connsiteY5-1936" fmla="*/ 5573 h 119083"/>
              <a:gd name="connsiteX6-1937" fmla="*/ 130981 w 154999"/>
              <a:gd name="connsiteY6-1938" fmla="*/ 29385 h 119083"/>
              <a:gd name="connsiteX7-1939" fmla="*/ 76213 w 154999"/>
              <a:gd name="connsiteY7-1940" fmla="*/ 62723 h 119083"/>
              <a:gd name="connsiteX0-1941" fmla="*/ 76215 w 155001"/>
              <a:gd name="connsiteY0-1942" fmla="*/ 62723 h 122431"/>
              <a:gd name="connsiteX1-1943" fmla="*/ 39348 w 155001"/>
              <a:gd name="connsiteY1-1944" fmla="*/ 121134 h 122431"/>
              <a:gd name="connsiteX2-1945" fmla="*/ 15 w 155001"/>
              <a:gd name="connsiteY2-1946" fmla="*/ 98442 h 122431"/>
              <a:gd name="connsiteX3-1947" fmla="*/ 35734 w 155001"/>
              <a:gd name="connsiteY3-1948" fmla="*/ 43673 h 122431"/>
              <a:gd name="connsiteX4-1949" fmla="*/ 119077 w 155001"/>
              <a:gd name="connsiteY4-1950" fmla="*/ 3192 h 122431"/>
              <a:gd name="connsiteX5-1951" fmla="*/ 154796 w 155001"/>
              <a:gd name="connsiteY5-1952" fmla="*/ 5573 h 122431"/>
              <a:gd name="connsiteX6-1953" fmla="*/ 130983 w 155001"/>
              <a:gd name="connsiteY6-1954" fmla="*/ 29385 h 122431"/>
              <a:gd name="connsiteX7-1955" fmla="*/ 76215 w 155001"/>
              <a:gd name="connsiteY7-1956" fmla="*/ 62723 h 122431"/>
              <a:gd name="connsiteX0-1957" fmla="*/ 76215 w 155001"/>
              <a:gd name="connsiteY0-1958" fmla="*/ 62723 h 121566"/>
              <a:gd name="connsiteX1-1959" fmla="*/ 94645 w 155001"/>
              <a:gd name="connsiteY1-1960" fmla="*/ 80671 h 121566"/>
              <a:gd name="connsiteX2-1961" fmla="*/ 39348 w 155001"/>
              <a:gd name="connsiteY2-1962" fmla="*/ 121134 h 121566"/>
              <a:gd name="connsiteX3-1963" fmla="*/ 15 w 155001"/>
              <a:gd name="connsiteY3-1964" fmla="*/ 98442 h 121566"/>
              <a:gd name="connsiteX4-1965" fmla="*/ 35734 w 155001"/>
              <a:gd name="connsiteY4-1966" fmla="*/ 43673 h 121566"/>
              <a:gd name="connsiteX5-1967" fmla="*/ 119077 w 155001"/>
              <a:gd name="connsiteY5-1968" fmla="*/ 3192 h 121566"/>
              <a:gd name="connsiteX6-1969" fmla="*/ 154796 w 155001"/>
              <a:gd name="connsiteY6-1970" fmla="*/ 5573 h 121566"/>
              <a:gd name="connsiteX7-1971" fmla="*/ 130983 w 155001"/>
              <a:gd name="connsiteY7-1972" fmla="*/ 29385 h 121566"/>
              <a:gd name="connsiteX8-1973" fmla="*/ 76215 w 155001"/>
              <a:gd name="connsiteY8-1974" fmla="*/ 62723 h 121566"/>
              <a:gd name="connsiteX0-1975" fmla="*/ 76215 w 155001"/>
              <a:gd name="connsiteY0-1976" fmla="*/ 62723 h 128590"/>
              <a:gd name="connsiteX1-1977" fmla="*/ 94645 w 155001"/>
              <a:gd name="connsiteY1-1978" fmla="*/ 80671 h 128590"/>
              <a:gd name="connsiteX2-1979" fmla="*/ 39348 w 155001"/>
              <a:gd name="connsiteY2-1980" fmla="*/ 128278 h 128590"/>
              <a:gd name="connsiteX3-1981" fmla="*/ 15 w 155001"/>
              <a:gd name="connsiteY3-1982" fmla="*/ 98442 h 128590"/>
              <a:gd name="connsiteX4-1983" fmla="*/ 35734 w 155001"/>
              <a:gd name="connsiteY4-1984" fmla="*/ 43673 h 128590"/>
              <a:gd name="connsiteX5-1985" fmla="*/ 119077 w 155001"/>
              <a:gd name="connsiteY5-1986" fmla="*/ 3192 h 128590"/>
              <a:gd name="connsiteX6-1987" fmla="*/ 154796 w 155001"/>
              <a:gd name="connsiteY6-1988" fmla="*/ 5573 h 128590"/>
              <a:gd name="connsiteX7-1989" fmla="*/ 130983 w 155001"/>
              <a:gd name="connsiteY7-1990" fmla="*/ 29385 h 128590"/>
              <a:gd name="connsiteX8-1991" fmla="*/ 76215 w 155001"/>
              <a:gd name="connsiteY8-1992" fmla="*/ 62723 h 128590"/>
              <a:gd name="connsiteX0-1993" fmla="*/ 85740 w 154981"/>
              <a:gd name="connsiteY0-1994" fmla="*/ 60341 h 128590"/>
              <a:gd name="connsiteX1-1995" fmla="*/ 94645 w 154981"/>
              <a:gd name="connsiteY1-1996" fmla="*/ 80671 h 128590"/>
              <a:gd name="connsiteX2-1997" fmla="*/ 39348 w 154981"/>
              <a:gd name="connsiteY2-1998" fmla="*/ 128278 h 128590"/>
              <a:gd name="connsiteX3-1999" fmla="*/ 15 w 154981"/>
              <a:gd name="connsiteY3-2000" fmla="*/ 98442 h 128590"/>
              <a:gd name="connsiteX4-2001" fmla="*/ 35734 w 154981"/>
              <a:gd name="connsiteY4-2002" fmla="*/ 43673 h 128590"/>
              <a:gd name="connsiteX5-2003" fmla="*/ 119077 w 154981"/>
              <a:gd name="connsiteY5-2004" fmla="*/ 3192 h 128590"/>
              <a:gd name="connsiteX6-2005" fmla="*/ 154796 w 154981"/>
              <a:gd name="connsiteY6-2006" fmla="*/ 5573 h 128590"/>
              <a:gd name="connsiteX7-2007" fmla="*/ 130983 w 154981"/>
              <a:gd name="connsiteY7-2008" fmla="*/ 29385 h 128590"/>
              <a:gd name="connsiteX8-2009" fmla="*/ 85740 w 154981"/>
              <a:gd name="connsiteY8-2010" fmla="*/ 60341 h 1285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54981" h="128590">
                <a:moveTo>
                  <a:pt x="85740" y="60341"/>
                </a:moveTo>
                <a:cubicBezTo>
                  <a:pt x="79684" y="68889"/>
                  <a:pt x="100790" y="70936"/>
                  <a:pt x="94645" y="80671"/>
                </a:cubicBezTo>
                <a:cubicBezTo>
                  <a:pt x="88501" y="90406"/>
                  <a:pt x="55120" y="125316"/>
                  <a:pt x="39348" y="128278"/>
                </a:cubicBezTo>
                <a:cubicBezTo>
                  <a:pt x="23576" y="131240"/>
                  <a:pt x="617" y="112543"/>
                  <a:pt x="15" y="98442"/>
                </a:cubicBezTo>
                <a:cubicBezTo>
                  <a:pt x="-587" y="84341"/>
                  <a:pt x="15890" y="59548"/>
                  <a:pt x="35734" y="43673"/>
                </a:cubicBezTo>
                <a:cubicBezTo>
                  <a:pt x="55578" y="27798"/>
                  <a:pt x="99233" y="9542"/>
                  <a:pt x="119077" y="3192"/>
                </a:cubicBezTo>
                <a:cubicBezTo>
                  <a:pt x="138921" y="-3158"/>
                  <a:pt x="152812" y="1208"/>
                  <a:pt x="154796" y="5573"/>
                </a:cubicBezTo>
                <a:cubicBezTo>
                  <a:pt x="156780" y="9938"/>
                  <a:pt x="142492" y="20257"/>
                  <a:pt x="130983" y="29385"/>
                </a:cubicBezTo>
                <a:cubicBezTo>
                  <a:pt x="119474" y="38513"/>
                  <a:pt x="91796" y="51793"/>
                  <a:pt x="85740" y="603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26" name="图片 25" descr="羽毛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449"/>
          <a:stretch>
            <a:fillRect/>
          </a:stretch>
        </p:blipFill>
        <p:spPr bwMode="auto">
          <a:xfrm rot="1350554">
            <a:off x="9313257" y="-293701"/>
            <a:ext cx="1239837" cy="394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5000">
        <p15:prstTrans prst="pageCurlDouble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9444 -0.12379 C -0.69391 -0.11662 -0.69339 -0.10921 -0.69878 -0.09625 C -0.70416 -0.08328 -0.72273 -0.05342 -0.72673 -0.04532 " pathEditMode="fixed" rAng="0" ptsTypes="aaA">
                                      <p:cBhvr>
                                        <p:cTn id="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" y="39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2673 -0.04532 C -0.71215 -0.0606 -0.69739 -0.07588 -0.68541 -0.08653 C -0.67343 -0.09717 -0.67742 -0.10597 -0.65468 -0.10991 C -0.63194 -0.11384 -0.57395 -0.10805 -0.54878 -0.10991 C -0.5236 -0.11176 -0.50954 -0.1194 -0.50312 -0.12171 " pathEditMode="fixed" ptsTypes="aaaaA">
                                      <p:cBhvr>
                                        <p:cTn id="12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7065 -0.12217 C -0.5927 -0.09116 -0.61457 -0.06014 -0.6368 -0.02426 C -0.65902 0.01162 -0.68975 0.06972 -0.7045 0.09334 C -0.71926 0.11695 -0.71909 0.11278 -0.72516 0.11695 C -0.73124 0.12111 -0.73593 0.1188 -0.74131 0.11903 C -0.74669 0.11926 -0.75867 0.11926 -0.75746 0.11903 " pathEditMode="fixed" rAng="0" ptsTypes="aaaaaA">
                                      <p:cBhvr>
                                        <p:cTn id="18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00" y="1220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5746 0.11903 C -0.76128 0.11417 -0.76493 0.10931 -0.76475 0.10144 C -0.76458 0.09357 -0.76007 0.08014 -0.7559 0.07204 C -0.75173 0.06394 -0.74461 0.05769 -0.73975 0.05236 C -0.73489 0.04704 -0.73177 0.04959 -0.72656 0.04056 " pathEditMode="fixed" ptsTypes="aaaaA">
                                      <p:cBhvr>
                                        <p:cTn id="2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2655 0.04055 C -0.72169 0.03592 -0.71683 0.03129 -0.71249 0.03315 C -0.70815 0.035 -0.70225 0.04125 -0.70051 0.05213 C -0.69877 0.06301 -0.70155 0.09102 -0.70155 0.09842 " pathEditMode="fixed" ptsTypes="aaaA">
                                      <p:cBhvr>
                                        <p:cTn id="3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0155 0.09842 C -0.69964 0.1012 -0.69756 0.10398 -0.68853 0.09704 C -0.6795 0.09009 -0.66006 0.06995 -0.64721 0.0563 C -0.63436 0.04264 -0.62308 0.03014 -0.61127 0.0144 C -0.59947 -0.00134 -0.58731 -0.02195 -0.57655 -0.03792 C -0.56579 -0.05389 -0.55207 -0.07472 -0.54721 -0.08144 " pathEditMode="fixed" ptsTypes="aaaaaA">
                                      <p:cBhvr>
                                        <p:cTn id="33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409 -0.08143 C -0.55971 -0.05898 -0.57534 -0.03629 -0.58766 -0.01754 C -0.59999 0.00121 -0.60832 0.01602 -0.61805 0.03176 C -0.62777 0.0475 -0.6401 0.06533 -0.64635 0.07667 C -0.6526 0.08801 -0.65607 0.09704 -0.65607 0.09982 " pathEditMode="fixed" rAng="0" ptsTypes="aaaaA">
                                      <p:cBhvr>
                                        <p:cTn id="39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00" y="91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5607 0.09981 C -0.64878 0.09078 -0.64149 0.08176 -0.63645 0.07528 C -0.63142 0.06879 -0.62951 0.06509 -0.62569 0.06069 C -0.62187 0.05629 -0.6184 0.05375 -0.61371 0.04912 C -0.60902 0.04449 -0.6019 0.03708 -0.59739 0.03315 C -0.59288 0.02921 -0.5894 0.02759 -0.58645 0.02597 C -0.5835 0.02435 -0.5809 0.02319 -0.58003 0.02296 " pathEditMode="fixed" ptsTypes="aaaaaaA">
                                      <p:cBhvr>
                                        <p:cTn id="45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8003 0.02296 C -0.5769 0.02366 -0.57378 0.02435 -0.57447 0.02736 C -0.57517 0.03037 -0.58072 0.035 -0.58437 0.04055 C -0.58801 0.04611 -0.59183 0.05467 -0.59635 0.06069 C -0.60086 0.06671 -0.60833 0.07065 -0.61145 0.07666 C -0.61458 0.08268 -0.61423 0.09449 -0.61475 0.09703 " pathEditMode="fixed" ptsTypes="aaaaaA">
                                      <p:cBhvr>
                                        <p:cTn id="51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475 0.09704 C -0.6111 0.09959 -0.60728 0.10237 -0.60173 0.10005 C -0.59617 0.09774 -0.58697 0.08663 -0.58107 0.08246 C -0.57517 0.07829 -0.57187 0.07783 -0.56579 0.07528 C -0.55971 0.07274 -0.54947 0.0695 -0.54409 0.06672 C -0.53871 0.06394 -0.53784 0.06163 -0.53315 0.05792 C -0.52846 0.05422 -0.52013 0.05052 -0.51579 0.04496 C -0.51145 0.0394 -0.50746 0.02899 -0.50711 0.02459 C -0.50676 0.02019 -0.51319 0.01973 -0.51371 0.0188 " pathEditMode="fixed" ptsTypes="aaaaaaaaA">
                                      <p:cBhvr>
                                        <p:cTn id="57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1371 0.0188 C -0.51753 0.02019 -0.52135 0.02158 -0.52551 0.02459 C -0.52968 0.0276 -0.53385 0.03153 -0.53871 0.03755 C -0.54357 0.04357 -0.55138 0.05353 -0.55485 0.06093 C -0.55833 0.06834 -0.55867 0.07667 -0.55937 0.08246 C -0.56006 0.08825 -0.5611 0.09265 -0.55937 0.09565 C -0.55763 0.09866 -0.55155 0.09959 -0.54843 0.10005 C -0.5453 0.10052 -0.54235 0.09936 -0.54079 0.09843 " pathEditMode="fixed" ptsTypes="aaaaaaaA">
                                      <p:cBhvr>
                                        <p:cTn id="63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079 0.09843 C -0.53297 0.09565 -0.52516 0.09287 -0.51735 0.08732 C -0.50954 0.08176 -0.52099 0.09033 -0.49408 0.0651 C -0.46718 0.03986 -0.38488 -0.04162 -0.35572 -0.06384 C -0.32655 -0.08606 -0.3236 -0.06939 -0.31908 -0.06824 C -0.31457 -0.06708 -0.32759 -0.05875 -0.32898 -0.05713 " pathEditMode="fixed" rAng="0" ptsTypes="aaaaaA">
                                      <p:cBhvr>
                                        <p:cTn id="6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00" y="-9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2898 -0.05713 C -0.33298 -0.05574 -0.3368 -0.05435 -0.33871 -0.05203 C -0.34062 -0.04972 -0.34148 -0.04463 -0.34096 -0.04347 C -0.34044 -0.04231 -0.3368 -0.0444 -0.33575 -0.04463 " pathEditMode="fixed" rAng="0" ptsTypes="aaaa">
                                      <p:cBhvr>
                                        <p:cTn id="7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0" y="70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575 -0.04463 C -0.33246 -0.0444 -0.32898 -0.04393 -0.32464 -0.04555 C -0.3203 -0.04717 -0.31405 -0.05134 -0.31006 -0.05412 C -0.30607 -0.0569 -0.30329 -0.05921 -0.30086 -0.06245 C -0.29843 -0.06569 -0.29617 -0.07171 -0.2953 -0.07426 C -0.29443 -0.0768 -0.29565 -0.07727 -0.29565 -0.07796 " pathEditMode="fixed" rAng="0" ptsTypes="aaaaaA">
                                      <p:cBhvr>
                                        <p:cTn id="7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" y="-160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565 -0.07796 C -0.29687 -0.08073 -0.29808 -0.08328 -0.30086 -0.0849 C -0.30364 -0.08652 -0.3019 -0.08907 -0.31197 -0.08814 C -0.32204 -0.08722 -0.3467 -0.08467 -0.36163 -0.08004 C -0.37656 -0.07541 -0.39322 -0.06685 -0.40208 -0.06013 C -0.41093 -0.05342 -0.41267 -0.04323 -0.41475 -0.03999 " pathEditMode="fixed" ptsTypes="aaaaaA">
                                      <p:cBhvr>
                                        <p:cTn id="84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500"/>
                            </p:stCondLst>
                            <p:childTnLst>
                              <p:par>
                                <p:cTn id="8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1475 -0.04 C -0.41545 -0.0349 -0.41614 -0.02981 -0.41406 -0.02634 C -0.41197 -0.02287 -0.40868 -0.02102 -0.40225 -0.01847 C -0.39583 -0.01592 -0.38559 -0.01291 -0.37569 -0.01152 C -0.36579 -0.01014 -0.3434 -0.01083 -0.3427 -0.00967 C -0.34201 -0.00852 -0.36041 -0.00689 -0.37135 -0.00481 C -0.38229 -0.00273 -0.39635 -0.00111 -0.40816 0.00306 C -0.41996 0.00723 -0.43263 0.01486 -0.44201 0.02088 C -0.45138 0.0269 -0.45833 0.03107 -0.46475 0.0394 C -0.47118 0.04773 -0.47847 0.06394 -0.4809 0.07088 C -0.48333 0.07783 -0.47968 0.07968 -0.47951 0.08153 " pathEditMode="fixed" ptsTypes="aaaaaaaaaaA">
                                      <p:cBhvr>
                                        <p:cTn id="90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000"/>
                            </p:stCondLst>
                            <p:childTnLst>
                              <p:par>
                                <p:cTn id="9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95 0.08153 C -0.47812 0.08477 -0.47464 0.09658 -0.47082 0.10051 C -0.467 0.10445 -0.46249 0.10422 -0.45624 0.1056 C -0.44999 0.10699 -0.44079 0.10884 -0.43367 0.10838 C -0.42655 0.10792 -0.42169 0.10792 -0.41301 0.10306 C -0.40433 0.0982 -0.38853 0.08477 -0.38159 0.07945 C -0.37464 0.07412 -0.37829 0.07736 -0.37082 0.07042 C -0.36336 0.06347 -0.34357 0.04403 -0.33645 0.03709 " pathEditMode="fixed" rAng="0" ptsTypes="aaaaaaaa">
                                      <p:cBhvr>
                                        <p:cTn id="9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00" y="-90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8500"/>
                            </p:stCondLst>
                            <p:childTnLst>
                              <p:par>
                                <p:cTn id="10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437 0.03847 C -0.33437 0.03871 -0.34964 0.06324 -0.36475 0.08801 " pathEditMode="fixed" rAng="0" ptsTypes="aA">
                                      <p:cBhvr>
                                        <p:cTn id="10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0" y="250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9000"/>
                            </p:stCondLst>
                            <p:childTnLst>
                              <p:par>
                                <p:cTn id="10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475 0.08801 C -0.35833 0.07968 -0.3519 0.07157 -0.34513 0.0644 C -0.33836 0.05722 -0.32864 0.04843 -0.32361 0.04472 C -0.31857 0.04102 -0.31683 0.04218 -0.31475 0.04218 " pathEditMode="fixed" ptsTypes="aaaA">
                                      <p:cBhvr>
                                        <p:cTn id="10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9500"/>
                            </p:stCondLst>
                            <p:childTnLst>
                              <p:par>
                                <p:cTn id="11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1527 0.04287 C -0.31562 0.04634 -0.31579 0.05005 -0.31926 0.05607 C -0.32273 0.06209 -0.33332 0.07366 -0.33593 0.07945 C -0.33853 0.08523 -0.33541 0.08963 -0.33489 0.09125 " pathEditMode="fixed" rAng="0" ptsTypes="aaaA">
                                      <p:cBhvr>
                                        <p:cTn id="11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0" y="240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488 0.09126 C -0.33176 0.09265 -0.32846 0.09404 -0.32412 0.09126 C -0.31978 0.08848 -0.31544 0.08131 -0.3085 0.07413 C -0.30155 0.06695 -0.28853 0.05376 -0.28193 0.04797 C -0.27534 0.04218 -0.27273 0.04056 -0.26926 0.0401 C -0.26579 0.03964 -0.26284 0.0445 -0.26145 0.04543 " pathEditMode="fixed" rAng="0" ptsTypes="aaaaaA">
                                      <p:cBhvr>
                                        <p:cTn id="12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00" y="-250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145 0.04542 C -0.2651 0.04403 -0.26857 0.04264 -0.27222 0.04403 C -0.27586 0.04542 -0.27916 0.04959 -0.28298 0.05329 C -0.2868 0.057 -0.29253 0.06186 -0.29479 0.06625 C -0.29704 0.07065 -0.29652 0.07575 -0.2967 0.07945 C -0.29687 0.08315 -0.29583 0.08709 -0.29565 0.08848 " pathEditMode="fixed" ptsTypes="aaaaaA">
                                      <p:cBhvr>
                                        <p:cTn id="12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3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566 0.08847 C -0.29218 0.0857 -0.28871 0.08292 -0.28489 0.07922 C -0.28107 0.07551 -0.27777 0.07412 -0.27222 0.06625 C -0.26666 0.05838 -0.25868 0.0438 -0.25156 0.03222 C -0.24444 0.02065 -0.23697 0.00676 -0.23003 -0.00319 C -0.22309 -0.01315 -0.21441 -0.02333 -0.21041 -0.02796 " pathEditMode="fixed" ptsTypes="aaaaaA">
                                      <p:cBhvr>
                                        <p:cTn id="13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3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728 -0.02796 C -0.20989 -0.02449 -0.21787 -0.01407 -0.22273 -0.00666 C -0.2276 0.00074 -0.2276 0.00121 -0.2368 0.01648 C -0.246 0.03176 -0.27291 0.0732 -0.27794 0.0857 C -0.28298 0.0982 -0.26874 0.09009 -0.26718 0.09102 " pathEditMode="fixed" rAng="0" ptsTypes="aaaaa">
                                      <p:cBhvr>
                                        <p:cTn id="138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0" y="630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2000"/>
                            </p:stCondLst>
                            <p:childTnLst>
                              <p:par>
                                <p:cTn id="14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718 0.09102 C -0.25711 0.08755 -0.23801 0.09056 -0.20624 0.07042 C -0.17447 0.05028 -0.11926 0.00144 -0.07603 -0.03051 C -0.0328 -0.06245 0.02675 -0.10273 0.05366 -0.12171 " pathEditMode="fixed" rAng="0" ptsTypes="aaaa">
                                      <p:cBhvr>
                                        <p:cTn id="1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00" y="-10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3900"/>
            <a:ext cx="9175273" cy="31466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275856" y="915566"/>
            <a:ext cx="22402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 smtClean="0">
                <a:solidFill>
                  <a:srgbClr val="E9344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Thanks</a:t>
            </a:r>
            <a:endParaRPr lang="zh-CN" altLang="en-US" sz="5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9672" y="2283718"/>
            <a:ext cx="561662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大学生活即将结束，在此我要感谢所有教导我的老师和一齐成长的同学，他们在我的大学生涯给予了我很大的帮助，本论文能够顺利完成要特别感谢我的导师</a:t>
            </a:r>
            <a:r>
              <a:rPr lang="en-US" altLang="zh-CN" sz="14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XXX</a:t>
            </a:r>
            <a:r>
              <a:rPr lang="zh-CN" altLang="en-US" sz="14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老师，感谢各位的关心和帮助。</a:t>
            </a:r>
            <a:endParaRPr lang="zh-CN" altLang="en-US" sz="14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800"/>
              </a:lnSpc>
            </a:pPr>
            <a:endParaRPr lang="zh-CN" altLang="en-US" sz="1400" dirty="0" smtClean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  <a:p>
            <a:pPr algn="just">
              <a:lnSpc>
                <a:spcPts val="1800"/>
              </a:lnSpc>
            </a:pPr>
            <a:endParaRPr lang="zh-CN" altLang="en-US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3768" y="3299380"/>
            <a:ext cx="36471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1900" spc="600" dirty="0" smtClean="0">
                <a:solidFill>
                  <a:schemeClr val="bg1"/>
                </a:solidFill>
                <a:latin typeface="方正兰亭黑简体" pitchFamily="2" charset="-122"/>
                <a:ea typeface="方正兰亭黑简体" pitchFamily="2" charset="-122"/>
              </a:rPr>
              <a:t>谢谢各位老师的观看</a:t>
            </a:r>
            <a:endParaRPr lang="zh-CN" altLang="en-US" sz="2400" kern="1900" spc="600" dirty="0">
              <a:solidFill>
                <a:schemeClr val="bg1"/>
              </a:solidFill>
              <a:latin typeface="方正兰亭黑简体" pitchFamily="2" charset="-122"/>
              <a:ea typeface="方正兰亭黑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 advTm="5000">
        <p15:prstTrans prst="curtains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6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6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5484</Words>
  <Application>WPS 演示</Application>
  <PresentationFormat>全屏显示(16:9)</PresentationFormat>
  <Paragraphs>684</Paragraphs>
  <Slides>30</Slides>
  <Notes>28</Notes>
  <HiddenSlides>0</HiddenSlides>
  <MMClips>1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8" baseType="lpstr">
      <vt:lpstr>Arial</vt:lpstr>
      <vt:lpstr>宋体</vt:lpstr>
      <vt:lpstr>Wingdings</vt:lpstr>
      <vt:lpstr>方正大黑简体</vt:lpstr>
      <vt:lpstr>黑体</vt:lpstr>
      <vt:lpstr>方正兰亭黑简体</vt:lpstr>
      <vt:lpstr>方正兰亭中黑_GBK</vt:lpstr>
      <vt:lpstr>Roboto condensed</vt:lpstr>
      <vt:lpstr>Calibri</vt:lpstr>
      <vt:lpstr>FontAwesome</vt:lpstr>
      <vt:lpstr>Signika Negative</vt:lpstr>
      <vt:lpstr>Raleway</vt:lpstr>
      <vt:lpstr>AMGDT</vt:lpstr>
      <vt:lpstr>Bebas Neue</vt:lpstr>
      <vt:lpstr>Roboto Condensed Regular</vt:lpstr>
      <vt:lpstr>Arial</vt:lpstr>
      <vt:lpstr>Rockwell</vt:lpstr>
      <vt:lpstr>PT Sans</vt:lpstr>
      <vt:lpstr>Open Sans</vt:lpstr>
      <vt:lpstr>微软雅黑</vt:lpstr>
      <vt:lpstr>Arial Unicode MS</vt:lpstr>
      <vt:lpstr>方正兰亭粗黑简体</vt:lpstr>
      <vt:lpstr>Arial Narrow</vt:lpstr>
      <vt:lpstr>Calibri</vt:lpstr>
      <vt:lpstr>GeosansLight</vt:lpstr>
      <vt:lpstr>NumberOnly</vt:lpstr>
      <vt:lpstr>Malgun Gothic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毕业答辩类</dc:title>
  <dc:creator/>
  <cp:keywords>RP</cp:keywords>
  <dc:description>RP</dc:description>
  <dc:subject>RP</dc:subject>
  <cp:category>RP</cp:category>
  <cp:lastModifiedBy>大象</cp:lastModifiedBy>
  <cp:revision>2</cp:revision>
  <dcterms:created xsi:type="dcterms:W3CDTF">2018-03-09T07:34:00Z</dcterms:created>
  <dcterms:modified xsi:type="dcterms:W3CDTF">2020-10-03T05:00:00Z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