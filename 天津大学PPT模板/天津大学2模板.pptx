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handoutMasterIdLst>
    <p:handoutMasterId r:id="rId20"/>
  </p:handoutMasterIdLst>
  <p:sldIdLst>
    <p:sldId id="256" r:id="rId4"/>
    <p:sldId id="257" r:id="rId6"/>
    <p:sldId id="258" r:id="rId7"/>
    <p:sldId id="263" r:id="rId8"/>
    <p:sldId id="297" r:id="rId9"/>
    <p:sldId id="260" r:id="rId10"/>
    <p:sldId id="265" r:id="rId11"/>
    <p:sldId id="298" r:id="rId12"/>
    <p:sldId id="261" r:id="rId13"/>
    <p:sldId id="264" r:id="rId14"/>
    <p:sldId id="299" r:id="rId15"/>
    <p:sldId id="301" r:id="rId16"/>
    <p:sldId id="262" r:id="rId17"/>
    <p:sldId id="267" r:id="rId18"/>
    <p:sldId id="279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B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76" y="4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4CCA1E-EB4F-412E-B6BF-247900A5D13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 235"/>
          <p:cNvGrpSpPr/>
          <p:nvPr userDrawn="1"/>
        </p:nvGrpSpPr>
        <p:grpSpPr>
          <a:xfrm>
            <a:off x="-1087482" y="-1169336"/>
            <a:ext cx="14366963" cy="9196672"/>
            <a:chOff x="-1517189" y="-871840"/>
            <a:chExt cx="14366963" cy="9196672"/>
          </a:xfrm>
          <a:solidFill>
            <a:schemeClr val="bg1">
              <a:alpha val="10000"/>
            </a:schemeClr>
          </a:solidFill>
        </p:grpSpPr>
        <p:sp>
          <p:nvSpPr>
            <p:cNvPr id="8" name="Freeform 7"/>
            <p:cNvSpPr>
              <a:spLocks noEditPoints="1"/>
            </p:cNvSpPr>
            <p:nvPr userDrawn="1"/>
          </p:nvSpPr>
          <p:spPr bwMode="auto">
            <a:xfrm rot="20132266">
              <a:off x="3204672" y="5259246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Freeform 9"/>
            <p:cNvSpPr>
              <a:spLocks noEditPoints="1"/>
            </p:cNvSpPr>
            <p:nvPr userDrawn="1"/>
          </p:nvSpPr>
          <p:spPr bwMode="auto">
            <a:xfrm>
              <a:off x="3276077" y="3086935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0" name="组 18"/>
            <p:cNvGrpSpPr/>
            <p:nvPr userDrawn="1"/>
          </p:nvGrpSpPr>
          <p:grpSpPr>
            <a:xfrm rot="1396810">
              <a:off x="5439148" y="336445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27" name="Freeform 13"/>
              <p:cNvSpPr>
                <a:spLocks noEditPoints="1"/>
              </p:cNvSpPr>
              <p:nvPr userDrawn="1"/>
            </p:nvSpPr>
            <p:spPr bwMode="auto">
              <a:xfrm>
                <a:off x="6130130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8" name="Freeform 14"/>
              <p:cNvSpPr/>
              <p:nvPr userDrawn="1"/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9" name="Freeform 15"/>
              <p:cNvSpPr/>
              <p:nvPr userDrawn="1"/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0" name="Freeform 17"/>
              <p:cNvSpPr>
                <a:spLocks noEditPoints="1"/>
              </p:cNvSpPr>
              <p:nvPr userDrawn="1"/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1" name="Freeform 19"/>
            <p:cNvSpPr>
              <a:spLocks noEditPoints="1"/>
            </p:cNvSpPr>
            <p:nvPr userDrawn="1"/>
          </p:nvSpPr>
          <p:spPr bwMode="auto">
            <a:xfrm rot="1363540">
              <a:off x="8673100" y="7234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Freeform 20"/>
            <p:cNvSpPr/>
            <p:nvPr userDrawn="1"/>
          </p:nvSpPr>
          <p:spPr bwMode="auto">
            <a:xfrm rot="20253209">
              <a:off x="4644944" y="440960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3" name="组合 12"/>
            <p:cNvGrpSpPr/>
            <p:nvPr userDrawn="1"/>
          </p:nvGrpSpPr>
          <p:grpSpPr>
            <a:xfrm rot="2116298">
              <a:off x="5097308" y="532895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22" name="Freeform 5"/>
              <p:cNvSpPr/>
              <p:nvPr userDrawn="1"/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3" name="Freeform 6"/>
              <p:cNvSpPr/>
              <p:nvPr userDrawn="1"/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4" name="Freeform 7"/>
              <p:cNvSpPr/>
              <p:nvPr userDrawn="1"/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5" name="Freeform 8"/>
              <p:cNvSpPr/>
              <p:nvPr userDrawn="1"/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6" name="Freeform 9"/>
              <p:cNvSpPr/>
              <p:nvPr userDrawn="1"/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 userDrawn="1"/>
          </p:nvGrpSpPr>
          <p:grpSpPr>
            <a:xfrm rot="19680185">
              <a:off x="2669841" y="449950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20" name="Freeform 26"/>
              <p:cNvSpPr>
                <a:spLocks noEditPoints="1"/>
              </p:cNvSpPr>
              <p:nvPr userDrawn="1"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1" name="Freeform 27"/>
              <p:cNvSpPr/>
              <p:nvPr userDrawn="1"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5" name="Freeform 29"/>
            <p:cNvSpPr>
              <a:spLocks noEditPoints="1"/>
            </p:cNvSpPr>
            <p:nvPr userDrawn="1"/>
          </p:nvSpPr>
          <p:spPr bwMode="auto">
            <a:xfrm>
              <a:off x="4567724" y="3130391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5"/>
            <p:cNvSpPr>
              <a:spLocks noEditPoints="1"/>
            </p:cNvSpPr>
            <p:nvPr userDrawn="1"/>
          </p:nvSpPr>
          <p:spPr bwMode="auto">
            <a:xfrm rot="1264384">
              <a:off x="3800465" y="638232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7" name="组合 16"/>
            <p:cNvGrpSpPr/>
            <p:nvPr userDrawn="1"/>
          </p:nvGrpSpPr>
          <p:grpSpPr>
            <a:xfrm rot="1013132">
              <a:off x="2506793" y="6413812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213" name="Freeform 12"/>
              <p:cNvSpPr>
                <a:spLocks noEditPoints="1"/>
              </p:cNvSpPr>
              <p:nvPr userDrawn="1"/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4" name="Freeform 13"/>
              <p:cNvSpPr/>
              <p:nvPr userDrawn="1"/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5" name="Freeform 14"/>
              <p:cNvSpPr/>
              <p:nvPr userDrawn="1"/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6" name="Freeform 15"/>
              <p:cNvSpPr/>
              <p:nvPr userDrawn="1"/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7" name="Freeform 16"/>
              <p:cNvSpPr/>
              <p:nvPr userDrawn="1"/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8" name="Freeform 17"/>
              <p:cNvSpPr/>
              <p:nvPr userDrawn="1"/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9" name="Freeform 18"/>
              <p:cNvSpPr/>
              <p:nvPr userDrawn="1"/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 userDrawn="1"/>
          </p:nvGrpSpPr>
          <p:grpSpPr>
            <a:xfrm>
              <a:off x="6063218" y="3624642"/>
              <a:ext cx="1301704" cy="1299270"/>
              <a:chOff x="6262690" y="5170488"/>
              <a:chExt cx="1697038" cy="1693863"/>
            </a:xfrm>
            <a:grpFill/>
          </p:grpSpPr>
          <p:sp>
            <p:nvSpPr>
              <p:cNvPr id="211" name="Freeform 19"/>
              <p:cNvSpPr>
                <a:spLocks noEditPoints="1"/>
              </p:cNvSpPr>
              <p:nvPr userDrawn="1"/>
            </p:nvSpPr>
            <p:spPr bwMode="auto">
              <a:xfrm>
                <a:off x="6262690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2" name="Freeform 20"/>
              <p:cNvSpPr/>
              <p:nvPr userDrawn="1"/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9" name="Freeform 7"/>
            <p:cNvSpPr>
              <a:spLocks noEditPoints="1"/>
            </p:cNvSpPr>
            <p:nvPr userDrawn="1"/>
          </p:nvSpPr>
          <p:spPr bwMode="auto">
            <a:xfrm rot="20132266">
              <a:off x="-1257123" y="479820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9"/>
            <p:cNvSpPr>
              <a:spLocks noEditPoints="1"/>
            </p:cNvSpPr>
            <p:nvPr userDrawn="1"/>
          </p:nvSpPr>
          <p:spPr bwMode="auto">
            <a:xfrm>
              <a:off x="-491355" y="283166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1" name="组 45"/>
            <p:cNvGrpSpPr/>
            <p:nvPr userDrawn="1"/>
          </p:nvGrpSpPr>
          <p:grpSpPr>
            <a:xfrm rot="1396810">
              <a:off x="998952" y="372213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07" name="Freeform 13"/>
              <p:cNvSpPr>
                <a:spLocks noEditPoints="1"/>
              </p:cNvSpPr>
              <p:nvPr userDrawn="1"/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8" name="Freeform 14"/>
              <p:cNvSpPr/>
              <p:nvPr userDrawn="1"/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9" name="Freeform 15"/>
              <p:cNvSpPr/>
              <p:nvPr userDrawn="1"/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0" name="Freeform 17"/>
              <p:cNvSpPr>
                <a:spLocks noEditPoints="1"/>
              </p:cNvSpPr>
              <p:nvPr userDrawn="1"/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2" name="Freeform 19"/>
            <p:cNvSpPr>
              <a:spLocks noEditPoints="1"/>
            </p:cNvSpPr>
            <p:nvPr userDrawn="1"/>
          </p:nvSpPr>
          <p:spPr bwMode="auto">
            <a:xfrm rot="1363540">
              <a:off x="337564" y="579283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20"/>
            <p:cNvSpPr/>
            <p:nvPr userDrawn="1"/>
          </p:nvSpPr>
          <p:spPr bwMode="auto">
            <a:xfrm rot="20253209">
              <a:off x="158920" y="448561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4" name="组合 23"/>
            <p:cNvGrpSpPr/>
            <p:nvPr userDrawn="1"/>
          </p:nvGrpSpPr>
          <p:grpSpPr>
            <a:xfrm rot="2116298">
              <a:off x="1231243" y="512861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02" name="Freeform 5"/>
              <p:cNvSpPr/>
              <p:nvPr userDrawn="1"/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3" name="Freeform 6"/>
              <p:cNvSpPr/>
              <p:nvPr userDrawn="1"/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4" name="Freeform 7"/>
              <p:cNvSpPr/>
              <p:nvPr userDrawn="1"/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5" name="Freeform 8"/>
              <p:cNvSpPr/>
              <p:nvPr userDrawn="1"/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6" name="Freeform 9"/>
              <p:cNvSpPr/>
              <p:nvPr userDrawn="1"/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5" name="组合 24"/>
            <p:cNvGrpSpPr/>
            <p:nvPr userDrawn="1"/>
          </p:nvGrpSpPr>
          <p:grpSpPr>
            <a:xfrm rot="19680185">
              <a:off x="-1517189" y="380303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00" name="Freeform 26"/>
              <p:cNvSpPr>
                <a:spLocks noEditPoints="1"/>
              </p:cNvSpPr>
              <p:nvPr userDrawn="1"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1" name="Freeform 27"/>
              <p:cNvSpPr/>
              <p:nvPr userDrawn="1"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6" name="Freeform 29"/>
            <p:cNvSpPr>
              <a:spLocks noEditPoints="1"/>
            </p:cNvSpPr>
            <p:nvPr userDrawn="1"/>
          </p:nvSpPr>
          <p:spPr bwMode="auto">
            <a:xfrm>
              <a:off x="760976" y="275152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5"/>
            <p:cNvSpPr>
              <a:spLocks noEditPoints="1"/>
            </p:cNvSpPr>
            <p:nvPr userDrawn="1"/>
          </p:nvSpPr>
          <p:spPr bwMode="auto">
            <a:xfrm rot="1264384">
              <a:off x="1983280" y="5686214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8" name="组合 27"/>
            <p:cNvGrpSpPr/>
            <p:nvPr userDrawn="1"/>
          </p:nvGrpSpPr>
          <p:grpSpPr>
            <a:xfrm rot="1013132">
              <a:off x="1601368" y="443860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93" name="Freeform 12"/>
              <p:cNvSpPr>
                <a:spLocks noEditPoints="1"/>
              </p:cNvSpPr>
              <p:nvPr userDrawn="1"/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4" name="Freeform 13"/>
              <p:cNvSpPr/>
              <p:nvPr userDrawn="1"/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5" name="Freeform 14"/>
              <p:cNvSpPr/>
              <p:nvPr userDrawn="1"/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6" name="Freeform 15"/>
              <p:cNvSpPr/>
              <p:nvPr userDrawn="1"/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7" name="Freeform 16"/>
              <p:cNvSpPr/>
              <p:nvPr userDrawn="1"/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8" name="Freeform 17"/>
              <p:cNvSpPr/>
              <p:nvPr userDrawn="1"/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9" name="Freeform 18"/>
              <p:cNvSpPr/>
              <p:nvPr userDrawn="1"/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9" name="组合 28"/>
            <p:cNvGrpSpPr/>
            <p:nvPr userDrawn="1"/>
          </p:nvGrpSpPr>
          <p:grpSpPr>
            <a:xfrm>
              <a:off x="1798258" y="294782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91" name="Freeform 19"/>
              <p:cNvSpPr>
                <a:spLocks noEditPoints="1"/>
              </p:cNvSpPr>
              <p:nvPr userDrawn="1"/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2" name="Freeform 20"/>
              <p:cNvSpPr/>
              <p:nvPr userDrawn="1"/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0" name="Freeform 7"/>
            <p:cNvSpPr>
              <a:spLocks noEditPoints="1"/>
            </p:cNvSpPr>
            <p:nvPr userDrawn="1"/>
          </p:nvSpPr>
          <p:spPr bwMode="auto">
            <a:xfrm rot="21538996">
              <a:off x="7150383" y="576431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9"/>
            <p:cNvSpPr>
              <a:spLocks noEditPoints="1"/>
            </p:cNvSpPr>
            <p:nvPr userDrawn="1"/>
          </p:nvSpPr>
          <p:spPr bwMode="auto">
            <a:xfrm rot="1406730">
              <a:off x="8537771" y="4215104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2" name="组 77"/>
            <p:cNvGrpSpPr/>
            <p:nvPr userDrawn="1"/>
          </p:nvGrpSpPr>
          <p:grpSpPr>
            <a:xfrm rot="2803540">
              <a:off x="9511163" y="5451183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87" name="Freeform 13"/>
              <p:cNvSpPr>
                <a:spLocks noEditPoints="1"/>
              </p:cNvSpPr>
              <p:nvPr userDrawn="1"/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8" name="Freeform 14"/>
              <p:cNvSpPr/>
              <p:nvPr userDrawn="1"/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9" name="Freeform 15"/>
              <p:cNvSpPr/>
              <p:nvPr userDrawn="1"/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0" name="Freeform 17"/>
              <p:cNvSpPr>
                <a:spLocks noEditPoints="1"/>
              </p:cNvSpPr>
              <p:nvPr userDrawn="1"/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3" name="Freeform 19"/>
            <p:cNvSpPr>
              <a:spLocks noEditPoints="1"/>
            </p:cNvSpPr>
            <p:nvPr userDrawn="1"/>
          </p:nvSpPr>
          <p:spPr bwMode="auto">
            <a:xfrm rot="2770270">
              <a:off x="8355392" y="7325895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0"/>
            <p:cNvSpPr/>
            <p:nvPr userDrawn="1"/>
          </p:nvSpPr>
          <p:spPr bwMode="auto">
            <a:xfrm rot="59939">
              <a:off x="8625447" y="5843013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5" name="组合 34"/>
            <p:cNvGrpSpPr/>
            <p:nvPr userDrawn="1"/>
          </p:nvGrpSpPr>
          <p:grpSpPr>
            <a:xfrm rot="3523028">
              <a:off x="9384746" y="6959689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82" name="Freeform 5"/>
              <p:cNvSpPr/>
              <p:nvPr userDrawn="1"/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3" name="Freeform 6"/>
              <p:cNvSpPr/>
              <p:nvPr userDrawn="1"/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4" name="Freeform 7"/>
              <p:cNvSpPr/>
              <p:nvPr userDrawn="1"/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5" name="Freeform 8"/>
              <p:cNvSpPr/>
              <p:nvPr userDrawn="1"/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6" name="Freeform 9"/>
              <p:cNvSpPr/>
              <p:nvPr userDrawn="1"/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 userDrawn="1"/>
          </p:nvGrpSpPr>
          <p:grpSpPr>
            <a:xfrm rot="21086915">
              <a:off x="7366693" y="4686026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80" name="Freeform 26"/>
              <p:cNvSpPr>
                <a:spLocks noEditPoints="1"/>
              </p:cNvSpPr>
              <p:nvPr userDrawn="1"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1" name="Freeform 27"/>
              <p:cNvSpPr/>
              <p:nvPr userDrawn="1"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7" name="Freeform 29"/>
            <p:cNvSpPr>
              <a:spLocks noEditPoints="1"/>
            </p:cNvSpPr>
            <p:nvPr userDrawn="1"/>
          </p:nvSpPr>
          <p:spPr bwMode="auto">
            <a:xfrm rot="1406730">
              <a:off x="9836343" y="4616570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5"/>
            <p:cNvSpPr>
              <a:spLocks noEditPoints="1"/>
            </p:cNvSpPr>
            <p:nvPr userDrawn="1"/>
          </p:nvSpPr>
          <p:spPr bwMode="auto">
            <a:xfrm rot="2671114">
              <a:off x="9574736" y="789551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9" name="组合 38"/>
            <p:cNvGrpSpPr/>
            <p:nvPr userDrawn="1"/>
          </p:nvGrpSpPr>
          <p:grpSpPr>
            <a:xfrm rot="2419862">
              <a:off x="9997017" y="6488458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73" name="Freeform 12"/>
              <p:cNvSpPr>
                <a:spLocks noEditPoints="1"/>
              </p:cNvSpPr>
              <p:nvPr userDrawn="1"/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4" name="Freeform 13"/>
              <p:cNvSpPr/>
              <p:nvPr userDrawn="1"/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5" name="Freeform 14"/>
              <p:cNvSpPr/>
              <p:nvPr userDrawn="1"/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6" name="Freeform 15"/>
              <p:cNvSpPr/>
              <p:nvPr userDrawn="1"/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7" name="Freeform 16"/>
              <p:cNvSpPr/>
              <p:nvPr userDrawn="1"/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8" name="Freeform 17"/>
              <p:cNvSpPr/>
              <p:nvPr userDrawn="1"/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9" name="Freeform 18"/>
              <p:cNvSpPr/>
              <p:nvPr userDrawn="1"/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0" name="组合 39"/>
            <p:cNvGrpSpPr/>
            <p:nvPr userDrawn="1"/>
          </p:nvGrpSpPr>
          <p:grpSpPr>
            <a:xfrm rot="1406730">
              <a:off x="11173870" y="-871840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71" name="Freeform 19"/>
              <p:cNvSpPr>
                <a:spLocks noEditPoints="1"/>
              </p:cNvSpPr>
              <p:nvPr userDrawn="1"/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2" name="Freeform 20"/>
              <p:cNvSpPr/>
              <p:nvPr userDrawn="1"/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1" name="Freeform 7"/>
            <p:cNvSpPr>
              <a:spLocks noEditPoints="1"/>
            </p:cNvSpPr>
            <p:nvPr userDrawn="1"/>
          </p:nvSpPr>
          <p:spPr bwMode="auto">
            <a:xfrm rot="20132266">
              <a:off x="-3210" y="137461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9"/>
            <p:cNvSpPr>
              <a:spLocks noEditPoints="1"/>
            </p:cNvSpPr>
            <p:nvPr userDrawn="1"/>
          </p:nvSpPr>
          <p:spPr bwMode="auto">
            <a:xfrm>
              <a:off x="762558" y="-591931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3" name="组 109"/>
            <p:cNvGrpSpPr/>
            <p:nvPr userDrawn="1"/>
          </p:nvGrpSpPr>
          <p:grpSpPr>
            <a:xfrm rot="1396810">
              <a:off x="2252833" y="298531"/>
              <a:ext cx="337162" cy="1816149"/>
              <a:chOff x="6099175" y="2627313"/>
              <a:chExt cx="411163" cy="2214761"/>
            </a:xfrm>
            <a:grpFill/>
          </p:grpSpPr>
          <p:sp>
            <p:nvSpPr>
              <p:cNvPr id="165" name="Freeform 13"/>
              <p:cNvSpPr>
                <a:spLocks noEditPoints="1"/>
              </p:cNvSpPr>
              <p:nvPr userDrawn="1"/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6" name="Freeform 14"/>
              <p:cNvSpPr/>
              <p:nvPr userDrawn="1"/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7" name="Freeform 15"/>
              <p:cNvSpPr/>
              <p:nvPr userDrawn="1"/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8" name="Freeform 17"/>
              <p:cNvSpPr>
                <a:spLocks noEditPoints="1"/>
              </p:cNvSpPr>
              <p:nvPr userDrawn="1"/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9" name="Freeform 13"/>
              <p:cNvSpPr>
                <a:spLocks noEditPoints="1"/>
              </p:cNvSpPr>
              <p:nvPr userDrawn="1"/>
            </p:nvSpPr>
            <p:spPr bwMode="auto">
              <a:xfrm>
                <a:off x="6133588" y="3048199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0" name="Freeform 17"/>
              <p:cNvSpPr>
                <a:spLocks noEditPoints="1"/>
              </p:cNvSpPr>
              <p:nvPr userDrawn="1"/>
            </p:nvSpPr>
            <p:spPr bwMode="auto">
              <a:xfrm>
                <a:off x="6132001" y="4310261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4" name="Freeform 19"/>
            <p:cNvSpPr>
              <a:spLocks noEditPoints="1"/>
            </p:cNvSpPr>
            <p:nvPr userDrawn="1"/>
          </p:nvSpPr>
          <p:spPr bwMode="auto">
            <a:xfrm rot="1363540">
              <a:off x="1591477" y="2369237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20"/>
            <p:cNvSpPr/>
            <p:nvPr userDrawn="1"/>
          </p:nvSpPr>
          <p:spPr bwMode="auto">
            <a:xfrm rot="20253209">
              <a:off x="1412833" y="1062017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6" name="组合 45"/>
            <p:cNvGrpSpPr/>
            <p:nvPr userDrawn="1"/>
          </p:nvGrpSpPr>
          <p:grpSpPr>
            <a:xfrm rot="2116298">
              <a:off x="2485156" y="1705024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59" name="Freeform 5"/>
              <p:cNvSpPr/>
              <p:nvPr userDrawn="1"/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0" name="Freeform 6"/>
              <p:cNvSpPr/>
              <p:nvPr userDrawn="1"/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1" name="Freeform 7"/>
              <p:cNvSpPr/>
              <p:nvPr userDrawn="1"/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2" name="Freeform 8"/>
              <p:cNvSpPr/>
              <p:nvPr userDrawn="1"/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3" name="Freeform 9"/>
              <p:cNvSpPr/>
              <p:nvPr userDrawn="1"/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4" name="Freeform 6"/>
              <p:cNvSpPr/>
              <p:nvPr userDrawn="1"/>
            </p:nvSpPr>
            <p:spPr bwMode="auto">
              <a:xfrm>
                <a:off x="733276" y="3957829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 userDrawn="1"/>
          </p:nvGrpSpPr>
          <p:grpSpPr>
            <a:xfrm rot="19680185">
              <a:off x="-263276" y="379440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57" name="Freeform 26"/>
              <p:cNvSpPr>
                <a:spLocks noEditPoints="1"/>
              </p:cNvSpPr>
              <p:nvPr userDrawn="1"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8" name="Freeform 27"/>
              <p:cNvSpPr/>
              <p:nvPr userDrawn="1"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8" name="Freeform 29"/>
            <p:cNvSpPr>
              <a:spLocks noEditPoints="1"/>
            </p:cNvSpPr>
            <p:nvPr userDrawn="1"/>
          </p:nvSpPr>
          <p:spPr bwMode="auto">
            <a:xfrm>
              <a:off x="2014889" y="-672068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5"/>
            <p:cNvSpPr>
              <a:spLocks noEditPoints="1"/>
            </p:cNvSpPr>
            <p:nvPr userDrawn="1"/>
          </p:nvSpPr>
          <p:spPr bwMode="auto">
            <a:xfrm rot="1264384">
              <a:off x="2980490" y="2441065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0" name="组合 49"/>
            <p:cNvGrpSpPr/>
            <p:nvPr userDrawn="1"/>
          </p:nvGrpSpPr>
          <p:grpSpPr>
            <a:xfrm rot="1013132">
              <a:off x="2855281" y="1015011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50" name="Freeform 12"/>
              <p:cNvSpPr>
                <a:spLocks noEditPoints="1"/>
              </p:cNvSpPr>
              <p:nvPr userDrawn="1"/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1" name="Freeform 13"/>
              <p:cNvSpPr/>
              <p:nvPr userDrawn="1"/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2" name="Freeform 14"/>
              <p:cNvSpPr/>
              <p:nvPr userDrawn="1"/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3" name="Freeform 15"/>
              <p:cNvSpPr/>
              <p:nvPr userDrawn="1"/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" name="Freeform 16"/>
              <p:cNvSpPr/>
              <p:nvPr userDrawn="1"/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5" name="Freeform 17"/>
              <p:cNvSpPr/>
              <p:nvPr userDrawn="1"/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6" name="Freeform 18"/>
              <p:cNvSpPr/>
              <p:nvPr userDrawn="1"/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 userDrawn="1"/>
          </p:nvGrpSpPr>
          <p:grpSpPr>
            <a:xfrm>
              <a:off x="3052171" y="-47576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48" name="Freeform 19"/>
              <p:cNvSpPr>
                <a:spLocks noEditPoints="1"/>
              </p:cNvSpPr>
              <p:nvPr userDrawn="1"/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9" name="Freeform 20"/>
              <p:cNvSpPr/>
              <p:nvPr userDrawn="1"/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2" name="Freeform 7"/>
            <p:cNvSpPr>
              <a:spLocks noEditPoints="1"/>
            </p:cNvSpPr>
            <p:nvPr userDrawn="1"/>
          </p:nvSpPr>
          <p:spPr bwMode="auto">
            <a:xfrm rot="20132266">
              <a:off x="4165316" y="196966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Freeform 9"/>
            <p:cNvSpPr>
              <a:spLocks noEditPoints="1"/>
            </p:cNvSpPr>
            <p:nvPr userDrawn="1"/>
          </p:nvSpPr>
          <p:spPr bwMode="auto">
            <a:xfrm>
              <a:off x="4931084" y="312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4" name="组 141"/>
            <p:cNvGrpSpPr/>
            <p:nvPr userDrawn="1"/>
          </p:nvGrpSpPr>
          <p:grpSpPr>
            <a:xfrm rot="1396810">
              <a:off x="6421391" y="89359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44" name="Freeform 13"/>
              <p:cNvSpPr>
                <a:spLocks noEditPoints="1"/>
              </p:cNvSpPr>
              <p:nvPr userDrawn="1"/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5" name="Freeform 14"/>
              <p:cNvSpPr/>
              <p:nvPr userDrawn="1"/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6" name="Freeform 15"/>
              <p:cNvSpPr/>
              <p:nvPr userDrawn="1"/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7" name="Freeform 17"/>
              <p:cNvSpPr>
                <a:spLocks noEditPoints="1"/>
              </p:cNvSpPr>
              <p:nvPr userDrawn="1"/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5" name="Freeform 19"/>
            <p:cNvSpPr>
              <a:spLocks noEditPoints="1"/>
            </p:cNvSpPr>
            <p:nvPr userDrawn="1"/>
          </p:nvSpPr>
          <p:spPr bwMode="auto">
            <a:xfrm rot="1363540">
              <a:off x="5760003" y="296429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20"/>
            <p:cNvSpPr/>
            <p:nvPr userDrawn="1"/>
          </p:nvSpPr>
          <p:spPr bwMode="auto">
            <a:xfrm rot="20253209">
              <a:off x="5581359" y="165707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7" name="组合 56"/>
            <p:cNvGrpSpPr/>
            <p:nvPr userDrawn="1"/>
          </p:nvGrpSpPr>
          <p:grpSpPr>
            <a:xfrm rot="2116298">
              <a:off x="6653682" y="230007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39" name="Freeform 5"/>
              <p:cNvSpPr/>
              <p:nvPr userDrawn="1"/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0" name="Freeform 6"/>
              <p:cNvSpPr/>
              <p:nvPr userDrawn="1"/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1" name="Freeform 7"/>
              <p:cNvSpPr/>
              <p:nvPr userDrawn="1"/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2" name="Freeform 8"/>
              <p:cNvSpPr/>
              <p:nvPr userDrawn="1"/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3" name="Freeform 9"/>
              <p:cNvSpPr/>
              <p:nvPr userDrawn="1"/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8" name="组合 57"/>
            <p:cNvGrpSpPr/>
            <p:nvPr userDrawn="1"/>
          </p:nvGrpSpPr>
          <p:grpSpPr>
            <a:xfrm rot="19680185">
              <a:off x="3905250" y="97449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37" name="Freeform 26"/>
              <p:cNvSpPr>
                <a:spLocks noEditPoints="1"/>
              </p:cNvSpPr>
              <p:nvPr userDrawn="1"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8" name="Freeform 27"/>
              <p:cNvSpPr/>
              <p:nvPr userDrawn="1"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9" name="Freeform 29"/>
            <p:cNvSpPr>
              <a:spLocks noEditPoints="1"/>
            </p:cNvSpPr>
            <p:nvPr userDrawn="1"/>
          </p:nvSpPr>
          <p:spPr bwMode="auto">
            <a:xfrm>
              <a:off x="6183415" y="-7701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5"/>
            <p:cNvSpPr>
              <a:spLocks noEditPoints="1"/>
            </p:cNvSpPr>
            <p:nvPr userDrawn="1"/>
          </p:nvSpPr>
          <p:spPr bwMode="auto">
            <a:xfrm rot="1264384">
              <a:off x="7128415" y="315532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1" name="组合 60"/>
            <p:cNvGrpSpPr/>
            <p:nvPr userDrawn="1"/>
          </p:nvGrpSpPr>
          <p:grpSpPr>
            <a:xfrm rot="1013132">
              <a:off x="7023807" y="161006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30" name="Freeform 12"/>
              <p:cNvSpPr>
                <a:spLocks noEditPoints="1"/>
              </p:cNvSpPr>
              <p:nvPr userDrawn="1"/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1" name="Freeform 13"/>
              <p:cNvSpPr/>
              <p:nvPr userDrawn="1"/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2" name="Freeform 14"/>
              <p:cNvSpPr/>
              <p:nvPr userDrawn="1"/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3" name="Freeform 15"/>
              <p:cNvSpPr/>
              <p:nvPr userDrawn="1"/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4" name="Freeform 16"/>
              <p:cNvSpPr/>
              <p:nvPr userDrawn="1"/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5" name="Freeform 17"/>
              <p:cNvSpPr/>
              <p:nvPr userDrawn="1"/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6" name="Freeform 18"/>
              <p:cNvSpPr/>
              <p:nvPr userDrawn="1"/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2" name="组合 61"/>
            <p:cNvGrpSpPr/>
            <p:nvPr userDrawn="1"/>
          </p:nvGrpSpPr>
          <p:grpSpPr>
            <a:xfrm>
              <a:off x="7220697" y="11928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28" name="Freeform 19"/>
              <p:cNvSpPr>
                <a:spLocks noEditPoints="1"/>
              </p:cNvSpPr>
              <p:nvPr userDrawn="1"/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9" name="Freeform 20"/>
              <p:cNvSpPr/>
              <p:nvPr userDrawn="1"/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3" name="Freeform 7"/>
            <p:cNvSpPr>
              <a:spLocks noEditPoints="1"/>
            </p:cNvSpPr>
            <p:nvPr userDrawn="1"/>
          </p:nvSpPr>
          <p:spPr bwMode="auto">
            <a:xfrm rot="20132266">
              <a:off x="7996220" y="3333169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9"/>
            <p:cNvSpPr>
              <a:spLocks noEditPoints="1"/>
            </p:cNvSpPr>
            <p:nvPr userDrawn="1"/>
          </p:nvSpPr>
          <p:spPr bwMode="auto">
            <a:xfrm>
              <a:off x="8803483" y="1209043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5" name="组 173"/>
            <p:cNvGrpSpPr/>
            <p:nvPr userDrawn="1"/>
          </p:nvGrpSpPr>
          <p:grpSpPr>
            <a:xfrm rot="1396810">
              <a:off x="10293790" y="209951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24" name="Freeform 13"/>
              <p:cNvSpPr>
                <a:spLocks noEditPoints="1"/>
              </p:cNvSpPr>
              <p:nvPr userDrawn="1"/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5" name="Freeform 14"/>
              <p:cNvSpPr/>
              <p:nvPr userDrawn="1"/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6" name="Freeform 15"/>
              <p:cNvSpPr/>
              <p:nvPr userDrawn="1"/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7" name="Freeform 17"/>
              <p:cNvSpPr>
                <a:spLocks noEditPoints="1"/>
              </p:cNvSpPr>
              <p:nvPr userDrawn="1"/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6" name="Freeform 19"/>
            <p:cNvSpPr>
              <a:spLocks noEditPoints="1"/>
            </p:cNvSpPr>
            <p:nvPr userDrawn="1"/>
          </p:nvSpPr>
          <p:spPr bwMode="auto">
            <a:xfrm rot="1363540">
              <a:off x="9632402" y="4170211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20"/>
            <p:cNvSpPr/>
            <p:nvPr userDrawn="1"/>
          </p:nvSpPr>
          <p:spPr bwMode="auto">
            <a:xfrm rot="20253209">
              <a:off x="9453758" y="2862991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8" name="组合 67"/>
            <p:cNvGrpSpPr/>
            <p:nvPr userDrawn="1"/>
          </p:nvGrpSpPr>
          <p:grpSpPr>
            <a:xfrm rot="2116298">
              <a:off x="10526081" y="3505998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19" name="Freeform 5"/>
              <p:cNvSpPr/>
              <p:nvPr userDrawn="1"/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0" name="Freeform 6"/>
              <p:cNvSpPr/>
              <p:nvPr userDrawn="1"/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1" name="Freeform 7"/>
              <p:cNvSpPr/>
              <p:nvPr userDrawn="1"/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2" name="Freeform 8"/>
              <p:cNvSpPr/>
              <p:nvPr userDrawn="1"/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3" name="Freeform 9"/>
              <p:cNvSpPr/>
              <p:nvPr userDrawn="1"/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9" name="组合 68"/>
            <p:cNvGrpSpPr/>
            <p:nvPr userDrawn="1"/>
          </p:nvGrpSpPr>
          <p:grpSpPr>
            <a:xfrm rot="19680185">
              <a:off x="7879804" y="2119955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17" name="Freeform 26"/>
              <p:cNvSpPr>
                <a:spLocks noEditPoints="1"/>
              </p:cNvSpPr>
              <p:nvPr userDrawn="1"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8" name="Freeform 27"/>
              <p:cNvSpPr/>
              <p:nvPr userDrawn="1"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0" name="Freeform 29"/>
            <p:cNvSpPr>
              <a:spLocks noEditPoints="1"/>
            </p:cNvSpPr>
            <p:nvPr userDrawn="1"/>
          </p:nvSpPr>
          <p:spPr bwMode="auto">
            <a:xfrm>
              <a:off x="10055814" y="1128906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5"/>
            <p:cNvSpPr>
              <a:spLocks noEditPoints="1"/>
            </p:cNvSpPr>
            <p:nvPr userDrawn="1"/>
          </p:nvSpPr>
          <p:spPr bwMode="auto">
            <a:xfrm rot="1264384">
              <a:off x="11021415" y="424203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2" name="组合 71"/>
            <p:cNvGrpSpPr/>
            <p:nvPr userDrawn="1"/>
          </p:nvGrpSpPr>
          <p:grpSpPr>
            <a:xfrm rot="1013132">
              <a:off x="10896206" y="2815985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10" name="Freeform 12"/>
              <p:cNvSpPr>
                <a:spLocks noEditPoints="1"/>
              </p:cNvSpPr>
              <p:nvPr userDrawn="1"/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1" name="Freeform 13"/>
              <p:cNvSpPr/>
              <p:nvPr userDrawn="1"/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2" name="Freeform 14"/>
              <p:cNvSpPr/>
              <p:nvPr userDrawn="1"/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3" name="Freeform 15"/>
              <p:cNvSpPr/>
              <p:nvPr userDrawn="1"/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4" name="Freeform 16"/>
              <p:cNvSpPr/>
              <p:nvPr userDrawn="1"/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5" name="Freeform 17"/>
              <p:cNvSpPr/>
              <p:nvPr userDrawn="1"/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6" name="Freeform 18"/>
              <p:cNvSpPr/>
              <p:nvPr userDrawn="1"/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3" name="组合 72"/>
            <p:cNvGrpSpPr/>
            <p:nvPr userDrawn="1"/>
          </p:nvGrpSpPr>
          <p:grpSpPr>
            <a:xfrm>
              <a:off x="11093096" y="132520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08" name="Freeform 19"/>
              <p:cNvSpPr>
                <a:spLocks noEditPoints="1"/>
              </p:cNvSpPr>
              <p:nvPr userDrawn="1"/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9" name="Freeform 20"/>
              <p:cNvSpPr/>
              <p:nvPr userDrawn="1"/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4" name="组合 73"/>
            <p:cNvGrpSpPr/>
            <p:nvPr userDrawn="1"/>
          </p:nvGrpSpPr>
          <p:grpSpPr>
            <a:xfrm rot="1013132">
              <a:off x="6176564" y="5290989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01" name="Freeform 12"/>
              <p:cNvSpPr>
                <a:spLocks noEditPoints="1"/>
              </p:cNvSpPr>
              <p:nvPr userDrawn="1"/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2" name="Freeform 13"/>
              <p:cNvSpPr/>
              <p:nvPr userDrawn="1"/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3" name="Freeform 14"/>
              <p:cNvSpPr/>
              <p:nvPr userDrawn="1"/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4" name="Freeform 15"/>
              <p:cNvSpPr/>
              <p:nvPr userDrawn="1"/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5" name="Freeform 16"/>
              <p:cNvSpPr/>
              <p:nvPr userDrawn="1"/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6" name="Freeform 17"/>
              <p:cNvSpPr/>
              <p:nvPr userDrawn="1"/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7" name="Freeform 18"/>
              <p:cNvSpPr/>
              <p:nvPr userDrawn="1"/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5" name="Freeform 19"/>
            <p:cNvSpPr>
              <a:spLocks noEditPoints="1"/>
            </p:cNvSpPr>
            <p:nvPr userDrawn="1"/>
          </p:nvSpPr>
          <p:spPr bwMode="auto">
            <a:xfrm rot="3628785">
              <a:off x="4614671" y="65222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" name="Freeform 7"/>
            <p:cNvSpPr>
              <a:spLocks noEditPoints="1"/>
            </p:cNvSpPr>
            <p:nvPr userDrawn="1"/>
          </p:nvSpPr>
          <p:spPr bwMode="auto">
            <a:xfrm rot="20132266">
              <a:off x="-807207" y="5977073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7" name="组合 76"/>
            <p:cNvGrpSpPr/>
            <p:nvPr userDrawn="1"/>
          </p:nvGrpSpPr>
          <p:grpSpPr>
            <a:xfrm rot="21086915">
              <a:off x="11056807" y="581802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99" name="Freeform 26"/>
              <p:cNvSpPr>
                <a:spLocks noEditPoints="1"/>
              </p:cNvSpPr>
              <p:nvPr userDrawn="1"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0" name="Freeform 27"/>
              <p:cNvSpPr/>
              <p:nvPr userDrawn="1"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8" name="组 215"/>
            <p:cNvGrpSpPr/>
            <p:nvPr userDrawn="1"/>
          </p:nvGrpSpPr>
          <p:grpSpPr>
            <a:xfrm rot="2803540">
              <a:off x="9225928" y="-1135170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95" name="Freeform 13"/>
              <p:cNvSpPr>
                <a:spLocks noEditPoints="1"/>
              </p:cNvSpPr>
              <p:nvPr userDrawn="1"/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6" name="Freeform 14"/>
              <p:cNvSpPr/>
              <p:nvPr userDrawn="1"/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7" name="Freeform 15"/>
              <p:cNvSpPr/>
              <p:nvPr userDrawn="1"/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8" name="Freeform 17"/>
              <p:cNvSpPr>
                <a:spLocks noEditPoints="1"/>
              </p:cNvSpPr>
              <p:nvPr userDrawn="1"/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9" name="组合 78"/>
            <p:cNvGrpSpPr/>
            <p:nvPr userDrawn="1"/>
          </p:nvGrpSpPr>
          <p:grpSpPr>
            <a:xfrm>
              <a:off x="5624277" y="6060101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93" name="Freeform 19"/>
              <p:cNvSpPr>
                <a:spLocks noEditPoints="1"/>
              </p:cNvSpPr>
              <p:nvPr userDrawn="1"/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4" name="Freeform 20"/>
              <p:cNvSpPr/>
              <p:nvPr userDrawn="1"/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0" name="Freeform 9"/>
            <p:cNvSpPr>
              <a:spLocks noEditPoints="1"/>
            </p:cNvSpPr>
            <p:nvPr userDrawn="1"/>
          </p:nvSpPr>
          <p:spPr bwMode="auto">
            <a:xfrm>
              <a:off x="11714474" y="3298829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1" name="组合 80"/>
            <p:cNvGrpSpPr/>
            <p:nvPr userDrawn="1"/>
          </p:nvGrpSpPr>
          <p:grpSpPr>
            <a:xfrm rot="2116298">
              <a:off x="718678" y="6474358"/>
              <a:ext cx="1228067" cy="1069643"/>
              <a:chOff x="501650" y="3292475"/>
              <a:chExt cx="1735138" cy="1511300"/>
            </a:xfrm>
            <a:grpFill/>
          </p:grpSpPr>
          <p:sp>
            <p:nvSpPr>
              <p:cNvPr id="88" name="Freeform 5"/>
              <p:cNvSpPr/>
              <p:nvPr userDrawn="1"/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9" name="Freeform 6"/>
              <p:cNvSpPr/>
              <p:nvPr userDrawn="1"/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0" name="Freeform 7"/>
              <p:cNvSpPr/>
              <p:nvPr userDrawn="1"/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1" name="Freeform 8"/>
              <p:cNvSpPr/>
              <p:nvPr userDrawn="1"/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2" name="Freeform 9"/>
              <p:cNvSpPr/>
              <p:nvPr userDrawn="1"/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2" name="Freeform 7"/>
            <p:cNvSpPr>
              <a:spLocks noEditPoints="1"/>
            </p:cNvSpPr>
            <p:nvPr userDrawn="1"/>
          </p:nvSpPr>
          <p:spPr bwMode="auto">
            <a:xfrm rot="20132266">
              <a:off x="9763146" y="-24895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3" name="组合 82"/>
            <p:cNvGrpSpPr/>
            <p:nvPr userDrawn="1"/>
          </p:nvGrpSpPr>
          <p:grpSpPr>
            <a:xfrm rot="1406730">
              <a:off x="10767933" y="542444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86" name="Freeform 19"/>
              <p:cNvSpPr>
                <a:spLocks noEditPoints="1"/>
              </p:cNvSpPr>
              <p:nvPr userDrawn="1"/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7" name="Freeform 20"/>
              <p:cNvSpPr/>
              <p:nvPr userDrawn="1"/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4" name="Freeform 19"/>
            <p:cNvSpPr>
              <a:spLocks noEditPoints="1"/>
            </p:cNvSpPr>
            <p:nvPr userDrawn="1"/>
          </p:nvSpPr>
          <p:spPr bwMode="auto">
            <a:xfrm rot="21418795">
              <a:off x="11264443" y="4898673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7"/>
            <p:cNvSpPr>
              <a:spLocks noEditPoints="1"/>
            </p:cNvSpPr>
            <p:nvPr userDrawn="1"/>
          </p:nvSpPr>
          <p:spPr bwMode="auto">
            <a:xfrm rot="20132266">
              <a:off x="-1305" y="137588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386" y="256837"/>
            <a:ext cx="5526505" cy="657559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形 8" descr="书籍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3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logo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064000" y="441961"/>
            <a:ext cx="4368800" cy="3083564"/>
          </a:xfrm>
          <a:custGeom>
            <a:avLst/>
            <a:gdLst/>
            <a:ahLst/>
            <a:cxnLst/>
            <a:rect l="l" t="t" r="r" b="b"/>
            <a:pathLst>
              <a:path w="3276600" h="3124200">
                <a:moveTo>
                  <a:pt x="3028950" y="0"/>
                </a:moveTo>
                <a:cubicBezTo>
                  <a:pt x="3165723" y="0"/>
                  <a:pt x="3276600" y="110877"/>
                  <a:pt x="3276600" y="247650"/>
                </a:cubicBezTo>
                <a:lnTo>
                  <a:pt x="3276600" y="2876550"/>
                </a:lnTo>
                <a:cubicBezTo>
                  <a:pt x="3276600" y="3013323"/>
                  <a:pt x="3165723" y="3124200"/>
                  <a:pt x="3028950" y="3124200"/>
                </a:cubicBezTo>
                <a:cubicBezTo>
                  <a:pt x="2892177" y="3124200"/>
                  <a:pt x="2781300" y="3013323"/>
                  <a:pt x="2781300" y="2876550"/>
                </a:cubicBezTo>
                <a:lnTo>
                  <a:pt x="2781300" y="247650"/>
                </a:lnTo>
                <a:cubicBezTo>
                  <a:pt x="2781300" y="110877"/>
                  <a:pt x="2892177" y="0"/>
                  <a:pt x="3028950" y="0"/>
                </a:cubicBezTo>
                <a:close/>
                <a:moveTo>
                  <a:pt x="2317750" y="0"/>
                </a:moveTo>
                <a:cubicBezTo>
                  <a:pt x="2454523" y="0"/>
                  <a:pt x="2565400" y="110877"/>
                  <a:pt x="2565400" y="247650"/>
                </a:cubicBezTo>
                <a:lnTo>
                  <a:pt x="2565400" y="2876550"/>
                </a:lnTo>
                <a:cubicBezTo>
                  <a:pt x="2565400" y="3013323"/>
                  <a:pt x="2454523" y="3124200"/>
                  <a:pt x="2317750" y="3124200"/>
                </a:cubicBezTo>
                <a:cubicBezTo>
                  <a:pt x="2180977" y="3124200"/>
                  <a:pt x="2070100" y="3013323"/>
                  <a:pt x="2070100" y="2876550"/>
                </a:cubicBezTo>
                <a:lnTo>
                  <a:pt x="2070100" y="247650"/>
                </a:lnTo>
                <a:cubicBezTo>
                  <a:pt x="2070100" y="110877"/>
                  <a:pt x="2180977" y="0"/>
                  <a:pt x="2317750" y="0"/>
                </a:cubicBezTo>
                <a:close/>
                <a:moveTo>
                  <a:pt x="1606550" y="0"/>
                </a:moveTo>
                <a:cubicBezTo>
                  <a:pt x="1743323" y="0"/>
                  <a:pt x="1854200" y="110877"/>
                  <a:pt x="1854200" y="247650"/>
                </a:cubicBezTo>
                <a:lnTo>
                  <a:pt x="1854200" y="2876550"/>
                </a:lnTo>
                <a:cubicBezTo>
                  <a:pt x="1854200" y="3013323"/>
                  <a:pt x="1743323" y="3124200"/>
                  <a:pt x="1606550" y="3124200"/>
                </a:cubicBezTo>
                <a:cubicBezTo>
                  <a:pt x="1469777" y="3124200"/>
                  <a:pt x="1358900" y="3013323"/>
                  <a:pt x="1358900" y="2876550"/>
                </a:cubicBezTo>
                <a:lnTo>
                  <a:pt x="1358900" y="247650"/>
                </a:lnTo>
                <a:cubicBezTo>
                  <a:pt x="1358900" y="110877"/>
                  <a:pt x="1469777" y="0"/>
                  <a:pt x="1606550" y="0"/>
                </a:cubicBezTo>
                <a:close/>
                <a:moveTo>
                  <a:pt x="958850" y="0"/>
                </a:moveTo>
                <a:cubicBezTo>
                  <a:pt x="1095623" y="0"/>
                  <a:pt x="1206500" y="110877"/>
                  <a:pt x="1206500" y="247650"/>
                </a:cubicBezTo>
                <a:lnTo>
                  <a:pt x="1206500" y="2876550"/>
                </a:lnTo>
                <a:cubicBezTo>
                  <a:pt x="1206500" y="3013323"/>
                  <a:pt x="1095623" y="3124200"/>
                  <a:pt x="958850" y="3124200"/>
                </a:cubicBezTo>
                <a:cubicBezTo>
                  <a:pt x="822077" y="3124200"/>
                  <a:pt x="711200" y="3013323"/>
                  <a:pt x="711200" y="2876550"/>
                </a:cubicBezTo>
                <a:lnTo>
                  <a:pt x="711200" y="247650"/>
                </a:lnTo>
                <a:cubicBezTo>
                  <a:pt x="711200" y="110877"/>
                  <a:pt x="822077" y="0"/>
                  <a:pt x="958850" y="0"/>
                </a:cubicBezTo>
                <a:close/>
                <a:moveTo>
                  <a:pt x="247650" y="0"/>
                </a:moveTo>
                <a:cubicBezTo>
                  <a:pt x="384423" y="0"/>
                  <a:pt x="495300" y="110877"/>
                  <a:pt x="495300" y="247650"/>
                </a:cubicBezTo>
                <a:lnTo>
                  <a:pt x="495300" y="2876550"/>
                </a:lnTo>
                <a:cubicBezTo>
                  <a:pt x="495300" y="3013323"/>
                  <a:pt x="384423" y="3124200"/>
                  <a:pt x="247650" y="3124200"/>
                </a:cubicBezTo>
                <a:cubicBezTo>
                  <a:pt x="110877" y="3124200"/>
                  <a:pt x="0" y="3013323"/>
                  <a:pt x="0" y="28765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54706" y="3801452"/>
            <a:ext cx="4511964" cy="43178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00" b="1">
                <a:solidFill>
                  <a:schemeClr val="bg1"/>
                </a:solidFill>
                <a:latin typeface="Lato Hairline"/>
                <a:cs typeface="Lato Hairline"/>
              </a:defRPr>
            </a:lvl1pPr>
          </a:lstStyle>
          <a:p>
            <a:pPr lvl="0"/>
            <a:r>
              <a:rPr lang="es-ES_tradnl" dirty="0"/>
              <a:t>TITLE HERE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954706" y="4385250"/>
            <a:ext cx="4511964" cy="228451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975167" y="4817825"/>
            <a:ext cx="4488039" cy="153686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 235"/>
          <p:cNvGrpSpPr/>
          <p:nvPr userDrawn="1"/>
        </p:nvGrpSpPr>
        <p:grpSpPr>
          <a:xfrm>
            <a:off x="-1087482" y="-1169336"/>
            <a:ext cx="14366963" cy="9196672"/>
            <a:chOff x="-1517189" y="-871840"/>
            <a:chExt cx="14366963" cy="9196672"/>
          </a:xfrm>
          <a:solidFill>
            <a:schemeClr val="bg1">
              <a:alpha val="10000"/>
            </a:schemeClr>
          </a:solidFill>
        </p:grpSpPr>
        <p:sp>
          <p:nvSpPr>
            <p:cNvPr id="8" name="Freeform 7"/>
            <p:cNvSpPr>
              <a:spLocks noEditPoints="1"/>
            </p:cNvSpPr>
            <p:nvPr userDrawn="1"/>
          </p:nvSpPr>
          <p:spPr bwMode="auto">
            <a:xfrm rot="20132266">
              <a:off x="3204672" y="5259246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Freeform 9"/>
            <p:cNvSpPr>
              <a:spLocks noEditPoints="1"/>
            </p:cNvSpPr>
            <p:nvPr userDrawn="1"/>
          </p:nvSpPr>
          <p:spPr bwMode="auto">
            <a:xfrm>
              <a:off x="3276077" y="3086935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0" name="组 18"/>
            <p:cNvGrpSpPr/>
            <p:nvPr userDrawn="1"/>
          </p:nvGrpSpPr>
          <p:grpSpPr>
            <a:xfrm rot="1396810">
              <a:off x="5439148" y="336445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27" name="Freeform 13"/>
              <p:cNvSpPr>
                <a:spLocks noEditPoints="1"/>
              </p:cNvSpPr>
              <p:nvPr userDrawn="1"/>
            </p:nvSpPr>
            <p:spPr bwMode="auto">
              <a:xfrm>
                <a:off x="6130130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8" name="Freeform 14"/>
              <p:cNvSpPr/>
              <p:nvPr userDrawn="1"/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9" name="Freeform 15"/>
              <p:cNvSpPr/>
              <p:nvPr userDrawn="1"/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0" name="Freeform 17"/>
              <p:cNvSpPr>
                <a:spLocks noEditPoints="1"/>
              </p:cNvSpPr>
              <p:nvPr userDrawn="1"/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1" name="Freeform 19"/>
            <p:cNvSpPr>
              <a:spLocks noEditPoints="1"/>
            </p:cNvSpPr>
            <p:nvPr userDrawn="1"/>
          </p:nvSpPr>
          <p:spPr bwMode="auto">
            <a:xfrm rot="1363540">
              <a:off x="8673100" y="7234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Freeform 20"/>
            <p:cNvSpPr/>
            <p:nvPr userDrawn="1"/>
          </p:nvSpPr>
          <p:spPr bwMode="auto">
            <a:xfrm rot="20253209">
              <a:off x="4644944" y="440960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3" name="组合 12"/>
            <p:cNvGrpSpPr/>
            <p:nvPr userDrawn="1"/>
          </p:nvGrpSpPr>
          <p:grpSpPr>
            <a:xfrm rot="2116298">
              <a:off x="5097308" y="532895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22" name="Freeform 5"/>
              <p:cNvSpPr/>
              <p:nvPr userDrawn="1"/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3" name="Freeform 6"/>
              <p:cNvSpPr/>
              <p:nvPr userDrawn="1"/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4" name="Freeform 7"/>
              <p:cNvSpPr/>
              <p:nvPr userDrawn="1"/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5" name="Freeform 8"/>
              <p:cNvSpPr/>
              <p:nvPr userDrawn="1"/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6" name="Freeform 9"/>
              <p:cNvSpPr/>
              <p:nvPr userDrawn="1"/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 userDrawn="1"/>
          </p:nvGrpSpPr>
          <p:grpSpPr>
            <a:xfrm rot="19680185">
              <a:off x="2669841" y="449950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20" name="Freeform 26"/>
              <p:cNvSpPr>
                <a:spLocks noEditPoints="1"/>
              </p:cNvSpPr>
              <p:nvPr userDrawn="1"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1" name="Freeform 27"/>
              <p:cNvSpPr/>
              <p:nvPr userDrawn="1"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5" name="Freeform 29"/>
            <p:cNvSpPr>
              <a:spLocks noEditPoints="1"/>
            </p:cNvSpPr>
            <p:nvPr userDrawn="1"/>
          </p:nvSpPr>
          <p:spPr bwMode="auto">
            <a:xfrm>
              <a:off x="4567724" y="3130391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5"/>
            <p:cNvSpPr>
              <a:spLocks noEditPoints="1"/>
            </p:cNvSpPr>
            <p:nvPr userDrawn="1"/>
          </p:nvSpPr>
          <p:spPr bwMode="auto">
            <a:xfrm rot="1264384">
              <a:off x="3800465" y="638232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7" name="组合 16"/>
            <p:cNvGrpSpPr/>
            <p:nvPr userDrawn="1"/>
          </p:nvGrpSpPr>
          <p:grpSpPr>
            <a:xfrm rot="1013132">
              <a:off x="2506793" y="6413812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213" name="Freeform 12"/>
              <p:cNvSpPr>
                <a:spLocks noEditPoints="1"/>
              </p:cNvSpPr>
              <p:nvPr userDrawn="1"/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4" name="Freeform 13"/>
              <p:cNvSpPr/>
              <p:nvPr userDrawn="1"/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5" name="Freeform 14"/>
              <p:cNvSpPr/>
              <p:nvPr userDrawn="1"/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6" name="Freeform 15"/>
              <p:cNvSpPr/>
              <p:nvPr userDrawn="1"/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7" name="Freeform 16"/>
              <p:cNvSpPr/>
              <p:nvPr userDrawn="1"/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8" name="Freeform 17"/>
              <p:cNvSpPr/>
              <p:nvPr userDrawn="1"/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9" name="Freeform 18"/>
              <p:cNvSpPr/>
              <p:nvPr userDrawn="1"/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 userDrawn="1"/>
          </p:nvGrpSpPr>
          <p:grpSpPr>
            <a:xfrm>
              <a:off x="6063218" y="3624642"/>
              <a:ext cx="1301704" cy="1299270"/>
              <a:chOff x="6262690" y="5170488"/>
              <a:chExt cx="1697038" cy="1693863"/>
            </a:xfrm>
            <a:grpFill/>
          </p:grpSpPr>
          <p:sp>
            <p:nvSpPr>
              <p:cNvPr id="211" name="Freeform 19"/>
              <p:cNvSpPr>
                <a:spLocks noEditPoints="1"/>
              </p:cNvSpPr>
              <p:nvPr userDrawn="1"/>
            </p:nvSpPr>
            <p:spPr bwMode="auto">
              <a:xfrm>
                <a:off x="6262690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2" name="Freeform 20"/>
              <p:cNvSpPr/>
              <p:nvPr userDrawn="1"/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9" name="Freeform 7"/>
            <p:cNvSpPr>
              <a:spLocks noEditPoints="1"/>
            </p:cNvSpPr>
            <p:nvPr userDrawn="1"/>
          </p:nvSpPr>
          <p:spPr bwMode="auto">
            <a:xfrm rot="20132266">
              <a:off x="-1257123" y="479820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9"/>
            <p:cNvSpPr>
              <a:spLocks noEditPoints="1"/>
            </p:cNvSpPr>
            <p:nvPr userDrawn="1"/>
          </p:nvSpPr>
          <p:spPr bwMode="auto">
            <a:xfrm>
              <a:off x="-491355" y="283166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1" name="组 45"/>
            <p:cNvGrpSpPr/>
            <p:nvPr userDrawn="1"/>
          </p:nvGrpSpPr>
          <p:grpSpPr>
            <a:xfrm rot="1396810">
              <a:off x="998952" y="372213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07" name="Freeform 13"/>
              <p:cNvSpPr>
                <a:spLocks noEditPoints="1"/>
              </p:cNvSpPr>
              <p:nvPr userDrawn="1"/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8" name="Freeform 14"/>
              <p:cNvSpPr/>
              <p:nvPr userDrawn="1"/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9" name="Freeform 15"/>
              <p:cNvSpPr/>
              <p:nvPr userDrawn="1"/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0" name="Freeform 17"/>
              <p:cNvSpPr>
                <a:spLocks noEditPoints="1"/>
              </p:cNvSpPr>
              <p:nvPr userDrawn="1"/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2" name="Freeform 19"/>
            <p:cNvSpPr>
              <a:spLocks noEditPoints="1"/>
            </p:cNvSpPr>
            <p:nvPr userDrawn="1"/>
          </p:nvSpPr>
          <p:spPr bwMode="auto">
            <a:xfrm rot="1363540">
              <a:off x="337564" y="579283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20"/>
            <p:cNvSpPr/>
            <p:nvPr userDrawn="1"/>
          </p:nvSpPr>
          <p:spPr bwMode="auto">
            <a:xfrm rot="20253209">
              <a:off x="158920" y="448561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4" name="组合 23"/>
            <p:cNvGrpSpPr/>
            <p:nvPr userDrawn="1"/>
          </p:nvGrpSpPr>
          <p:grpSpPr>
            <a:xfrm rot="2116298">
              <a:off x="1231243" y="512861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02" name="Freeform 5"/>
              <p:cNvSpPr/>
              <p:nvPr userDrawn="1"/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3" name="Freeform 6"/>
              <p:cNvSpPr/>
              <p:nvPr userDrawn="1"/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4" name="Freeform 7"/>
              <p:cNvSpPr/>
              <p:nvPr userDrawn="1"/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5" name="Freeform 8"/>
              <p:cNvSpPr/>
              <p:nvPr userDrawn="1"/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6" name="Freeform 9"/>
              <p:cNvSpPr/>
              <p:nvPr userDrawn="1"/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5" name="组合 24"/>
            <p:cNvGrpSpPr/>
            <p:nvPr userDrawn="1"/>
          </p:nvGrpSpPr>
          <p:grpSpPr>
            <a:xfrm rot="19680185">
              <a:off x="-1517189" y="380303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00" name="Freeform 26"/>
              <p:cNvSpPr>
                <a:spLocks noEditPoints="1"/>
              </p:cNvSpPr>
              <p:nvPr userDrawn="1"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1" name="Freeform 27"/>
              <p:cNvSpPr/>
              <p:nvPr userDrawn="1"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6" name="Freeform 29"/>
            <p:cNvSpPr>
              <a:spLocks noEditPoints="1"/>
            </p:cNvSpPr>
            <p:nvPr userDrawn="1"/>
          </p:nvSpPr>
          <p:spPr bwMode="auto">
            <a:xfrm>
              <a:off x="760976" y="275152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5"/>
            <p:cNvSpPr>
              <a:spLocks noEditPoints="1"/>
            </p:cNvSpPr>
            <p:nvPr userDrawn="1"/>
          </p:nvSpPr>
          <p:spPr bwMode="auto">
            <a:xfrm rot="1264384">
              <a:off x="1983280" y="5686214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8" name="组合 27"/>
            <p:cNvGrpSpPr/>
            <p:nvPr userDrawn="1"/>
          </p:nvGrpSpPr>
          <p:grpSpPr>
            <a:xfrm rot="1013132">
              <a:off x="1601368" y="443860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93" name="Freeform 12"/>
              <p:cNvSpPr>
                <a:spLocks noEditPoints="1"/>
              </p:cNvSpPr>
              <p:nvPr userDrawn="1"/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4" name="Freeform 13"/>
              <p:cNvSpPr/>
              <p:nvPr userDrawn="1"/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5" name="Freeform 14"/>
              <p:cNvSpPr/>
              <p:nvPr userDrawn="1"/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6" name="Freeform 15"/>
              <p:cNvSpPr/>
              <p:nvPr userDrawn="1"/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7" name="Freeform 16"/>
              <p:cNvSpPr/>
              <p:nvPr userDrawn="1"/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8" name="Freeform 17"/>
              <p:cNvSpPr/>
              <p:nvPr userDrawn="1"/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9" name="Freeform 18"/>
              <p:cNvSpPr/>
              <p:nvPr userDrawn="1"/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9" name="组合 28"/>
            <p:cNvGrpSpPr/>
            <p:nvPr userDrawn="1"/>
          </p:nvGrpSpPr>
          <p:grpSpPr>
            <a:xfrm>
              <a:off x="1798258" y="294782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91" name="Freeform 19"/>
              <p:cNvSpPr>
                <a:spLocks noEditPoints="1"/>
              </p:cNvSpPr>
              <p:nvPr userDrawn="1"/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2" name="Freeform 20"/>
              <p:cNvSpPr/>
              <p:nvPr userDrawn="1"/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0" name="Freeform 7"/>
            <p:cNvSpPr>
              <a:spLocks noEditPoints="1"/>
            </p:cNvSpPr>
            <p:nvPr userDrawn="1"/>
          </p:nvSpPr>
          <p:spPr bwMode="auto">
            <a:xfrm rot="21538996">
              <a:off x="7150383" y="576431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9"/>
            <p:cNvSpPr>
              <a:spLocks noEditPoints="1"/>
            </p:cNvSpPr>
            <p:nvPr userDrawn="1"/>
          </p:nvSpPr>
          <p:spPr bwMode="auto">
            <a:xfrm rot="1406730">
              <a:off x="8537771" y="4215104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2" name="组 77"/>
            <p:cNvGrpSpPr/>
            <p:nvPr userDrawn="1"/>
          </p:nvGrpSpPr>
          <p:grpSpPr>
            <a:xfrm rot="2803540">
              <a:off x="9511163" y="5451183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87" name="Freeform 13"/>
              <p:cNvSpPr>
                <a:spLocks noEditPoints="1"/>
              </p:cNvSpPr>
              <p:nvPr userDrawn="1"/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8" name="Freeform 14"/>
              <p:cNvSpPr/>
              <p:nvPr userDrawn="1"/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9" name="Freeform 15"/>
              <p:cNvSpPr/>
              <p:nvPr userDrawn="1"/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0" name="Freeform 17"/>
              <p:cNvSpPr>
                <a:spLocks noEditPoints="1"/>
              </p:cNvSpPr>
              <p:nvPr userDrawn="1"/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3" name="Freeform 19"/>
            <p:cNvSpPr>
              <a:spLocks noEditPoints="1"/>
            </p:cNvSpPr>
            <p:nvPr userDrawn="1"/>
          </p:nvSpPr>
          <p:spPr bwMode="auto">
            <a:xfrm rot="2770270">
              <a:off x="8355392" y="7325895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0"/>
            <p:cNvSpPr/>
            <p:nvPr userDrawn="1"/>
          </p:nvSpPr>
          <p:spPr bwMode="auto">
            <a:xfrm rot="59939">
              <a:off x="8625447" y="5843013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5" name="组合 34"/>
            <p:cNvGrpSpPr/>
            <p:nvPr userDrawn="1"/>
          </p:nvGrpSpPr>
          <p:grpSpPr>
            <a:xfrm rot="3523028">
              <a:off x="9384746" y="6959689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82" name="Freeform 5"/>
              <p:cNvSpPr/>
              <p:nvPr userDrawn="1"/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3" name="Freeform 6"/>
              <p:cNvSpPr/>
              <p:nvPr userDrawn="1"/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4" name="Freeform 7"/>
              <p:cNvSpPr/>
              <p:nvPr userDrawn="1"/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5" name="Freeform 8"/>
              <p:cNvSpPr/>
              <p:nvPr userDrawn="1"/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6" name="Freeform 9"/>
              <p:cNvSpPr/>
              <p:nvPr userDrawn="1"/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 userDrawn="1"/>
          </p:nvGrpSpPr>
          <p:grpSpPr>
            <a:xfrm rot="21086915">
              <a:off x="7366693" y="4686026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80" name="Freeform 26"/>
              <p:cNvSpPr>
                <a:spLocks noEditPoints="1"/>
              </p:cNvSpPr>
              <p:nvPr userDrawn="1"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1" name="Freeform 27"/>
              <p:cNvSpPr/>
              <p:nvPr userDrawn="1"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7" name="Freeform 29"/>
            <p:cNvSpPr>
              <a:spLocks noEditPoints="1"/>
            </p:cNvSpPr>
            <p:nvPr userDrawn="1"/>
          </p:nvSpPr>
          <p:spPr bwMode="auto">
            <a:xfrm rot="1406730">
              <a:off x="9836343" y="4616570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5"/>
            <p:cNvSpPr>
              <a:spLocks noEditPoints="1"/>
            </p:cNvSpPr>
            <p:nvPr userDrawn="1"/>
          </p:nvSpPr>
          <p:spPr bwMode="auto">
            <a:xfrm rot="2671114">
              <a:off x="9574736" y="789551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9" name="组合 38"/>
            <p:cNvGrpSpPr/>
            <p:nvPr userDrawn="1"/>
          </p:nvGrpSpPr>
          <p:grpSpPr>
            <a:xfrm rot="2419862">
              <a:off x="9997017" y="6488458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73" name="Freeform 12"/>
              <p:cNvSpPr>
                <a:spLocks noEditPoints="1"/>
              </p:cNvSpPr>
              <p:nvPr userDrawn="1"/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4" name="Freeform 13"/>
              <p:cNvSpPr/>
              <p:nvPr userDrawn="1"/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5" name="Freeform 14"/>
              <p:cNvSpPr/>
              <p:nvPr userDrawn="1"/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6" name="Freeform 15"/>
              <p:cNvSpPr/>
              <p:nvPr userDrawn="1"/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7" name="Freeform 16"/>
              <p:cNvSpPr/>
              <p:nvPr userDrawn="1"/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8" name="Freeform 17"/>
              <p:cNvSpPr/>
              <p:nvPr userDrawn="1"/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9" name="Freeform 18"/>
              <p:cNvSpPr/>
              <p:nvPr userDrawn="1"/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0" name="组合 39"/>
            <p:cNvGrpSpPr/>
            <p:nvPr userDrawn="1"/>
          </p:nvGrpSpPr>
          <p:grpSpPr>
            <a:xfrm rot="1406730">
              <a:off x="11173870" y="-871840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71" name="Freeform 19"/>
              <p:cNvSpPr>
                <a:spLocks noEditPoints="1"/>
              </p:cNvSpPr>
              <p:nvPr userDrawn="1"/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2" name="Freeform 20"/>
              <p:cNvSpPr/>
              <p:nvPr userDrawn="1"/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1" name="Freeform 7"/>
            <p:cNvSpPr>
              <a:spLocks noEditPoints="1"/>
            </p:cNvSpPr>
            <p:nvPr userDrawn="1"/>
          </p:nvSpPr>
          <p:spPr bwMode="auto">
            <a:xfrm rot="20132266">
              <a:off x="-3210" y="137461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9"/>
            <p:cNvSpPr>
              <a:spLocks noEditPoints="1"/>
            </p:cNvSpPr>
            <p:nvPr userDrawn="1"/>
          </p:nvSpPr>
          <p:spPr bwMode="auto">
            <a:xfrm>
              <a:off x="762558" y="-591931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3" name="组 109"/>
            <p:cNvGrpSpPr/>
            <p:nvPr userDrawn="1"/>
          </p:nvGrpSpPr>
          <p:grpSpPr>
            <a:xfrm rot="1396810">
              <a:off x="2252833" y="298531"/>
              <a:ext cx="337162" cy="1816149"/>
              <a:chOff x="6099175" y="2627313"/>
              <a:chExt cx="411163" cy="2214761"/>
            </a:xfrm>
            <a:grpFill/>
          </p:grpSpPr>
          <p:sp>
            <p:nvSpPr>
              <p:cNvPr id="165" name="Freeform 13"/>
              <p:cNvSpPr>
                <a:spLocks noEditPoints="1"/>
              </p:cNvSpPr>
              <p:nvPr userDrawn="1"/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6" name="Freeform 14"/>
              <p:cNvSpPr/>
              <p:nvPr userDrawn="1"/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7" name="Freeform 15"/>
              <p:cNvSpPr/>
              <p:nvPr userDrawn="1"/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8" name="Freeform 17"/>
              <p:cNvSpPr>
                <a:spLocks noEditPoints="1"/>
              </p:cNvSpPr>
              <p:nvPr userDrawn="1"/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9" name="Freeform 13"/>
              <p:cNvSpPr>
                <a:spLocks noEditPoints="1"/>
              </p:cNvSpPr>
              <p:nvPr userDrawn="1"/>
            </p:nvSpPr>
            <p:spPr bwMode="auto">
              <a:xfrm>
                <a:off x="6133588" y="3048199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0" name="Freeform 17"/>
              <p:cNvSpPr>
                <a:spLocks noEditPoints="1"/>
              </p:cNvSpPr>
              <p:nvPr userDrawn="1"/>
            </p:nvSpPr>
            <p:spPr bwMode="auto">
              <a:xfrm>
                <a:off x="6132001" y="4310261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4" name="Freeform 19"/>
            <p:cNvSpPr>
              <a:spLocks noEditPoints="1"/>
            </p:cNvSpPr>
            <p:nvPr userDrawn="1"/>
          </p:nvSpPr>
          <p:spPr bwMode="auto">
            <a:xfrm rot="1363540">
              <a:off x="1591477" y="2369237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20"/>
            <p:cNvSpPr/>
            <p:nvPr userDrawn="1"/>
          </p:nvSpPr>
          <p:spPr bwMode="auto">
            <a:xfrm rot="20253209">
              <a:off x="1412833" y="1062017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6" name="组合 45"/>
            <p:cNvGrpSpPr/>
            <p:nvPr userDrawn="1"/>
          </p:nvGrpSpPr>
          <p:grpSpPr>
            <a:xfrm rot="2116298">
              <a:off x="2485156" y="1705024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59" name="Freeform 5"/>
              <p:cNvSpPr/>
              <p:nvPr userDrawn="1"/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0" name="Freeform 6"/>
              <p:cNvSpPr/>
              <p:nvPr userDrawn="1"/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1" name="Freeform 7"/>
              <p:cNvSpPr/>
              <p:nvPr userDrawn="1"/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2" name="Freeform 8"/>
              <p:cNvSpPr/>
              <p:nvPr userDrawn="1"/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3" name="Freeform 9"/>
              <p:cNvSpPr/>
              <p:nvPr userDrawn="1"/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4" name="Freeform 6"/>
              <p:cNvSpPr/>
              <p:nvPr userDrawn="1"/>
            </p:nvSpPr>
            <p:spPr bwMode="auto">
              <a:xfrm>
                <a:off x="733276" y="3957829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 userDrawn="1"/>
          </p:nvGrpSpPr>
          <p:grpSpPr>
            <a:xfrm rot="19680185">
              <a:off x="-263276" y="379440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57" name="Freeform 26"/>
              <p:cNvSpPr>
                <a:spLocks noEditPoints="1"/>
              </p:cNvSpPr>
              <p:nvPr userDrawn="1"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8" name="Freeform 27"/>
              <p:cNvSpPr/>
              <p:nvPr userDrawn="1"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8" name="Freeform 29"/>
            <p:cNvSpPr>
              <a:spLocks noEditPoints="1"/>
            </p:cNvSpPr>
            <p:nvPr userDrawn="1"/>
          </p:nvSpPr>
          <p:spPr bwMode="auto">
            <a:xfrm>
              <a:off x="2014889" y="-672068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5"/>
            <p:cNvSpPr>
              <a:spLocks noEditPoints="1"/>
            </p:cNvSpPr>
            <p:nvPr userDrawn="1"/>
          </p:nvSpPr>
          <p:spPr bwMode="auto">
            <a:xfrm rot="1264384">
              <a:off x="2980490" y="2441065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0" name="组合 49"/>
            <p:cNvGrpSpPr/>
            <p:nvPr userDrawn="1"/>
          </p:nvGrpSpPr>
          <p:grpSpPr>
            <a:xfrm rot="1013132">
              <a:off x="2855281" y="1015011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50" name="Freeform 12"/>
              <p:cNvSpPr>
                <a:spLocks noEditPoints="1"/>
              </p:cNvSpPr>
              <p:nvPr userDrawn="1"/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1" name="Freeform 13"/>
              <p:cNvSpPr/>
              <p:nvPr userDrawn="1"/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2" name="Freeform 14"/>
              <p:cNvSpPr/>
              <p:nvPr userDrawn="1"/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3" name="Freeform 15"/>
              <p:cNvSpPr/>
              <p:nvPr userDrawn="1"/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" name="Freeform 16"/>
              <p:cNvSpPr/>
              <p:nvPr userDrawn="1"/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5" name="Freeform 17"/>
              <p:cNvSpPr/>
              <p:nvPr userDrawn="1"/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6" name="Freeform 18"/>
              <p:cNvSpPr/>
              <p:nvPr userDrawn="1"/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 userDrawn="1"/>
          </p:nvGrpSpPr>
          <p:grpSpPr>
            <a:xfrm>
              <a:off x="3052171" y="-47576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48" name="Freeform 19"/>
              <p:cNvSpPr>
                <a:spLocks noEditPoints="1"/>
              </p:cNvSpPr>
              <p:nvPr userDrawn="1"/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9" name="Freeform 20"/>
              <p:cNvSpPr/>
              <p:nvPr userDrawn="1"/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2" name="Freeform 7"/>
            <p:cNvSpPr>
              <a:spLocks noEditPoints="1"/>
            </p:cNvSpPr>
            <p:nvPr userDrawn="1"/>
          </p:nvSpPr>
          <p:spPr bwMode="auto">
            <a:xfrm rot="20132266">
              <a:off x="4165316" y="196966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Freeform 9"/>
            <p:cNvSpPr>
              <a:spLocks noEditPoints="1"/>
            </p:cNvSpPr>
            <p:nvPr userDrawn="1"/>
          </p:nvSpPr>
          <p:spPr bwMode="auto">
            <a:xfrm>
              <a:off x="4931084" y="312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4" name="组 141"/>
            <p:cNvGrpSpPr/>
            <p:nvPr userDrawn="1"/>
          </p:nvGrpSpPr>
          <p:grpSpPr>
            <a:xfrm rot="1396810">
              <a:off x="6421391" y="89359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44" name="Freeform 13"/>
              <p:cNvSpPr>
                <a:spLocks noEditPoints="1"/>
              </p:cNvSpPr>
              <p:nvPr userDrawn="1"/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5" name="Freeform 14"/>
              <p:cNvSpPr/>
              <p:nvPr userDrawn="1"/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6" name="Freeform 15"/>
              <p:cNvSpPr/>
              <p:nvPr userDrawn="1"/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7" name="Freeform 17"/>
              <p:cNvSpPr>
                <a:spLocks noEditPoints="1"/>
              </p:cNvSpPr>
              <p:nvPr userDrawn="1"/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5" name="Freeform 19"/>
            <p:cNvSpPr>
              <a:spLocks noEditPoints="1"/>
            </p:cNvSpPr>
            <p:nvPr userDrawn="1"/>
          </p:nvSpPr>
          <p:spPr bwMode="auto">
            <a:xfrm rot="1363540">
              <a:off x="5760003" y="296429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20"/>
            <p:cNvSpPr/>
            <p:nvPr userDrawn="1"/>
          </p:nvSpPr>
          <p:spPr bwMode="auto">
            <a:xfrm rot="20253209">
              <a:off x="5581359" y="165707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7" name="组合 56"/>
            <p:cNvGrpSpPr/>
            <p:nvPr userDrawn="1"/>
          </p:nvGrpSpPr>
          <p:grpSpPr>
            <a:xfrm rot="2116298">
              <a:off x="6653682" y="230007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39" name="Freeform 5"/>
              <p:cNvSpPr/>
              <p:nvPr userDrawn="1"/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0" name="Freeform 6"/>
              <p:cNvSpPr/>
              <p:nvPr userDrawn="1"/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1" name="Freeform 7"/>
              <p:cNvSpPr/>
              <p:nvPr userDrawn="1"/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2" name="Freeform 8"/>
              <p:cNvSpPr/>
              <p:nvPr userDrawn="1"/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3" name="Freeform 9"/>
              <p:cNvSpPr/>
              <p:nvPr userDrawn="1"/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8" name="组合 57"/>
            <p:cNvGrpSpPr/>
            <p:nvPr userDrawn="1"/>
          </p:nvGrpSpPr>
          <p:grpSpPr>
            <a:xfrm rot="19680185">
              <a:off x="3905250" y="97449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37" name="Freeform 26"/>
              <p:cNvSpPr>
                <a:spLocks noEditPoints="1"/>
              </p:cNvSpPr>
              <p:nvPr userDrawn="1"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8" name="Freeform 27"/>
              <p:cNvSpPr/>
              <p:nvPr userDrawn="1"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9" name="Freeform 29"/>
            <p:cNvSpPr>
              <a:spLocks noEditPoints="1"/>
            </p:cNvSpPr>
            <p:nvPr userDrawn="1"/>
          </p:nvSpPr>
          <p:spPr bwMode="auto">
            <a:xfrm>
              <a:off x="6183415" y="-7701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5"/>
            <p:cNvSpPr>
              <a:spLocks noEditPoints="1"/>
            </p:cNvSpPr>
            <p:nvPr userDrawn="1"/>
          </p:nvSpPr>
          <p:spPr bwMode="auto">
            <a:xfrm rot="1264384">
              <a:off x="7128415" y="315532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1" name="组合 60"/>
            <p:cNvGrpSpPr/>
            <p:nvPr userDrawn="1"/>
          </p:nvGrpSpPr>
          <p:grpSpPr>
            <a:xfrm rot="1013132">
              <a:off x="7023807" y="161006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30" name="Freeform 12"/>
              <p:cNvSpPr>
                <a:spLocks noEditPoints="1"/>
              </p:cNvSpPr>
              <p:nvPr userDrawn="1"/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1" name="Freeform 13"/>
              <p:cNvSpPr/>
              <p:nvPr userDrawn="1"/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2" name="Freeform 14"/>
              <p:cNvSpPr/>
              <p:nvPr userDrawn="1"/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3" name="Freeform 15"/>
              <p:cNvSpPr/>
              <p:nvPr userDrawn="1"/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4" name="Freeform 16"/>
              <p:cNvSpPr/>
              <p:nvPr userDrawn="1"/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5" name="Freeform 17"/>
              <p:cNvSpPr/>
              <p:nvPr userDrawn="1"/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6" name="Freeform 18"/>
              <p:cNvSpPr/>
              <p:nvPr userDrawn="1"/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2" name="组合 61"/>
            <p:cNvGrpSpPr/>
            <p:nvPr userDrawn="1"/>
          </p:nvGrpSpPr>
          <p:grpSpPr>
            <a:xfrm>
              <a:off x="7220697" y="11928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28" name="Freeform 19"/>
              <p:cNvSpPr>
                <a:spLocks noEditPoints="1"/>
              </p:cNvSpPr>
              <p:nvPr userDrawn="1"/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9" name="Freeform 20"/>
              <p:cNvSpPr/>
              <p:nvPr userDrawn="1"/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3" name="Freeform 7"/>
            <p:cNvSpPr>
              <a:spLocks noEditPoints="1"/>
            </p:cNvSpPr>
            <p:nvPr userDrawn="1"/>
          </p:nvSpPr>
          <p:spPr bwMode="auto">
            <a:xfrm rot="20132266">
              <a:off x="7996220" y="3333169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9"/>
            <p:cNvSpPr>
              <a:spLocks noEditPoints="1"/>
            </p:cNvSpPr>
            <p:nvPr userDrawn="1"/>
          </p:nvSpPr>
          <p:spPr bwMode="auto">
            <a:xfrm>
              <a:off x="8803483" y="1209043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5" name="组 173"/>
            <p:cNvGrpSpPr/>
            <p:nvPr userDrawn="1"/>
          </p:nvGrpSpPr>
          <p:grpSpPr>
            <a:xfrm rot="1396810">
              <a:off x="10293790" y="209951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24" name="Freeform 13"/>
              <p:cNvSpPr>
                <a:spLocks noEditPoints="1"/>
              </p:cNvSpPr>
              <p:nvPr userDrawn="1"/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5" name="Freeform 14"/>
              <p:cNvSpPr/>
              <p:nvPr userDrawn="1"/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6" name="Freeform 15"/>
              <p:cNvSpPr/>
              <p:nvPr userDrawn="1"/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7" name="Freeform 17"/>
              <p:cNvSpPr>
                <a:spLocks noEditPoints="1"/>
              </p:cNvSpPr>
              <p:nvPr userDrawn="1"/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6" name="Freeform 19"/>
            <p:cNvSpPr>
              <a:spLocks noEditPoints="1"/>
            </p:cNvSpPr>
            <p:nvPr userDrawn="1"/>
          </p:nvSpPr>
          <p:spPr bwMode="auto">
            <a:xfrm rot="1363540">
              <a:off x="9632402" y="4170211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20"/>
            <p:cNvSpPr/>
            <p:nvPr userDrawn="1"/>
          </p:nvSpPr>
          <p:spPr bwMode="auto">
            <a:xfrm rot="20253209">
              <a:off x="9453758" y="2862991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8" name="组合 67"/>
            <p:cNvGrpSpPr/>
            <p:nvPr userDrawn="1"/>
          </p:nvGrpSpPr>
          <p:grpSpPr>
            <a:xfrm rot="2116298">
              <a:off x="10526081" y="3505998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19" name="Freeform 5"/>
              <p:cNvSpPr/>
              <p:nvPr userDrawn="1"/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0" name="Freeform 6"/>
              <p:cNvSpPr/>
              <p:nvPr userDrawn="1"/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1" name="Freeform 7"/>
              <p:cNvSpPr/>
              <p:nvPr userDrawn="1"/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2" name="Freeform 8"/>
              <p:cNvSpPr/>
              <p:nvPr userDrawn="1"/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3" name="Freeform 9"/>
              <p:cNvSpPr/>
              <p:nvPr userDrawn="1"/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9" name="组合 68"/>
            <p:cNvGrpSpPr/>
            <p:nvPr userDrawn="1"/>
          </p:nvGrpSpPr>
          <p:grpSpPr>
            <a:xfrm rot="19680185">
              <a:off x="7879804" y="2119955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17" name="Freeform 26"/>
              <p:cNvSpPr>
                <a:spLocks noEditPoints="1"/>
              </p:cNvSpPr>
              <p:nvPr userDrawn="1"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8" name="Freeform 27"/>
              <p:cNvSpPr/>
              <p:nvPr userDrawn="1"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0" name="Freeform 29"/>
            <p:cNvSpPr>
              <a:spLocks noEditPoints="1"/>
            </p:cNvSpPr>
            <p:nvPr userDrawn="1"/>
          </p:nvSpPr>
          <p:spPr bwMode="auto">
            <a:xfrm>
              <a:off x="10055814" y="1128906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5"/>
            <p:cNvSpPr>
              <a:spLocks noEditPoints="1"/>
            </p:cNvSpPr>
            <p:nvPr userDrawn="1"/>
          </p:nvSpPr>
          <p:spPr bwMode="auto">
            <a:xfrm rot="1264384">
              <a:off x="11021415" y="424203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2" name="组合 71"/>
            <p:cNvGrpSpPr/>
            <p:nvPr userDrawn="1"/>
          </p:nvGrpSpPr>
          <p:grpSpPr>
            <a:xfrm rot="1013132">
              <a:off x="10896206" y="2815985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10" name="Freeform 12"/>
              <p:cNvSpPr>
                <a:spLocks noEditPoints="1"/>
              </p:cNvSpPr>
              <p:nvPr userDrawn="1"/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1" name="Freeform 13"/>
              <p:cNvSpPr/>
              <p:nvPr userDrawn="1"/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2" name="Freeform 14"/>
              <p:cNvSpPr/>
              <p:nvPr userDrawn="1"/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3" name="Freeform 15"/>
              <p:cNvSpPr/>
              <p:nvPr userDrawn="1"/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4" name="Freeform 16"/>
              <p:cNvSpPr/>
              <p:nvPr userDrawn="1"/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5" name="Freeform 17"/>
              <p:cNvSpPr/>
              <p:nvPr userDrawn="1"/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6" name="Freeform 18"/>
              <p:cNvSpPr/>
              <p:nvPr userDrawn="1"/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3" name="组合 72"/>
            <p:cNvGrpSpPr/>
            <p:nvPr userDrawn="1"/>
          </p:nvGrpSpPr>
          <p:grpSpPr>
            <a:xfrm>
              <a:off x="11093096" y="132520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08" name="Freeform 19"/>
              <p:cNvSpPr>
                <a:spLocks noEditPoints="1"/>
              </p:cNvSpPr>
              <p:nvPr userDrawn="1"/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9" name="Freeform 20"/>
              <p:cNvSpPr/>
              <p:nvPr userDrawn="1"/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4" name="组合 73"/>
            <p:cNvGrpSpPr/>
            <p:nvPr userDrawn="1"/>
          </p:nvGrpSpPr>
          <p:grpSpPr>
            <a:xfrm rot="1013132">
              <a:off x="6176564" y="5290989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01" name="Freeform 12"/>
              <p:cNvSpPr>
                <a:spLocks noEditPoints="1"/>
              </p:cNvSpPr>
              <p:nvPr userDrawn="1"/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2" name="Freeform 13"/>
              <p:cNvSpPr/>
              <p:nvPr userDrawn="1"/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3" name="Freeform 14"/>
              <p:cNvSpPr/>
              <p:nvPr userDrawn="1"/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4" name="Freeform 15"/>
              <p:cNvSpPr/>
              <p:nvPr userDrawn="1"/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5" name="Freeform 16"/>
              <p:cNvSpPr/>
              <p:nvPr userDrawn="1"/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6" name="Freeform 17"/>
              <p:cNvSpPr/>
              <p:nvPr userDrawn="1"/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7" name="Freeform 18"/>
              <p:cNvSpPr/>
              <p:nvPr userDrawn="1"/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5" name="Freeform 19"/>
            <p:cNvSpPr>
              <a:spLocks noEditPoints="1"/>
            </p:cNvSpPr>
            <p:nvPr userDrawn="1"/>
          </p:nvSpPr>
          <p:spPr bwMode="auto">
            <a:xfrm rot="3628785">
              <a:off x="4614671" y="65222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" name="Freeform 7"/>
            <p:cNvSpPr>
              <a:spLocks noEditPoints="1"/>
            </p:cNvSpPr>
            <p:nvPr userDrawn="1"/>
          </p:nvSpPr>
          <p:spPr bwMode="auto">
            <a:xfrm rot="20132266">
              <a:off x="-807207" y="5977073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7" name="组合 76"/>
            <p:cNvGrpSpPr/>
            <p:nvPr userDrawn="1"/>
          </p:nvGrpSpPr>
          <p:grpSpPr>
            <a:xfrm rot="21086915">
              <a:off x="11056807" y="581802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99" name="Freeform 26"/>
              <p:cNvSpPr>
                <a:spLocks noEditPoints="1"/>
              </p:cNvSpPr>
              <p:nvPr userDrawn="1"/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0" name="Freeform 27"/>
              <p:cNvSpPr/>
              <p:nvPr userDrawn="1"/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8" name="组 215"/>
            <p:cNvGrpSpPr/>
            <p:nvPr userDrawn="1"/>
          </p:nvGrpSpPr>
          <p:grpSpPr>
            <a:xfrm rot="2803540">
              <a:off x="9225928" y="-1135170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95" name="Freeform 13"/>
              <p:cNvSpPr>
                <a:spLocks noEditPoints="1"/>
              </p:cNvSpPr>
              <p:nvPr userDrawn="1"/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6" name="Freeform 14"/>
              <p:cNvSpPr/>
              <p:nvPr userDrawn="1"/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7" name="Freeform 15"/>
              <p:cNvSpPr/>
              <p:nvPr userDrawn="1"/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8" name="Freeform 17"/>
              <p:cNvSpPr>
                <a:spLocks noEditPoints="1"/>
              </p:cNvSpPr>
              <p:nvPr userDrawn="1"/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9" name="组合 78"/>
            <p:cNvGrpSpPr/>
            <p:nvPr userDrawn="1"/>
          </p:nvGrpSpPr>
          <p:grpSpPr>
            <a:xfrm>
              <a:off x="5624277" y="6060101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93" name="Freeform 19"/>
              <p:cNvSpPr>
                <a:spLocks noEditPoints="1"/>
              </p:cNvSpPr>
              <p:nvPr userDrawn="1"/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4" name="Freeform 20"/>
              <p:cNvSpPr/>
              <p:nvPr userDrawn="1"/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0" name="Freeform 9"/>
            <p:cNvSpPr>
              <a:spLocks noEditPoints="1"/>
            </p:cNvSpPr>
            <p:nvPr userDrawn="1"/>
          </p:nvSpPr>
          <p:spPr bwMode="auto">
            <a:xfrm>
              <a:off x="11714474" y="3298829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1" name="组合 80"/>
            <p:cNvGrpSpPr/>
            <p:nvPr userDrawn="1"/>
          </p:nvGrpSpPr>
          <p:grpSpPr>
            <a:xfrm rot="2116298">
              <a:off x="718678" y="6474358"/>
              <a:ext cx="1228067" cy="1069643"/>
              <a:chOff x="501650" y="3292475"/>
              <a:chExt cx="1735138" cy="1511300"/>
            </a:xfrm>
            <a:grpFill/>
          </p:grpSpPr>
          <p:sp>
            <p:nvSpPr>
              <p:cNvPr id="88" name="Freeform 5"/>
              <p:cNvSpPr/>
              <p:nvPr userDrawn="1"/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9" name="Freeform 6"/>
              <p:cNvSpPr/>
              <p:nvPr userDrawn="1"/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0" name="Freeform 7"/>
              <p:cNvSpPr/>
              <p:nvPr userDrawn="1"/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1" name="Freeform 8"/>
              <p:cNvSpPr/>
              <p:nvPr userDrawn="1"/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2" name="Freeform 9"/>
              <p:cNvSpPr/>
              <p:nvPr userDrawn="1"/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2" name="Freeform 7"/>
            <p:cNvSpPr>
              <a:spLocks noEditPoints="1"/>
            </p:cNvSpPr>
            <p:nvPr userDrawn="1"/>
          </p:nvSpPr>
          <p:spPr bwMode="auto">
            <a:xfrm rot="20132266">
              <a:off x="9763146" y="-24895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3" name="组合 82"/>
            <p:cNvGrpSpPr/>
            <p:nvPr userDrawn="1"/>
          </p:nvGrpSpPr>
          <p:grpSpPr>
            <a:xfrm rot="1406730">
              <a:off x="10767933" y="542444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86" name="Freeform 19"/>
              <p:cNvSpPr>
                <a:spLocks noEditPoints="1"/>
              </p:cNvSpPr>
              <p:nvPr userDrawn="1"/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7" name="Freeform 20"/>
              <p:cNvSpPr/>
              <p:nvPr userDrawn="1"/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4" name="Freeform 19"/>
            <p:cNvSpPr>
              <a:spLocks noEditPoints="1"/>
            </p:cNvSpPr>
            <p:nvPr userDrawn="1"/>
          </p:nvSpPr>
          <p:spPr bwMode="auto">
            <a:xfrm rot="21418795">
              <a:off x="11264443" y="4898673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7"/>
            <p:cNvSpPr>
              <a:spLocks noEditPoints="1"/>
            </p:cNvSpPr>
            <p:nvPr userDrawn="1"/>
          </p:nvSpPr>
          <p:spPr bwMode="auto">
            <a:xfrm rot="20132266">
              <a:off x="-1305" y="137588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386" y="256837"/>
            <a:ext cx="5526505" cy="657559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形 8" descr="书籍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3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logo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064000" y="441961"/>
            <a:ext cx="4368800" cy="3083564"/>
          </a:xfrm>
          <a:custGeom>
            <a:avLst/>
            <a:gdLst/>
            <a:ahLst/>
            <a:cxnLst/>
            <a:rect l="l" t="t" r="r" b="b"/>
            <a:pathLst>
              <a:path w="3276600" h="3124200">
                <a:moveTo>
                  <a:pt x="3028950" y="0"/>
                </a:moveTo>
                <a:cubicBezTo>
                  <a:pt x="3165723" y="0"/>
                  <a:pt x="3276600" y="110877"/>
                  <a:pt x="3276600" y="247650"/>
                </a:cubicBezTo>
                <a:lnTo>
                  <a:pt x="3276600" y="2876550"/>
                </a:lnTo>
                <a:cubicBezTo>
                  <a:pt x="3276600" y="3013323"/>
                  <a:pt x="3165723" y="3124200"/>
                  <a:pt x="3028950" y="3124200"/>
                </a:cubicBezTo>
                <a:cubicBezTo>
                  <a:pt x="2892177" y="3124200"/>
                  <a:pt x="2781300" y="3013323"/>
                  <a:pt x="2781300" y="2876550"/>
                </a:cubicBezTo>
                <a:lnTo>
                  <a:pt x="2781300" y="247650"/>
                </a:lnTo>
                <a:cubicBezTo>
                  <a:pt x="2781300" y="110877"/>
                  <a:pt x="2892177" y="0"/>
                  <a:pt x="3028950" y="0"/>
                </a:cubicBezTo>
                <a:close/>
                <a:moveTo>
                  <a:pt x="2317750" y="0"/>
                </a:moveTo>
                <a:cubicBezTo>
                  <a:pt x="2454523" y="0"/>
                  <a:pt x="2565400" y="110877"/>
                  <a:pt x="2565400" y="247650"/>
                </a:cubicBezTo>
                <a:lnTo>
                  <a:pt x="2565400" y="2876550"/>
                </a:lnTo>
                <a:cubicBezTo>
                  <a:pt x="2565400" y="3013323"/>
                  <a:pt x="2454523" y="3124200"/>
                  <a:pt x="2317750" y="3124200"/>
                </a:cubicBezTo>
                <a:cubicBezTo>
                  <a:pt x="2180977" y="3124200"/>
                  <a:pt x="2070100" y="3013323"/>
                  <a:pt x="2070100" y="2876550"/>
                </a:cubicBezTo>
                <a:lnTo>
                  <a:pt x="2070100" y="247650"/>
                </a:lnTo>
                <a:cubicBezTo>
                  <a:pt x="2070100" y="110877"/>
                  <a:pt x="2180977" y="0"/>
                  <a:pt x="2317750" y="0"/>
                </a:cubicBezTo>
                <a:close/>
                <a:moveTo>
                  <a:pt x="1606550" y="0"/>
                </a:moveTo>
                <a:cubicBezTo>
                  <a:pt x="1743323" y="0"/>
                  <a:pt x="1854200" y="110877"/>
                  <a:pt x="1854200" y="247650"/>
                </a:cubicBezTo>
                <a:lnTo>
                  <a:pt x="1854200" y="2876550"/>
                </a:lnTo>
                <a:cubicBezTo>
                  <a:pt x="1854200" y="3013323"/>
                  <a:pt x="1743323" y="3124200"/>
                  <a:pt x="1606550" y="3124200"/>
                </a:cubicBezTo>
                <a:cubicBezTo>
                  <a:pt x="1469777" y="3124200"/>
                  <a:pt x="1358900" y="3013323"/>
                  <a:pt x="1358900" y="2876550"/>
                </a:cubicBezTo>
                <a:lnTo>
                  <a:pt x="1358900" y="247650"/>
                </a:lnTo>
                <a:cubicBezTo>
                  <a:pt x="1358900" y="110877"/>
                  <a:pt x="1469777" y="0"/>
                  <a:pt x="1606550" y="0"/>
                </a:cubicBezTo>
                <a:close/>
                <a:moveTo>
                  <a:pt x="958850" y="0"/>
                </a:moveTo>
                <a:cubicBezTo>
                  <a:pt x="1095623" y="0"/>
                  <a:pt x="1206500" y="110877"/>
                  <a:pt x="1206500" y="247650"/>
                </a:cubicBezTo>
                <a:lnTo>
                  <a:pt x="1206500" y="2876550"/>
                </a:lnTo>
                <a:cubicBezTo>
                  <a:pt x="1206500" y="3013323"/>
                  <a:pt x="1095623" y="3124200"/>
                  <a:pt x="958850" y="3124200"/>
                </a:cubicBezTo>
                <a:cubicBezTo>
                  <a:pt x="822077" y="3124200"/>
                  <a:pt x="711200" y="3013323"/>
                  <a:pt x="711200" y="2876550"/>
                </a:cubicBezTo>
                <a:lnTo>
                  <a:pt x="711200" y="247650"/>
                </a:lnTo>
                <a:cubicBezTo>
                  <a:pt x="711200" y="110877"/>
                  <a:pt x="822077" y="0"/>
                  <a:pt x="958850" y="0"/>
                </a:cubicBezTo>
                <a:close/>
                <a:moveTo>
                  <a:pt x="247650" y="0"/>
                </a:moveTo>
                <a:cubicBezTo>
                  <a:pt x="384423" y="0"/>
                  <a:pt x="495300" y="110877"/>
                  <a:pt x="495300" y="247650"/>
                </a:cubicBezTo>
                <a:lnTo>
                  <a:pt x="495300" y="2876550"/>
                </a:lnTo>
                <a:cubicBezTo>
                  <a:pt x="495300" y="3013323"/>
                  <a:pt x="384423" y="3124200"/>
                  <a:pt x="247650" y="3124200"/>
                </a:cubicBezTo>
                <a:cubicBezTo>
                  <a:pt x="110877" y="3124200"/>
                  <a:pt x="0" y="3013323"/>
                  <a:pt x="0" y="28765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54706" y="3801452"/>
            <a:ext cx="4511964" cy="43178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00" b="1">
                <a:solidFill>
                  <a:schemeClr val="bg1"/>
                </a:solidFill>
                <a:latin typeface="Lato Hairline"/>
                <a:cs typeface="Lato Hairline"/>
              </a:defRPr>
            </a:lvl1pPr>
          </a:lstStyle>
          <a:p>
            <a:pPr lvl="0"/>
            <a:r>
              <a:rPr lang="es-ES_tradnl" dirty="0"/>
              <a:t>TITLE HERE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954706" y="4385250"/>
            <a:ext cx="4511964" cy="228451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chemeClr val="accent3"/>
                </a:solidFill>
                <a:latin typeface="Lato Light"/>
                <a:cs typeface="Lato Light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975167" y="4817825"/>
            <a:ext cx="4488039" cy="153686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microsoft.com/office/2007/relationships/media" Target="../media/media1.mp3"/><Relationship Id="rId1" Type="http://schemas.openxmlformats.org/officeDocument/2006/relationships/audio" Target="../media/media1.mp3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.jpeg"/><Relationship Id="rId3" Type="http://schemas.openxmlformats.org/officeDocument/2006/relationships/tags" Target="../tags/tag2.xml"/><Relationship Id="rId2" Type="http://schemas.openxmlformats.org/officeDocument/2006/relationships/image" Target="../media/image15.jpeg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image" Target="../media/image22.png"/><Relationship Id="rId4" Type="http://schemas.openxmlformats.org/officeDocument/2006/relationships/tags" Target="../tags/tag5.xml"/><Relationship Id="rId3" Type="http://schemas.openxmlformats.org/officeDocument/2006/relationships/image" Target="../media/image21.png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23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26.jpeg"/><Relationship Id="rId5" Type="http://schemas.openxmlformats.org/officeDocument/2006/relationships/tags" Target="../tags/tag10.xml"/><Relationship Id="rId4" Type="http://schemas.openxmlformats.org/officeDocument/2006/relationships/image" Target="../media/image25.jpeg"/><Relationship Id="rId3" Type="http://schemas.openxmlformats.org/officeDocument/2006/relationships/tags" Target="../tags/tag9.xml"/><Relationship Id="rId2" Type="http://schemas.openxmlformats.org/officeDocument/2006/relationships/image" Target="../media/image24.jpeg"/><Relationship Id="rId1" Type="http://schemas.openxmlformats.org/officeDocument/2006/relationships/tags" Target="../tags/tag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3950964"/>
            <a:ext cx="12192000" cy="2907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612241"/>
            <a:ext cx="9144000" cy="1260058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评奖评优答辩</a:t>
            </a:r>
            <a:r>
              <a:rPr lang="en-US" altLang="zh-CN" dirty="0">
                <a:solidFill>
                  <a:schemeClr val="bg1"/>
                </a:solidFill>
              </a:rPr>
              <a:t>PPT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552548"/>
            <a:ext cx="9144000" cy="165576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答辩人：</a:t>
            </a:r>
            <a:r>
              <a:rPr lang="zh-CN" dirty="0">
                <a:solidFill>
                  <a:schemeClr val="accent1"/>
                </a:solidFill>
                <a:latin typeface="+mj-lt"/>
              </a:rPr>
              <a:t>曹原</a:t>
            </a:r>
            <a:endParaRPr lang="en-US" altLang="zh-CN" dirty="0">
              <a:solidFill>
                <a:schemeClr val="accent1"/>
              </a:solidFill>
              <a:latin typeface="+mj-lt"/>
            </a:endParaRPr>
          </a:p>
          <a:p>
            <a:endParaRPr lang="en-US" altLang="zh-CN" dirty="0">
              <a:solidFill>
                <a:schemeClr val="accent1"/>
              </a:solidFill>
              <a:latin typeface="+mj-lt"/>
            </a:endParaRPr>
          </a:p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二〇二一年九月</a:t>
            </a:r>
            <a:endParaRPr lang="zh-CN" altLang="en-US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24000" y="1612241"/>
            <a:ext cx="9144000" cy="150719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班得瑞乐团 - childhood memory - bandari 童年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fade in="500.000000" out="500.000000"/>
                </p14:media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3025855" y="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audio>
              <p:cMediaNode vol="80000" numSld="999" showWhenStopped="0">
                <p:cTn id="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/>
          <p:cNvGrpSpPr/>
          <p:nvPr/>
        </p:nvGrpSpPr>
        <p:grpSpPr>
          <a:xfrm>
            <a:off x="5826049" y="990150"/>
            <a:ext cx="4486275" cy="657225"/>
            <a:chOff x="5681662" y="1235075"/>
            <a:chExt cx="4486275" cy="657225"/>
          </a:xfrm>
        </p:grpSpPr>
        <p:grpSp>
          <p:nvGrpSpPr>
            <p:cNvPr id="77" name="组合 76"/>
            <p:cNvGrpSpPr/>
            <p:nvPr/>
          </p:nvGrpSpPr>
          <p:grpSpPr>
            <a:xfrm>
              <a:off x="5681662" y="1235075"/>
              <a:ext cx="4486275" cy="657225"/>
              <a:chOff x="5681662" y="1235075"/>
              <a:chExt cx="4486275" cy="657225"/>
            </a:xfrm>
          </p:grpSpPr>
          <p:sp>
            <p:nvSpPr>
              <p:cNvPr id="80" name="矩形: 圆角 79"/>
              <p:cNvSpPr/>
              <p:nvPr/>
            </p:nvSpPr>
            <p:spPr>
              <a:xfrm>
                <a:off x="5681662" y="1235075"/>
                <a:ext cx="4486275" cy="657225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81" name="直接连接符 80"/>
              <p:cNvCxnSpPr/>
              <p:nvPr/>
            </p:nvCxnSpPr>
            <p:spPr>
              <a:xfrm>
                <a:off x="6567487" y="1235075"/>
                <a:ext cx="0" cy="657225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8" name="文本框 4"/>
            <p:cNvSpPr txBox="1"/>
            <p:nvPr/>
          </p:nvSpPr>
          <p:spPr>
            <a:xfrm>
              <a:off x="5986462" y="1302077"/>
              <a:ext cx="8858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800" dirty="0">
                  <a:solidFill>
                    <a:schemeClr val="bg1"/>
                  </a:solidFill>
                  <a:latin typeface="+mn-ea"/>
                </a:rPr>
                <a:t>1</a:t>
              </a:r>
              <a:endParaRPr lang="zh-CN" altLang="en-US" sz="28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79" name="文本框 5"/>
            <p:cNvSpPr txBox="1"/>
            <p:nvPr/>
          </p:nvSpPr>
          <p:spPr>
            <a:xfrm>
              <a:off x="6648450" y="1302077"/>
              <a:ext cx="27813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800" dirty="0">
                  <a:solidFill>
                    <a:schemeClr val="bg1"/>
                  </a:solidFill>
                  <a:latin typeface="+mn-ea"/>
                </a:rPr>
                <a:t>个人思想情况</a:t>
              </a:r>
              <a:endParaRPr lang="zh-CN" altLang="en-US" sz="280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5826049" y="2420805"/>
            <a:ext cx="4486275" cy="657225"/>
            <a:chOff x="5681662" y="1235075"/>
            <a:chExt cx="4486275" cy="657225"/>
          </a:xfrm>
        </p:grpSpPr>
        <p:grpSp>
          <p:nvGrpSpPr>
            <p:cNvPr id="72" name="组合 71"/>
            <p:cNvGrpSpPr/>
            <p:nvPr/>
          </p:nvGrpSpPr>
          <p:grpSpPr>
            <a:xfrm>
              <a:off x="5681662" y="1235075"/>
              <a:ext cx="4486275" cy="657225"/>
              <a:chOff x="5681662" y="1235075"/>
              <a:chExt cx="4486275" cy="657225"/>
            </a:xfrm>
          </p:grpSpPr>
          <p:sp>
            <p:nvSpPr>
              <p:cNvPr id="75" name="矩形: 圆角 74"/>
              <p:cNvSpPr/>
              <p:nvPr/>
            </p:nvSpPr>
            <p:spPr>
              <a:xfrm>
                <a:off x="5681662" y="1235075"/>
                <a:ext cx="4486275" cy="657225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76" name="直接连接符 75"/>
              <p:cNvCxnSpPr/>
              <p:nvPr/>
            </p:nvCxnSpPr>
            <p:spPr>
              <a:xfrm>
                <a:off x="6567487" y="1235075"/>
                <a:ext cx="0" cy="657225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文本框 9"/>
            <p:cNvSpPr txBox="1"/>
            <p:nvPr/>
          </p:nvSpPr>
          <p:spPr>
            <a:xfrm>
              <a:off x="5986462" y="1302077"/>
              <a:ext cx="8858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800" dirty="0">
                  <a:solidFill>
                    <a:schemeClr val="bg1"/>
                  </a:solidFill>
                  <a:latin typeface="+mn-ea"/>
                </a:rPr>
                <a:t>2</a:t>
              </a:r>
              <a:endParaRPr lang="zh-CN" altLang="en-US" sz="28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74" name="文本框 10"/>
            <p:cNvSpPr txBox="1"/>
            <p:nvPr/>
          </p:nvSpPr>
          <p:spPr>
            <a:xfrm>
              <a:off x="6648450" y="1302077"/>
              <a:ext cx="27813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800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学生工作</a:t>
              </a:r>
              <a:endParaRPr lang="zh-CN" altLang="en-US" sz="280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5826049" y="3784785"/>
            <a:ext cx="4486275" cy="657225"/>
            <a:chOff x="5681662" y="1235075"/>
            <a:chExt cx="4486275" cy="657225"/>
          </a:xfrm>
        </p:grpSpPr>
        <p:grpSp>
          <p:nvGrpSpPr>
            <p:cNvPr id="67" name="组合 66"/>
            <p:cNvGrpSpPr/>
            <p:nvPr/>
          </p:nvGrpSpPr>
          <p:grpSpPr>
            <a:xfrm>
              <a:off x="5681662" y="1235075"/>
              <a:ext cx="4486275" cy="657225"/>
              <a:chOff x="5681662" y="1235075"/>
              <a:chExt cx="4486275" cy="657225"/>
            </a:xfrm>
          </p:grpSpPr>
          <p:sp>
            <p:nvSpPr>
              <p:cNvPr id="70" name="矩形: 圆角 69"/>
              <p:cNvSpPr/>
              <p:nvPr/>
            </p:nvSpPr>
            <p:spPr>
              <a:xfrm>
                <a:off x="5681662" y="1235075"/>
                <a:ext cx="4486275" cy="657225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71" name="直接连接符 70"/>
              <p:cNvCxnSpPr/>
              <p:nvPr/>
            </p:nvCxnSpPr>
            <p:spPr>
              <a:xfrm>
                <a:off x="6567487" y="1235075"/>
                <a:ext cx="0" cy="657225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" name="文本框 15"/>
            <p:cNvSpPr txBox="1"/>
            <p:nvPr/>
          </p:nvSpPr>
          <p:spPr>
            <a:xfrm>
              <a:off x="5986462" y="1302077"/>
              <a:ext cx="8858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800" dirty="0">
                  <a:solidFill>
                    <a:schemeClr val="bg1"/>
                  </a:solidFill>
                  <a:latin typeface="+mn-ea"/>
                </a:rPr>
                <a:t>3</a:t>
              </a:r>
              <a:endParaRPr lang="zh-CN" altLang="en-US" sz="28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69" name="文本框 16"/>
            <p:cNvSpPr txBox="1"/>
            <p:nvPr/>
          </p:nvSpPr>
          <p:spPr>
            <a:xfrm>
              <a:off x="6648450" y="1302077"/>
              <a:ext cx="27813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800" dirty="0">
                  <a:solidFill>
                    <a:schemeClr val="bg1"/>
                  </a:solidFill>
                  <a:latin typeface="+mn-ea"/>
                  <a:sym typeface="+mn-ea"/>
                </a:rPr>
                <a:t>科研竞赛</a:t>
              </a:r>
              <a:endParaRPr lang="zh-CN" altLang="en-US" sz="280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5826049" y="5148130"/>
            <a:ext cx="4486275" cy="657225"/>
            <a:chOff x="5681662" y="1235075"/>
            <a:chExt cx="4486275" cy="657225"/>
          </a:xfrm>
        </p:grpSpPr>
        <p:grpSp>
          <p:nvGrpSpPr>
            <p:cNvPr id="62" name="组合 61"/>
            <p:cNvGrpSpPr/>
            <p:nvPr/>
          </p:nvGrpSpPr>
          <p:grpSpPr>
            <a:xfrm>
              <a:off x="5681662" y="1235075"/>
              <a:ext cx="4486275" cy="657225"/>
              <a:chOff x="5681662" y="1235075"/>
              <a:chExt cx="4486275" cy="657225"/>
            </a:xfrm>
          </p:grpSpPr>
          <p:sp>
            <p:nvSpPr>
              <p:cNvPr id="65" name="矩形: 圆角 64"/>
              <p:cNvSpPr/>
              <p:nvPr/>
            </p:nvSpPr>
            <p:spPr>
              <a:xfrm>
                <a:off x="5681662" y="1235075"/>
                <a:ext cx="4486275" cy="657225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66" name="直接连接符 65"/>
              <p:cNvCxnSpPr/>
              <p:nvPr/>
            </p:nvCxnSpPr>
            <p:spPr>
              <a:xfrm>
                <a:off x="6567487" y="1235075"/>
                <a:ext cx="0" cy="657225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文本框 21"/>
            <p:cNvSpPr txBox="1"/>
            <p:nvPr/>
          </p:nvSpPr>
          <p:spPr>
            <a:xfrm>
              <a:off x="5986462" y="1302077"/>
              <a:ext cx="8858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800" dirty="0">
                  <a:solidFill>
                    <a:schemeClr val="bg1"/>
                  </a:solidFill>
                  <a:latin typeface="+mn-ea"/>
                </a:rPr>
                <a:t>4</a:t>
              </a:r>
              <a:endParaRPr lang="zh-CN" altLang="en-US" sz="28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64" name="文本框 22"/>
            <p:cNvSpPr txBox="1"/>
            <p:nvPr/>
          </p:nvSpPr>
          <p:spPr>
            <a:xfrm>
              <a:off x="6648450" y="1302077"/>
              <a:ext cx="27813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2800" dirty="0">
                  <a:solidFill>
                    <a:schemeClr val="bg1"/>
                  </a:solidFill>
                  <a:latin typeface="+mn-ea"/>
                  <a:sym typeface="+mn-ea"/>
                </a:rPr>
                <a:t>实践公益</a:t>
              </a:r>
              <a:endParaRPr lang="zh-CN" altLang="en-US" sz="280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82" name="矩形 81"/>
          <p:cNvSpPr/>
          <p:nvPr/>
        </p:nvSpPr>
        <p:spPr>
          <a:xfrm>
            <a:off x="0" y="0"/>
            <a:ext cx="386213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600" dirty="0"/>
              <a:t>目</a:t>
            </a:r>
            <a:endParaRPr lang="en-US" altLang="zh-CN" sz="9600" dirty="0"/>
          </a:p>
          <a:p>
            <a:pPr algn="ctr"/>
            <a:r>
              <a:rPr lang="zh-CN" altLang="en-US" sz="9600" dirty="0"/>
              <a:t>录</a:t>
            </a:r>
            <a:endParaRPr lang="zh-CN" altLang="en-US" sz="9600" dirty="0"/>
          </a:p>
        </p:txBody>
      </p:sp>
      <p:cxnSp>
        <p:nvCxnSpPr>
          <p:cNvPr id="85" name="直接连接符 84"/>
          <p:cNvCxnSpPr/>
          <p:nvPr/>
        </p:nvCxnSpPr>
        <p:spPr>
          <a:xfrm>
            <a:off x="4126831" y="0"/>
            <a:ext cx="0" cy="6858000"/>
          </a:xfrm>
          <a:prstGeom prst="line">
            <a:avLst/>
          </a:prstGeom>
          <a:ln w="200025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3" name="文本框 82"/>
          <p:cNvSpPr txBox="1"/>
          <p:nvPr/>
        </p:nvSpPr>
        <p:spPr>
          <a:xfrm>
            <a:off x="3891785" y="505326"/>
            <a:ext cx="492443" cy="2489406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sym typeface="Arial" panose="020B0604020202020204" pitchFamily="34" charset="0"/>
              </a:rPr>
              <a:t>CONTENTS</a:t>
            </a:r>
            <a:endParaRPr lang="zh-CN" altLang="en-US" sz="3200" dirty="0">
              <a:solidFill>
                <a:schemeClr val="accent1"/>
              </a:solidFill>
              <a:sym typeface="Arial" panose="020B0604020202020204" pitchFamily="34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-8774" y="-17294"/>
            <a:ext cx="3862133" cy="6858000"/>
          </a:xfrm>
          <a:prstGeom prst="rect">
            <a:avLst/>
          </a:prstGeom>
          <a:blipFill dpi="0" rotWithShape="1">
            <a:blip r:embed="rId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0" y="3773937"/>
            <a:ext cx="12192000" cy="3084063"/>
          </a:xfrm>
          <a:prstGeom prst="rect">
            <a:avLst/>
          </a:prstGeom>
          <a:blipFill dpi="0" rotWithShape="1">
            <a:blip r:embed="rId1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0" y="3773936"/>
            <a:ext cx="12192000" cy="3084063"/>
          </a:xfrm>
          <a:prstGeom prst="rect">
            <a:avLst/>
          </a:prstGeom>
          <a:solidFill>
            <a:schemeClr val="accent1">
              <a:alpha val="3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5072973" y="691201"/>
            <a:ext cx="2046054" cy="2046054"/>
            <a:chOff x="952456" y="3218117"/>
            <a:chExt cx="877066" cy="877066"/>
          </a:xfrm>
        </p:grpSpPr>
        <p:sp>
          <p:nvSpPr>
            <p:cNvPr id="16" name="椭圆 15"/>
            <p:cNvSpPr>
              <a:spLocks noChangeArrowheads="1"/>
            </p:cNvSpPr>
            <p:nvPr/>
          </p:nvSpPr>
          <p:spPr bwMode="auto">
            <a:xfrm>
              <a:off x="952456" y="3218117"/>
              <a:ext cx="877066" cy="877066"/>
            </a:xfrm>
            <a:prstGeom prst="ellipse">
              <a:avLst/>
            </a:prstGeom>
            <a:solidFill>
              <a:schemeClr val="accent1"/>
            </a:solidFill>
            <a:ln w="76200" cap="sq" cmpd="sng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zh-CN" sz="240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pic>
          <p:nvPicPr>
            <p:cNvPr id="17" name="Picture 3"/>
            <p:cNvPicPr>
              <a:picLocks noChangeAspect="1" noChangeArrowheads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152087" y="3336646"/>
              <a:ext cx="477805" cy="577521"/>
            </a:xfrm>
            <a:prstGeom prst="rect">
              <a:avLst/>
            </a:prstGeom>
            <a:noFill/>
          </p:spPr>
        </p:pic>
      </p:grpSp>
      <p:sp>
        <p:nvSpPr>
          <p:cNvPr id="3" name="TextBox 37"/>
          <p:cNvSpPr txBox="1"/>
          <p:nvPr/>
        </p:nvSpPr>
        <p:spPr>
          <a:xfrm>
            <a:off x="4633222" y="2859291"/>
            <a:ext cx="2926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个人思想情况</a:t>
            </a:r>
            <a:endParaRPr lang="zh-CN" altLang="en-US" sz="3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01 </a:t>
            </a:r>
            <a:r>
              <a:rPr lang="zh-CN" altLang="en-US" dirty="0"/>
              <a:t>个人思想情况</a:t>
            </a:r>
            <a:endParaRPr lang="zh-CN" altLang="en-US" dirty="0"/>
          </a:p>
        </p:txBody>
      </p:sp>
      <p:grpSp>
        <p:nvGrpSpPr>
          <p:cNvPr id="14" name="组合 13"/>
          <p:cNvGrpSpPr/>
          <p:nvPr/>
        </p:nvGrpSpPr>
        <p:grpSpPr bwMode="auto">
          <a:xfrm>
            <a:off x="5365674" y="1254597"/>
            <a:ext cx="1228960" cy="1228960"/>
            <a:chOff x="5951538" y="1341438"/>
            <a:chExt cx="1885950" cy="1885950"/>
          </a:xfrm>
        </p:grpSpPr>
        <p:sp>
          <p:nvSpPr>
            <p:cNvPr id="15" name="同心圆 7"/>
            <p:cNvSpPr/>
            <p:nvPr/>
          </p:nvSpPr>
          <p:spPr>
            <a:xfrm rot="16200000" flipH="1">
              <a:off x="5951538" y="1341438"/>
              <a:ext cx="1885950" cy="1885950"/>
            </a:xfrm>
            <a:prstGeom prst="donu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979797"/>
                </a:solidFill>
                <a:effectLst/>
                <a:uLnTx/>
                <a:uFillTx/>
                <a:latin typeface="造字工房尚雅体演示版常规体" pitchFamily="50" charset="-122"/>
                <a:ea typeface="造字工房尚雅体演示版常规体" pitchFamily="50" charset="-122"/>
                <a:cs typeface="+mn-cs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6162146" y="1552046"/>
              <a:ext cx="1464731" cy="1464731"/>
            </a:xfrm>
            <a:prstGeom prst="ellipse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Impact" panose="020B0806030902050204" pitchFamily="34" charset="0"/>
                  <a:ea typeface="造字工房尚雅体演示版常规体" pitchFamily="50" charset="-122"/>
                  <a:cs typeface="+mn-cs"/>
                </a:rPr>
                <a:t>01</a:t>
              </a:r>
              <a:endPara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Impact" panose="020B0806030902050204" pitchFamily="34" charset="0"/>
                <a:ea typeface="造字工房尚雅体演示版常规体" pitchFamily="50" charset="-122"/>
                <a:cs typeface="+mn-cs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4286885" y="2641600"/>
            <a:ext cx="33858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400" b="1" dirty="0">
                <a:solidFill>
                  <a:schemeClr val="accent1"/>
                </a:solidFill>
                <a:latin typeface="+mj-lt"/>
              </a:rPr>
              <a:t>在课程中提高思想认识</a:t>
            </a:r>
            <a:endParaRPr lang="zh-CN" altLang="en-US" sz="2400" b="1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26" name="图片 25" descr="Screenshot_20210915_224011_edit_258103973231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4475" y="3397250"/>
            <a:ext cx="3993515" cy="1294765"/>
          </a:xfrm>
          <a:prstGeom prst="rect">
            <a:avLst/>
          </a:prstGeom>
        </p:spPr>
      </p:pic>
      <p:pic>
        <p:nvPicPr>
          <p:cNvPr id="27" name="图片 26" descr="Screenshot_20210916_1703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650" y="4987290"/>
            <a:ext cx="3990340" cy="1165860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826135" y="3397250"/>
            <a:ext cx="374205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800"/>
              <a:t>在大一，由于个人年龄问题，我并未参加入党流程。但我在大一这一年的时光之中，通过必修的思想课程来提高自己的思想认识</a:t>
            </a:r>
            <a:r>
              <a:rPr lang="zh-CN" altLang="en-US" sz="2000"/>
              <a:t>。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01 </a:t>
            </a:r>
            <a:r>
              <a:rPr lang="zh-CN" altLang="en-US" dirty="0"/>
              <a:t>个人思想情况</a:t>
            </a:r>
            <a:endParaRPr lang="zh-CN" altLang="en-US" dirty="0"/>
          </a:p>
        </p:txBody>
      </p:sp>
      <p:grpSp>
        <p:nvGrpSpPr>
          <p:cNvPr id="17" name="组合 16"/>
          <p:cNvGrpSpPr/>
          <p:nvPr/>
        </p:nvGrpSpPr>
        <p:grpSpPr bwMode="auto">
          <a:xfrm>
            <a:off x="5482034" y="1384333"/>
            <a:ext cx="1228960" cy="1228960"/>
            <a:chOff x="5951538" y="1341438"/>
            <a:chExt cx="1885950" cy="1885950"/>
          </a:xfrm>
        </p:grpSpPr>
        <p:sp>
          <p:nvSpPr>
            <p:cNvPr id="18" name="同心圆 7"/>
            <p:cNvSpPr/>
            <p:nvPr/>
          </p:nvSpPr>
          <p:spPr>
            <a:xfrm rot="16200000" flipH="1">
              <a:off x="5951538" y="1341438"/>
              <a:ext cx="1885950" cy="1885950"/>
            </a:xfrm>
            <a:prstGeom prst="donu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979797"/>
                </a:solidFill>
                <a:effectLst/>
                <a:uLnTx/>
                <a:uFillTx/>
                <a:latin typeface="造字工房尚雅体演示版常规体" pitchFamily="50" charset="-122"/>
                <a:ea typeface="造字工房尚雅体演示版常规体" pitchFamily="50" charset="-122"/>
                <a:cs typeface="+mn-cs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6162146" y="1552046"/>
              <a:ext cx="1464731" cy="1464731"/>
            </a:xfrm>
            <a:prstGeom prst="ellipse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Impact" panose="020B0806030902050204" pitchFamily="34" charset="0"/>
                  <a:ea typeface="造字工房尚雅体演示版常规体" pitchFamily="50" charset="-122"/>
                  <a:cs typeface="+mn-cs"/>
                </a:rPr>
                <a:t>02</a:t>
              </a:r>
              <a:endPara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Impact" panose="020B0806030902050204" pitchFamily="34" charset="0"/>
                <a:ea typeface="造字工房尚雅体演示版常规体" pitchFamily="50" charset="-122"/>
                <a:cs typeface="+mn-cs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4110990" y="2613025"/>
            <a:ext cx="3971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400" b="1" dirty="0">
                <a:solidFill>
                  <a:schemeClr val="accent1"/>
                </a:solidFill>
                <a:latin typeface="+mj-lt"/>
              </a:rPr>
              <a:t>在社团活动中进行理论学习</a:t>
            </a:r>
            <a:endParaRPr lang="zh-CN" altLang="en-US" sz="2400" b="1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28" name="图片 27" descr="理论宣讲团组织"/>
          <p:cNvPicPr>
            <a:picLocks noChangeAspect="1"/>
          </p:cNvPicPr>
          <p:nvPr/>
        </p:nvPicPr>
        <p:blipFill>
          <a:blip r:embed="rId1"/>
          <a:srcRect l="18886" t="18237" r="23594" b="9851"/>
          <a:stretch>
            <a:fillRect/>
          </a:stretch>
        </p:blipFill>
        <p:spPr>
          <a:xfrm>
            <a:off x="7513955" y="3073400"/>
            <a:ext cx="3204845" cy="1802765"/>
          </a:xfrm>
          <a:prstGeom prst="rect">
            <a:avLst/>
          </a:prstGeom>
        </p:spPr>
      </p:pic>
      <p:pic>
        <p:nvPicPr>
          <p:cNvPr id="29" name="图片 28" descr="社团留任"/>
          <p:cNvPicPr>
            <a:picLocks noChangeAspect="1"/>
          </p:cNvPicPr>
          <p:nvPr/>
        </p:nvPicPr>
        <p:blipFill>
          <a:blip r:embed="rId2"/>
          <a:srcRect l="3412" t="24410" r="17044" b="23728"/>
          <a:stretch>
            <a:fillRect/>
          </a:stretch>
        </p:blipFill>
        <p:spPr>
          <a:xfrm>
            <a:off x="7621905" y="5370830"/>
            <a:ext cx="3213735" cy="13322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75640" y="3469005"/>
            <a:ext cx="398018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我大一在咱们学院的党建办公室理论研究部担任部员。一方面，我积极配合社团举行理论宣讲活动；同时在这个过程中，我积极进行理论学习，提高自己的理论水平，为未来参与入党做准备。</a:t>
            </a:r>
            <a:endParaRPr lang="zh-CN" altLang="en-US"/>
          </a:p>
          <a:p>
            <a:r>
              <a:rPr lang="zh-CN" altLang="en-US"/>
              <a:t>同时，出于对这份工作的热爱，我也留任了理论研究部的部长，希望未来在这个岗位上能够继续提高自己的思想水平，早日达到入党的要求。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0" y="3773937"/>
            <a:ext cx="12192000" cy="3084063"/>
          </a:xfrm>
          <a:prstGeom prst="rect">
            <a:avLst/>
          </a:prstGeom>
          <a:blipFill dpi="0" rotWithShape="1">
            <a:blip r:embed="rId1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0" y="3773936"/>
            <a:ext cx="12192000" cy="3084063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5072973" y="691201"/>
            <a:ext cx="2046054" cy="2046054"/>
            <a:chOff x="952456" y="3218117"/>
            <a:chExt cx="877066" cy="877066"/>
          </a:xfrm>
        </p:grpSpPr>
        <p:sp>
          <p:nvSpPr>
            <p:cNvPr id="16" name="椭圆 15"/>
            <p:cNvSpPr>
              <a:spLocks noChangeArrowheads="1"/>
            </p:cNvSpPr>
            <p:nvPr/>
          </p:nvSpPr>
          <p:spPr bwMode="auto">
            <a:xfrm>
              <a:off x="952456" y="3218117"/>
              <a:ext cx="877066" cy="877066"/>
            </a:xfrm>
            <a:prstGeom prst="ellipse">
              <a:avLst/>
            </a:prstGeom>
            <a:solidFill>
              <a:schemeClr val="accent1"/>
            </a:solidFill>
            <a:ln w="76200" cap="sq" cmpd="sng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zh-CN" sz="240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pic>
          <p:nvPicPr>
            <p:cNvPr id="17" name="Picture 3"/>
            <p:cNvPicPr>
              <a:picLocks noChangeAspect="1" noChangeArrowheads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152087" y="3336646"/>
              <a:ext cx="477805" cy="577521"/>
            </a:xfrm>
            <a:prstGeom prst="rect">
              <a:avLst/>
            </a:prstGeom>
            <a:noFill/>
          </p:spPr>
        </p:pic>
      </p:grpSp>
      <p:sp>
        <p:nvSpPr>
          <p:cNvPr id="3" name="TextBox 37"/>
          <p:cNvSpPr txBox="1"/>
          <p:nvPr/>
        </p:nvSpPr>
        <p:spPr>
          <a:xfrm>
            <a:off x="5089863" y="2877706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学生工作</a:t>
            </a:r>
            <a:endParaRPr lang="zh-CN" altLang="en-US" sz="3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02 </a:t>
            </a:r>
            <a:r>
              <a:rPr lang="zh-CN" altLang="en-US" dirty="0"/>
              <a:t>学生工作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649605" y="2746375"/>
            <a:ext cx="5137785" cy="2651125"/>
          </a:xfrm>
          <a:prstGeom prst="rect">
            <a:avLst/>
          </a:prstGeom>
        </p:spPr>
        <p:txBody>
          <a:bodyPr wrap="square" numCol="1" spcCol="360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8965">
              <a:lnSpc>
                <a:spcPct val="130000"/>
              </a:lnSpc>
            </a:pPr>
            <a:r>
              <a:rPr lang="zh-CN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微软雅黑" panose="020B0503020204020204" pitchFamily="34" charset="-122"/>
              </a:rPr>
              <a:t>大一这一年，我担任的是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微软雅黑" panose="020B0503020204020204" pitchFamily="34" charset="-122"/>
              </a:rPr>
              <a:t>6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微软雅黑" panose="020B0503020204020204" pitchFamily="34" charset="-122"/>
              </a:rPr>
              <a:t>班的学习委员这一职位。一方面，我认为学委是同学们预交吴老师的桥梁，我要将教务老师的通知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微软雅黑" panose="020B0503020204020204" pitchFamily="34" charset="-122"/>
              </a:rPr>
              <a:t>及时的及时的传达给同学们，同时我也要及时的将同学们的问题反馈给教务老师，来更好地解决同学们关于选课，四六级报名等方面的问题；另一方面，我认为学委要充分建设好班级的学风，于是我便搜集了一些学习资源，并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微软雅黑" panose="020B0503020204020204" pitchFamily="34" charset="-122"/>
              </a:rPr>
              <a:t>QQ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微软雅黑" panose="020B0503020204020204" pitchFamily="34" charset="-122"/>
              </a:rPr>
              <a:t>群的文件中分好类，方便同学们根据自己的需要去寻找适合自己的资料。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sym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1009" y="1491193"/>
            <a:ext cx="1178528" cy="1107996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565">
              <a:defRPr/>
            </a:pPr>
            <a:r>
              <a:rPr lang="en-US" altLang="zh-CN" sz="6600" kern="0">
                <a:solidFill>
                  <a:schemeClr val="accent1"/>
                </a:solidFill>
                <a:ea typeface="微软雅黑" panose="020B0503020204020204" pitchFamily="34" charset="-122"/>
              </a:rPr>
              <a:t>01</a:t>
            </a:r>
            <a:endParaRPr lang="en-US" altLang="zh-CN" sz="6600" kern="0" dirty="0">
              <a:solidFill>
                <a:schemeClr val="accent1"/>
              </a:solidFill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21840" y="1799590"/>
            <a:ext cx="4150995" cy="4914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565">
              <a:lnSpc>
                <a:spcPct val="130000"/>
              </a:lnSpc>
              <a:defRPr/>
            </a:pPr>
            <a:r>
              <a:rPr lang="zh-CN" altLang="en-US" sz="2000" b="1" kern="0" dirty="0">
                <a:solidFill>
                  <a:schemeClr val="accent1"/>
                </a:solidFill>
                <a:ea typeface="微软雅黑" panose="020B0503020204020204" pitchFamily="34" charset="-122"/>
              </a:rPr>
              <a:t>班内：为大家创造良好的学习环境</a:t>
            </a:r>
            <a:endParaRPr lang="en-US" altLang="zh-CN" sz="2000" b="1" kern="0" dirty="0">
              <a:solidFill>
                <a:schemeClr val="accent1"/>
              </a:solidFill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0" y="6292514"/>
            <a:ext cx="12192000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 descr="班级学习资源建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6445" y="3684270"/>
            <a:ext cx="3770630" cy="2436495"/>
          </a:xfrm>
          <a:prstGeom prst="rect">
            <a:avLst/>
          </a:prstGeom>
        </p:spPr>
      </p:pic>
      <p:pic>
        <p:nvPicPr>
          <p:cNvPr id="33" name="图片 32" descr="班级学习资源建设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420" y="1020445"/>
            <a:ext cx="3771265" cy="24371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02 </a:t>
            </a:r>
            <a:r>
              <a:rPr lang="zh-CN" altLang="en-US" dirty="0"/>
              <a:t>学生工作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27344" y="1080702"/>
            <a:ext cx="1178528" cy="1107996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565">
              <a:defRPr/>
            </a:pPr>
            <a:r>
              <a:rPr lang="en-US" altLang="zh-CN" sz="6600" kern="0" dirty="0">
                <a:solidFill>
                  <a:schemeClr val="accent1"/>
                </a:solidFill>
                <a:ea typeface="微软雅黑" panose="020B0503020204020204" pitchFamily="34" charset="-122"/>
              </a:rPr>
              <a:t>02</a:t>
            </a:r>
            <a:endParaRPr lang="en-US" altLang="zh-CN" sz="6600" kern="0" dirty="0">
              <a:solidFill>
                <a:schemeClr val="accent1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059305" y="1389380"/>
            <a:ext cx="4377690" cy="4914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565">
              <a:lnSpc>
                <a:spcPct val="130000"/>
              </a:lnSpc>
              <a:defRPr/>
            </a:pPr>
            <a:r>
              <a:rPr lang="zh-CN" altLang="en-US" sz="2000" b="1" kern="0" dirty="0">
                <a:solidFill>
                  <a:schemeClr val="accent1"/>
                </a:solidFill>
                <a:ea typeface="微软雅黑" panose="020B0503020204020204" pitchFamily="34" charset="-122"/>
                <a:sym typeface="+mn-ea"/>
              </a:rPr>
              <a:t>班外：分享学习经验，帮助大家提高</a:t>
            </a:r>
            <a:endParaRPr lang="en-US" altLang="zh-CN" sz="2000" b="1" kern="0" dirty="0">
              <a:solidFill>
                <a:schemeClr val="accent1"/>
              </a:solidFill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0" y="6292514"/>
            <a:ext cx="12192000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高数复习大会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768590" y="3987800"/>
            <a:ext cx="3406140" cy="2205990"/>
          </a:xfrm>
          <a:prstGeom prst="rect">
            <a:avLst/>
          </a:prstGeom>
        </p:spPr>
      </p:pic>
      <p:pic>
        <p:nvPicPr>
          <p:cNvPr id="7" name="图片 6" descr="高数复习大会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094980" y="1542415"/>
            <a:ext cx="2753360" cy="20656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10590" y="2704465"/>
            <a:ext cx="484568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在班级之外，我也经常帮助班级外的同学解决一些疑问。同时在大一的时候有幸收到程导员的邀请，为全年级同学做了一次高数期中考试的知识点串讲和往年题讲解，帮助同学们更好的进行复习备考，提高自己期中考试的成绩。</a:t>
            </a:r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0" y="3773937"/>
            <a:ext cx="12192000" cy="3084063"/>
          </a:xfrm>
          <a:prstGeom prst="rect">
            <a:avLst/>
          </a:prstGeom>
          <a:blipFill dpi="0" rotWithShape="1">
            <a:blip r:embed="rId1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-73025" y="3664716"/>
            <a:ext cx="12192000" cy="3084063"/>
          </a:xfrm>
          <a:prstGeom prst="rect">
            <a:avLst/>
          </a:prstGeom>
          <a:solidFill>
            <a:schemeClr val="accent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5072973" y="691201"/>
            <a:ext cx="2046054" cy="2046054"/>
            <a:chOff x="952456" y="3218117"/>
            <a:chExt cx="877066" cy="877066"/>
          </a:xfrm>
        </p:grpSpPr>
        <p:sp>
          <p:nvSpPr>
            <p:cNvPr id="16" name="椭圆 15"/>
            <p:cNvSpPr>
              <a:spLocks noChangeArrowheads="1"/>
            </p:cNvSpPr>
            <p:nvPr/>
          </p:nvSpPr>
          <p:spPr bwMode="auto">
            <a:xfrm>
              <a:off x="952456" y="3218117"/>
              <a:ext cx="877066" cy="877066"/>
            </a:xfrm>
            <a:prstGeom prst="ellipse">
              <a:avLst/>
            </a:prstGeom>
            <a:solidFill>
              <a:schemeClr val="accent1"/>
            </a:solidFill>
            <a:ln w="76200" cap="sq" cmpd="sng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zh-CN" sz="240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pic>
          <p:nvPicPr>
            <p:cNvPr id="17" name="Picture 3"/>
            <p:cNvPicPr>
              <a:picLocks noChangeAspect="1" noChangeArrowheads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152087" y="3336646"/>
              <a:ext cx="477805" cy="577521"/>
            </a:xfrm>
            <a:prstGeom prst="rect">
              <a:avLst/>
            </a:prstGeom>
            <a:noFill/>
          </p:spPr>
        </p:pic>
      </p:grpSp>
      <p:sp>
        <p:nvSpPr>
          <p:cNvPr id="3" name="TextBox 37"/>
          <p:cNvSpPr txBox="1"/>
          <p:nvPr/>
        </p:nvSpPr>
        <p:spPr>
          <a:xfrm>
            <a:off x="5073005" y="2878341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科研竞赛</a:t>
            </a:r>
            <a:endParaRPr lang="zh-CN" altLang="en-US" sz="3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03  </a:t>
            </a:r>
            <a:r>
              <a:rPr lang="zh-CN" altLang="en-US" dirty="0">
                <a:sym typeface="+mn-ea"/>
              </a:rPr>
              <a:t>科研竞赛</a:t>
            </a:r>
            <a:endParaRPr lang="zh-CN" altLang="en-US" dirty="0"/>
          </a:p>
        </p:txBody>
      </p:sp>
      <p:sp>
        <p:nvSpPr>
          <p:cNvPr id="3" name="椭圆 2"/>
          <p:cNvSpPr>
            <a:spLocks noChangeArrowheads="1"/>
          </p:cNvSpPr>
          <p:nvPr/>
        </p:nvSpPr>
        <p:spPr bwMode="auto">
          <a:xfrm>
            <a:off x="5420360" y="1152525"/>
            <a:ext cx="1351915" cy="1375410"/>
          </a:xfrm>
          <a:prstGeom prst="ellipse">
            <a:avLst/>
          </a:prstGeom>
          <a:solidFill>
            <a:schemeClr val="accent1"/>
          </a:solidFill>
          <a:ln w="190500" cap="sq" cmpd="sng">
            <a:noFill/>
            <a:round/>
          </a:ln>
        </p:spPr>
        <p:txBody>
          <a:bodyPr lIns="71323" tIns="35662" rIns="71323" bIns="35662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课内积累</a:t>
            </a:r>
            <a:endParaRPr lang="zh-CN" sz="2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0" y="6400796"/>
            <a:ext cx="12192000" cy="0"/>
          </a:xfrm>
          <a:prstGeom prst="line">
            <a:avLst/>
          </a:prstGeom>
          <a:ln w="222250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 descr="单片机1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9775" y="4366895"/>
            <a:ext cx="4170680" cy="1218565"/>
          </a:xfrm>
          <a:prstGeom prst="rect">
            <a:avLst/>
          </a:prstGeom>
        </p:spPr>
      </p:pic>
      <p:pic>
        <p:nvPicPr>
          <p:cNvPr id="14" name="图片 13" descr="课内成绩"/>
          <p:cNvPicPr>
            <a:picLocks noChangeAspect="1"/>
          </p:cNvPicPr>
          <p:nvPr/>
        </p:nvPicPr>
        <p:blipFill>
          <a:blip r:embed="rId2"/>
          <a:srcRect t="64555" r="2677"/>
          <a:stretch>
            <a:fillRect/>
          </a:stretch>
        </p:blipFill>
        <p:spPr>
          <a:xfrm>
            <a:off x="7089775" y="2722245"/>
            <a:ext cx="4403090" cy="127571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806450" y="2859405"/>
            <a:ext cx="429006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大一的我，知识水平尚浅，所以在大一这一年中，我更多进行的是知识的积累：一方面，我认真学习课上讲的知识，取得了</a:t>
            </a:r>
            <a:r>
              <a:rPr lang="en-US" altLang="zh-CN" sz="2000"/>
              <a:t>89.93</a:t>
            </a:r>
            <a:r>
              <a:rPr lang="zh-CN" altLang="en-US" sz="2000"/>
              <a:t>分的加权成绩，在通信专业中排名</a:t>
            </a:r>
            <a:r>
              <a:rPr lang="en-US" altLang="zh-CN" sz="2000"/>
              <a:t>13</a:t>
            </a:r>
            <a:r>
              <a:rPr lang="zh-CN" altLang="en-US" sz="2000"/>
              <a:t>名；同时，我在选择选修课时有针对性的选择了如</a:t>
            </a:r>
            <a:r>
              <a:rPr lang="en-US" altLang="zh-CN" sz="2000"/>
              <a:t>51</a:t>
            </a:r>
            <a:r>
              <a:rPr lang="zh-CN" altLang="en-US" sz="2000"/>
              <a:t>单片机这类比较硬核的课程，为未来参加电子设计竞赛做准备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03  </a:t>
            </a:r>
            <a:r>
              <a:rPr lang="zh-CN" altLang="en-US" dirty="0">
                <a:sym typeface="+mn-ea"/>
              </a:rPr>
              <a:t>科研竞赛</a:t>
            </a:r>
            <a:endParaRPr lang="zh-CN" altLang="en-US" dirty="0"/>
          </a:p>
        </p:txBody>
      </p:sp>
      <p:sp>
        <p:nvSpPr>
          <p:cNvPr id="6" name="椭圆 5"/>
          <p:cNvSpPr>
            <a:spLocks noChangeArrowheads="1"/>
          </p:cNvSpPr>
          <p:nvPr/>
        </p:nvSpPr>
        <p:spPr bwMode="auto">
          <a:xfrm>
            <a:off x="5529481" y="1201414"/>
            <a:ext cx="1133768" cy="1137537"/>
          </a:xfrm>
          <a:prstGeom prst="ellipse">
            <a:avLst/>
          </a:prstGeom>
          <a:solidFill>
            <a:schemeClr val="accent1"/>
          </a:solidFill>
          <a:ln w="190500" cap="sq" cmpd="sng">
            <a:noFill/>
            <a:round/>
          </a:ln>
        </p:spPr>
        <p:txBody>
          <a:bodyPr lIns="71323" tIns="35662" rIns="71323" bIns="35662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课外实践</a:t>
            </a:r>
            <a:endParaRPr lang="zh-CN" sz="2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0" y="6400796"/>
            <a:ext cx="12192000" cy="0"/>
          </a:xfrm>
          <a:prstGeom prst="line">
            <a:avLst/>
          </a:prstGeom>
          <a:ln w="222250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 descr="参观班主任实验室1"/>
          <p:cNvPicPr>
            <a:picLocks noChangeAspect="1"/>
          </p:cNvPicPr>
          <p:nvPr/>
        </p:nvPicPr>
        <p:blipFill>
          <a:blip r:embed="rId1"/>
          <a:srcRect l="-271" t="24599" r="271" b="415"/>
          <a:stretch>
            <a:fillRect/>
          </a:stretch>
        </p:blipFill>
        <p:spPr>
          <a:xfrm>
            <a:off x="7465060" y="3966210"/>
            <a:ext cx="3514725" cy="1976755"/>
          </a:xfrm>
          <a:prstGeom prst="rect">
            <a:avLst/>
          </a:prstGeom>
        </p:spPr>
      </p:pic>
      <p:pic>
        <p:nvPicPr>
          <p:cNvPr id="14" name="图片 13" descr="参观肖老师实验室"/>
          <p:cNvPicPr>
            <a:picLocks noChangeAspect="1"/>
          </p:cNvPicPr>
          <p:nvPr/>
        </p:nvPicPr>
        <p:blipFill>
          <a:blip r:embed="rId2"/>
          <a:srcRect t="12504" b="12504"/>
          <a:stretch>
            <a:fillRect/>
          </a:stretch>
        </p:blipFill>
        <p:spPr>
          <a:xfrm>
            <a:off x="7465060" y="1774190"/>
            <a:ext cx="3515995" cy="197802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33400" y="2691765"/>
            <a:ext cx="532828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在课堂以外，我也经常参加学院和班级组织的实验室参观活动，比如右边的两张图片，分别是参观董娜老师的实验室和学院电工电子实验中心的图片，通过参观实验室，提前认识了实验室的一些器材并熟悉了实验室的环境，为了之后进行一些科研和竞赛做准备。</a:t>
            </a:r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914355" y="221615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p>
            <a:pPr marL="0" algn="l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320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n-ea"/>
              </a:rPr>
              <a:t>03  科研竞赛</a:t>
            </a:r>
            <a:endParaRPr lang="en-US" altLang="zh-CN" sz="3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7" name="图片 16" descr="placingpictureplaceholder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1555234" y="1524012"/>
            <a:ext cx="2829396" cy="1766776"/>
          </a:xfrm>
          <a:prstGeom prst="rect">
            <a:avLst/>
          </a:prstGeom>
        </p:spPr>
      </p:pic>
      <p:pic>
        <p:nvPicPr>
          <p:cNvPr id="18" name="图片 17" descr="placingpictureplaceholder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1555234" y="3386038"/>
            <a:ext cx="2829396" cy="2862399"/>
          </a:xfrm>
          <a:prstGeom prst="rect">
            <a:avLst/>
          </a:prstGeom>
        </p:spPr>
      </p:pic>
      <p:sp>
        <p:nvSpPr>
          <p:cNvPr id="14" name="Title 6"/>
          <p:cNvSpPr txBox="1"/>
          <p:nvPr>
            <p:custDataLst>
              <p:tags r:id="rId6"/>
            </p:custDataLst>
          </p:nvPr>
        </p:nvSpPr>
        <p:spPr>
          <a:xfrm>
            <a:off x="5582285" y="2877820"/>
            <a:ext cx="5678170" cy="274891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fontAlgn="auto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zh-CN" altLang="en-US" sz="2000" spc="18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大一这一年，我尝试与新校区的两位同学一起组队，参加了今年的数学建模大赛，从一开始的校内选拔赛到后来的培训，一直到最后国赛的那3天，我们都一起相互扶持，最终交上了我们自己满意的那份答案。虽然自己确实很菜，但自己在这次的经历之中收获了不少的知识，并且为下年继续参加积累了宝贵的经验</a:t>
            </a:r>
            <a:endParaRPr lang="zh-CN" altLang="en-US" sz="2000" spc="18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椭圆 1"/>
          <p:cNvSpPr>
            <a:spLocks noChangeArrowheads="1"/>
          </p:cNvSpPr>
          <p:nvPr/>
        </p:nvSpPr>
        <p:spPr bwMode="auto">
          <a:xfrm>
            <a:off x="5529481" y="1201414"/>
            <a:ext cx="1133768" cy="1137537"/>
          </a:xfrm>
          <a:prstGeom prst="ellipse">
            <a:avLst/>
          </a:prstGeom>
          <a:solidFill>
            <a:schemeClr val="accent1"/>
          </a:solidFill>
          <a:ln w="190500" cap="sq" cmpd="sng">
            <a:noFill/>
            <a:round/>
          </a:ln>
        </p:spPr>
        <p:txBody>
          <a:bodyPr lIns="71323" tIns="35662" rIns="71323" bIns="35662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sz="2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数模竞赛</a:t>
            </a:r>
            <a:endParaRPr lang="zh-CN" sz="2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0" y="3773937"/>
            <a:ext cx="12192000" cy="3084063"/>
          </a:xfrm>
          <a:prstGeom prst="rect">
            <a:avLst/>
          </a:prstGeom>
          <a:blipFill dpi="0" rotWithShape="1">
            <a:blip r:embed="rId1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0" y="3773936"/>
            <a:ext cx="12192000" cy="3084063"/>
          </a:xfrm>
          <a:prstGeom prst="rect">
            <a:avLst/>
          </a:prstGeom>
          <a:solidFill>
            <a:schemeClr val="accent1">
              <a:alpha val="2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5072973" y="691201"/>
            <a:ext cx="2046054" cy="2046054"/>
            <a:chOff x="952456" y="3218117"/>
            <a:chExt cx="877066" cy="877066"/>
          </a:xfrm>
        </p:grpSpPr>
        <p:sp>
          <p:nvSpPr>
            <p:cNvPr id="16" name="椭圆 15"/>
            <p:cNvSpPr>
              <a:spLocks noChangeArrowheads="1"/>
            </p:cNvSpPr>
            <p:nvPr/>
          </p:nvSpPr>
          <p:spPr bwMode="auto">
            <a:xfrm>
              <a:off x="952456" y="3218117"/>
              <a:ext cx="877066" cy="877066"/>
            </a:xfrm>
            <a:prstGeom prst="ellipse">
              <a:avLst/>
            </a:prstGeom>
            <a:solidFill>
              <a:schemeClr val="accent1"/>
            </a:solidFill>
            <a:ln w="76200" cap="sq" cmpd="sng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zh-CN" sz="240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pic>
          <p:nvPicPr>
            <p:cNvPr id="17" name="Picture 3"/>
            <p:cNvPicPr>
              <a:picLocks noChangeAspect="1" noChangeArrowheads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152087" y="3336646"/>
              <a:ext cx="477805" cy="577521"/>
            </a:xfrm>
            <a:prstGeom prst="rect">
              <a:avLst/>
            </a:prstGeom>
            <a:noFill/>
          </p:spPr>
        </p:pic>
      </p:grpSp>
      <p:sp>
        <p:nvSpPr>
          <p:cNvPr id="3" name="TextBox 37"/>
          <p:cNvSpPr txBox="1"/>
          <p:nvPr/>
        </p:nvSpPr>
        <p:spPr>
          <a:xfrm>
            <a:off x="5089863" y="2932951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实践公益</a:t>
            </a:r>
            <a:endParaRPr lang="zh-CN" altLang="en-US" sz="3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04  </a:t>
            </a:r>
            <a:r>
              <a:rPr lang="zh-CN" altLang="en-US" dirty="0"/>
              <a:t>志愿活动</a:t>
            </a:r>
            <a:endParaRPr lang="zh-CN" altLang="en-US" dirty="0"/>
          </a:p>
        </p:txBody>
      </p:sp>
      <p:grpSp>
        <p:nvGrpSpPr>
          <p:cNvPr id="4" name="Group 4"/>
          <p:cNvGrpSpPr/>
          <p:nvPr/>
        </p:nvGrpSpPr>
        <p:grpSpPr>
          <a:xfrm>
            <a:off x="863196" y="4964129"/>
            <a:ext cx="1571675" cy="1292915"/>
            <a:chOff x="5329238" y="1931988"/>
            <a:chExt cx="550862" cy="498475"/>
          </a:xfrm>
          <a:solidFill>
            <a:schemeClr val="bg2"/>
          </a:solidFill>
        </p:grpSpPr>
        <p:sp>
          <p:nvSpPr>
            <p:cNvPr id="36" name="Freeform 5"/>
            <p:cNvSpPr>
              <a:spLocks noEditPoints="1"/>
            </p:cNvSpPr>
            <p:nvPr/>
          </p:nvSpPr>
          <p:spPr bwMode="auto">
            <a:xfrm>
              <a:off x="5462588" y="2284413"/>
              <a:ext cx="53975" cy="146050"/>
            </a:xfrm>
            <a:custGeom>
              <a:avLst/>
              <a:gdLst>
                <a:gd name="T0" fmla="*/ 3 w 14"/>
                <a:gd name="T1" fmla="*/ 10 h 38"/>
                <a:gd name="T2" fmla="*/ 0 w 14"/>
                <a:gd name="T3" fmla="*/ 15 h 38"/>
                <a:gd name="T4" fmla="*/ 0 w 14"/>
                <a:gd name="T5" fmla="*/ 38 h 38"/>
                <a:gd name="T6" fmla="*/ 14 w 14"/>
                <a:gd name="T7" fmla="*/ 38 h 38"/>
                <a:gd name="T8" fmla="*/ 14 w 14"/>
                <a:gd name="T9" fmla="*/ 2 h 38"/>
                <a:gd name="T10" fmla="*/ 11 w 14"/>
                <a:gd name="T11" fmla="*/ 1 h 38"/>
                <a:gd name="T12" fmla="*/ 3 w 14"/>
                <a:gd name="T13" fmla="*/ 10 h 38"/>
                <a:gd name="T14" fmla="*/ 3 w 14"/>
                <a:gd name="T15" fmla="*/ 10 h 38"/>
                <a:gd name="T16" fmla="*/ 3 w 14"/>
                <a:gd name="T17" fmla="*/ 1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38">
                  <a:moveTo>
                    <a:pt x="3" y="10"/>
                  </a:moveTo>
                  <a:cubicBezTo>
                    <a:pt x="1" y="11"/>
                    <a:pt x="0" y="13"/>
                    <a:pt x="0" y="1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0"/>
                    <a:pt x="13" y="0"/>
                    <a:pt x="11" y="1"/>
                  </a:cubicBezTo>
                  <a:lnTo>
                    <a:pt x="3" y="10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Freeform 6"/>
            <p:cNvSpPr>
              <a:spLocks noEditPoints="1"/>
            </p:cNvSpPr>
            <p:nvPr/>
          </p:nvSpPr>
          <p:spPr bwMode="auto">
            <a:xfrm>
              <a:off x="5688013" y="2200275"/>
              <a:ext cx="49212" cy="230188"/>
            </a:xfrm>
            <a:custGeom>
              <a:avLst/>
              <a:gdLst>
                <a:gd name="T0" fmla="*/ 2 w 13"/>
                <a:gd name="T1" fmla="*/ 10 h 60"/>
                <a:gd name="T2" fmla="*/ 0 w 13"/>
                <a:gd name="T3" fmla="*/ 15 h 60"/>
                <a:gd name="T4" fmla="*/ 0 w 13"/>
                <a:gd name="T5" fmla="*/ 60 h 60"/>
                <a:gd name="T6" fmla="*/ 13 w 13"/>
                <a:gd name="T7" fmla="*/ 60 h 60"/>
                <a:gd name="T8" fmla="*/ 13 w 13"/>
                <a:gd name="T9" fmla="*/ 2 h 60"/>
                <a:gd name="T10" fmla="*/ 11 w 13"/>
                <a:gd name="T11" fmla="*/ 1 h 60"/>
                <a:gd name="T12" fmla="*/ 2 w 13"/>
                <a:gd name="T13" fmla="*/ 10 h 60"/>
                <a:gd name="T14" fmla="*/ 2 w 13"/>
                <a:gd name="T15" fmla="*/ 10 h 60"/>
                <a:gd name="T16" fmla="*/ 2 w 13"/>
                <a:gd name="T17" fmla="*/ 1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60">
                  <a:moveTo>
                    <a:pt x="2" y="10"/>
                  </a:moveTo>
                  <a:cubicBezTo>
                    <a:pt x="1" y="11"/>
                    <a:pt x="0" y="14"/>
                    <a:pt x="0" y="15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13" y="60"/>
                    <a:pt x="13" y="60"/>
                    <a:pt x="13" y="60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3" y="0"/>
                    <a:pt x="12" y="0"/>
                    <a:pt x="11" y="1"/>
                  </a:cubicBezTo>
                  <a:lnTo>
                    <a:pt x="2" y="10"/>
                  </a:lnTo>
                  <a:close/>
                  <a:moveTo>
                    <a:pt x="2" y="10"/>
                  </a:moveTo>
                  <a:cubicBezTo>
                    <a:pt x="2" y="10"/>
                    <a:pt x="2" y="10"/>
                    <a:pt x="2" y="1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Freeform 7"/>
            <p:cNvSpPr>
              <a:spLocks noEditPoints="1"/>
            </p:cNvSpPr>
            <p:nvPr/>
          </p:nvSpPr>
          <p:spPr bwMode="auto">
            <a:xfrm>
              <a:off x="5761038" y="2127250"/>
              <a:ext cx="49212" cy="303213"/>
            </a:xfrm>
            <a:custGeom>
              <a:avLst/>
              <a:gdLst>
                <a:gd name="T0" fmla="*/ 3 w 13"/>
                <a:gd name="T1" fmla="*/ 9 h 79"/>
                <a:gd name="T2" fmla="*/ 0 w 13"/>
                <a:gd name="T3" fmla="*/ 15 h 79"/>
                <a:gd name="T4" fmla="*/ 0 w 13"/>
                <a:gd name="T5" fmla="*/ 79 h 79"/>
                <a:gd name="T6" fmla="*/ 13 w 13"/>
                <a:gd name="T7" fmla="*/ 79 h 79"/>
                <a:gd name="T8" fmla="*/ 13 w 13"/>
                <a:gd name="T9" fmla="*/ 2 h 79"/>
                <a:gd name="T10" fmla="*/ 11 w 13"/>
                <a:gd name="T11" fmla="*/ 1 h 79"/>
                <a:gd name="T12" fmla="*/ 3 w 13"/>
                <a:gd name="T13" fmla="*/ 9 h 79"/>
                <a:gd name="T14" fmla="*/ 3 w 13"/>
                <a:gd name="T15" fmla="*/ 9 h 79"/>
                <a:gd name="T16" fmla="*/ 3 w 13"/>
                <a:gd name="T17" fmla="*/ 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79">
                  <a:moveTo>
                    <a:pt x="3" y="9"/>
                  </a:moveTo>
                  <a:cubicBezTo>
                    <a:pt x="1" y="11"/>
                    <a:pt x="0" y="13"/>
                    <a:pt x="0" y="15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3" y="79"/>
                    <a:pt x="13" y="79"/>
                    <a:pt x="13" y="79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3" y="1"/>
                    <a:pt x="12" y="0"/>
                    <a:pt x="11" y="1"/>
                  </a:cubicBezTo>
                  <a:lnTo>
                    <a:pt x="3" y="9"/>
                  </a:lnTo>
                  <a:close/>
                  <a:moveTo>
                    <a:pt x="3" y="9"/>
                  </a:moveTo>
                  <a:cubicBezTo>
                    <a:pt x="3" y="9"/>
                    <a:pt x="3" y="9"/>
                    <a:pt x="3" y="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 8"/>
            <p:cNvSpPr>
              <a:spLocks noEditPoints="1"/>
            </p:cNvSpPr>
            <p:nvPr/>
          </p:nvSpPr>
          <p:spPr bwMode="auto">
            <a:xfrm>
              <a:off x="5611813" y="2273300"/>
              <a:ext cx="53975" cy="157163"/>
            </a:xfrm>
            <a:custGeom>
              <a:avLst/>
              <a:gdLst>
                <a:gd name="T0" fmla="*/ 3 w 14"/>
                <a:gd name="T1" fmla="*/ 10 h 41"/>
                <a:gd name="T2" fmla="*/ 2 w 14"/>
                <a:gd name="T3" fmla="*/ 11 h 41"/>
                <a:gd name="T4" fmla="*/ 0 w 14"/>
                <a:gd name="T5" fmla="*/ 16 h 41"/>
                <a:gd name="T6" fmla="*/ 0 w 14"/>
                <a:gd name="T7" fmla="*/ 41 h 41"/>
                <a:gd name="T8" fmla="*/ 14 w 14"/>
                <a:gd name="T9" fmla="*/ 41 h 41"/>
                <a:gd name="T10" fmla="*/ 14 w 14"/>
                <a:gd name="T11" fmla="*/ 3 h 41"/>
                <a:gd name="T12" fmla="*/ 11 w 14"/>
                <a:gd name="T13" fmla="*/ 2 h 41"/>
                <a:gd name="T14" fmla="*/ 3 w 14"/>
                <a:gd name="T15" fmla="*/ 10 h 41"/>
                <a:gd name="T16" fmla="*/ 3 w 14"/>
                <a:gd name="T17" fmla="*/ 10 h 41"/>
                <a:gd name="T18" fmla="*/ 3 w 14"/>
                <a:gd name="T19" fmla="*/ 1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41">
                  <a:moveTo>
                    <a:pt x="3" y="10"/>
                  </a:moveTo>
                  <a:cubicBezTo>
                    <a:pt x="3" y="10"/>
                    <a:pt x="2" y="11"/>
                    <a:pt x="2" y="11"/>
                  </a:cubicBezTo>
                  <a:cubicBezTo>
                    <a:pt x="1" y="12"/>
                    <a:pt x="0" y="14"/>
                    <a:pt x="0" y="16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1"/>
                    <a:pt x="13" y="0"/>
                    <a:pt x="11" y="2"/>
                  </a:cubicBezTo>
                  <a:lnTo>
                    <a:pt x="3" y="10"/>
                  </a:lnTo>
                  <a:close/>
                  <a:moveTo>
                    <a:pt x="3" y="10"/>
                  </a:moveTo>
                  <a:cubicBezTo>
                    <a:pt x="3" y="10"/>
                    <a:pt x="3" y="10"/>
                    <a:pt x="3" y="1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Freeform 9"/>
            <p:cNvSpPr>
              <a:spLocks noEditPoints="1"/>
            </p:cNvSpPr>
            <p:nvPr/>
          </p:nvSpPr>
          <p:spPr bwMode="auto">
            <a:xfrm>
              <a:off x="5538788" y="2279650"/>
              <a:ext cx="49212" cy="150813"/>
            </a:xfrm>
            <a:custGeom>
              <a:avLst/>
              <a:gdLst>
                <a:gd name="T0" fmla="*/ 2 w 13"/>
                <a:gd name="T1" fmla="*/ 1 h 39"/>
                <a:gd name="T2" fmla="*/ 0 w 13"/>
                <a:gd name="T3" fmla="*/ 2 h 39"/>
                <a:gd name="T4" fmla="*/ 0 w 13"/>
                <a:gd name="T5" fmla="*/ 39 h 39"/>
                <a:gd name="T6" fmla="*/ 13 w 13"/>
                <a:gd name="T7" fmla="*/ 39 h 39"/>
                <a:gd name="T8" fmla="*/ 13 w 13"/>
                <a:gd name="T9" fmla="*/ 16 h 39"/>
                <a:gd name="T10" fmla="*/ 11 w 13"/>
                <a:gd name="T11" fmla="*/ 10 h 39"/>
                <a:gd name="T12" fmla="*/ 9 w 13"/>
                <a:gd name="T13" fmla="*/ 8 h 39"/>
                <a:gd name="T14" fmla="*/ 2 w 13"/>
                <a:gd name="T15" fmla="*/ 1 h 39"/>
                <a:gd name="T16" fmla="*/ 2 w 13"/>
                <a:gd name="T17" fmla="*/ 1 h 39"/>
                <a:gd name="T18" fmla="*/ 2 w 13"/>
                <a:gd name="T1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39">
                  <a:moveTo>
                    <a:pt x="2" y="1"/>
                  </a:moveTo>
                  <a:cubicBezTo>
                    <a:pt x="1" y="0"/>
                    <a:pt x="0" y="0"/>
                    <a:pt x="0" y="2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4"/>
                    <a:pt x="12" y="11"/>
                    <a:pt x="11" y="10"/>
                  </a:cubicBezTo>
                  <a:cubicBezTo>
                    <a:pt x="9" y="8"/>
                    <a:pt x="9" y="8"/>
                    <a:pt x="9" y="8"/>
                  </a:cubicBezTo>
                  <a:lnTo>
                    <a:pt x="2" y="1"/>
                  </a:lnTo>
                  <a:close/>
                  <a:moveTo>
                    <a:pt x="2" y="1"/>
                  </a:moveTo>
                  <a:cubicBezTo>
                    <a:pt x="2" y="1"/>
                    <a:pt x="2" y="1"/>
                    <a:pt x="2" y="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 10"/>
            <p:cNvSpPr>
              <a:spLocks noEditPoints="1"/>
            </p:cNvSpPr>
            <p:nvPr/>
          </p:nvSpPr>
          <p:spPr bwMode="auto">
            <a:xfrm>
              <a:off x="5381625" y="2357438"/>
              <a:ext cx="58737" cy="73025"/>
            </a:xfrm>
            <a:custGeom>
              <a:avLst/>
              <a:gdLst>
                <a:gd name="T0" fmla="*/ 7 w 15"/>
                <a:gd name="T1" fmla="*/ 8 h 19"/>
                <a:gd name="T2" fmla="*/ 2 w 15"/>
                <a:gd name="T3" fmla="*/ 12 h 19"/>
                <a:gd name="T4" fmla="*/ 0 w 15"/>
                <a:gd name="T5" fmla="*/ 17 h 19"/>
                <a:gd name="T6" fmla="*/ 0 w 15"/>
                <a:gd name="T7" fmla="*/ 19 h 19"/>
                <a:gd name="T8" fmla="*/ 15 w 15"/>
                <a:gd name="T9" fmla="*/ 19 h 19"/>
                <a:gd name="T10" fmla="*/ 15 w 15"/>
                <a:gd name="T11" fmla="*/ 2 h 19"/>
                <a:gd name="T12" fmla="*/ 13 w 15"/>
                <a:gd name="T13" fmla="*/ 1 h 19"/>
                <a:gd name="T14" fmla="*/ 7 w 15"/>
                <a:gd name="T15" fmla="*/ 8 h 19"/>
                <a:gd name="T16" fmla="*/ 7 w 15"/>
                <a:gd name="T17" fmla="*/ 8 h 19"/>
                <a:gd name="T18" fmla="*/ 7 w 15"/>
                <a:gd name="T1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9">
                  <a:moveTo>
                    <a:pt x="7" y="8"/>
                  </a:moveTo>
                  <a:cubicBezTo>
                    <a:pt x="2" y="12"/>
                    <a:pt x="2" y="12"/>
                    <a:pt x="2" y="12"/>
                  </a:cubicBezTo>
                  <a:cubicBezTo>
                    <a:pt x="1" y="13"/>
                    <a:pt x="0" y="15"/>
                    <a:pt x="0" y="17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1"/>
                    <a:pt x="14" y="0"/>
                    <a:pt x="13" y="1"/>
                  </a:cubicBezTo>
                  <a:lnTo>
                    <a:pt x="7" y="8"/>
                  </a:lnTo>
                  <a:close/>
                  <a:moveTo>
                    <a:pt x="7" y="8"/>
                  </a:moveTo>
                  <a:cubicBezTo>
                    <a:pt x="7" y="8"/>
                    <a:pt x="7" y="8"/>
                    <a:pt x="7" y="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 11"/>
            <p:cNvSpPr>
              <a:spLocks noEditPoints="1"/>
            </p:cNvSpPr>
            <p:nvPr/>
          </p:nvSpPr>
          <p:spPr bwMode="auto">
            <a:xfrm>
              <a:off x="5329238" y="1931988"/>
              <a:ext cx="550862" cy="414338"/>
            </a:xfrm>
            <a:custGeom>
              <a:avLst/>
              <a:gdLst>
                <a:gd name="T0" fmla="*/ 142 w 144"/>
                <a:gd name="T1" fmla="*/ 53 h 108"/>
                <a:gd name="T2" fmla="*/ 144 w 144"/>
                <a:gd name="T3" fmla="*/ 52 h 108"/>
                <a:gd name="T4" fmla="*/ 144 w 144"/>
                <a:gd name="T5" fmla="*/ 6 h 108"/>
                <a:gd name="T6" fmla="*/ 138 w 144"/>
                <a:gd name="T7" fmla="*/ 0 h 108"/>
                <a:gd name="T8" fmla="*/ 92 w 144"/>
                <a:gd name="T9" fmla="*/ 0 h 108"/>
                <a:gd name="T10" fmla="*/ 91 w 144"/>
                <a:gd name="T11" fmla="*/ 2 h 108"/>
                <a:gd name="T12" fmla="*/ 108 w 144"/>
                <a:gd name="T13" fmla="*/ 18 h 108"/>
                <a:gd name="T14" fmla="*/ 101 w 144"/>
                <a:gd name="T15" fmla="*/ 25 h 108"/>
                <a:gd name="T16" fmla="*/ 70 w 144"/>
                <a:gd name="T17" fmla="*/ 56 h 108"/>
                <a:gd name="T18" fmla="*/ 54 w 144"/>
                <a:gd name="T19" fmla="*/ 39 h 108"/>
                <a:gd name="T20" fmla="*/ 50 w 144"/>
                <a:gd name="T21" fmla="*/ 39 h 108"/>
                <a:gd name="T22" fmla="*/ 5 w 144"/>
                <a:gd name="T23" fmla="*/ 84 h 108"/>
                <a:gd name="T24" fmla="*/ 5 w 144"/>
                <a:gd name="T25" fmla="*/ 103 h 108"/>
                <a:gd name="T26" fmla="*/ 5 w 144"/>
                <a:gd name="T27" fmla="*/ 103 h 108"/>
                <a:gd name="T28" fmla="*/ 23 w 144"/>
                <a:gd name="T29" fmla="*/ 103 h 108"/>
                <a:gd name="T30" fmla="*/ 52 w 144"/>
                <a:gd name="T31" fmla="*/ 74 h 108"/>
                <a:gd name="T32" fmla="*/ 68 w 144"/>
                <a:gd name="T33" fmla="*/ 90 h 108"/>
                <a:gd name="T34" fmla="*/ 73 w 144"/>
                <a:gd name="T35" fmla="*/ 90 h 108"/>
                <a:gd name="T36" fmla="*/ 126 w 144"/>
                <a:gd name="T37" fmla="*/ 37 h 108"/>
                <a:gd name="T38" fmla="*/ 142 w 144"/>
                <a:gd name="T39" fmla="*/ 53 h 108"/>
                <a:gd name="T40" fmla="*/ 142 w 144"/>
                <a:gd name="T41" fmla="*/ 53 h 108"/>
                <a:gd name="T42" fmla="*/ 142 w 144"/>
                <a:gd name="T43" fmla="*/ 5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4" h="108">
                  <a:moveTo>
                    <a:pt x="142" y="53"/>
                  </a:moveTo>
                  <a:cubicBezTo>
                    <a:pt x="143" y="54"/>
                    <a:pt x="144" y="54"/>
                    <a:pt x="144" y="52"/>
                  </a:cubicBezTo>
                  <a:cubicBezTo>
                    <a:pt x="144" y="6"/>
                    <a:pt x="144" y="6"/>
                    <a:pt x="144" y="6"/>
                  </a:cubicBezTo>
                  <a:cubicBezTo>
                    <a:pt x="144" y="3"/>
                    <a:pt x="141" y="0"/>
                    <a:pt x="138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91" y="0"/>
                    <a:pt x="90" y="1"/>
                    <a:pt x="91" y="2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70" y="56"/>
                    <a:pt x="70" y="56"/>
                    <a:pt x="70" y="56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3" y="38"/>
                    <a:pt x="51" y="38"/>
                    <a:pt x="50" y="39"/>
                  </a:cubicBezTo>
                  <a:cubicBezTo>
                    <a:pt x="5" y="84"/>
                    <a:pt x="5" y="84"/>
                    <a:pt x="5" y="84"/>
                  </a:cubicBezTo>
                  <a:cubicBezTo>
                    <a:pt x="0" y="89"/>
                    <a:pt x="0" y="98"/>
                    <a:pt x="5" y="103"/>
                  </a:cubicBezTo>
                  <a:cubicBezTo>
                    <a:pt x="5" y="103"/>
                    <a:pt x="5" y="103"/>
                    <a:pt x="5" y="103"/>
                  </a:cubicBezTo>
                  <a:cubicBezTo>
                    <a:pt x="10" y="108"/>
                    <a:pt x="18" y="108"/>
                    <a:pt x="23" y="103"/>
                  </a:cubicBezTo>
                  <a:cubicBezTo>
                    <a:pt x="52" y="74"/>
                    <a:pt x="52" y="74"/>
                    <a:pt x="52" y="74"/>
                  </a:cubicBezTo>
                  <a:cubicBezTo>
                    <a:pt x="68" y="90"/>
                    <a:pt x="68" y="90"/>
                    <a:pt x="68" y="90"/>
                  </a:cubicBezTo>
                  <a:cubicBezTo>
                    <a:pt x="69" y="91"/>
                    <a:pt x="71" y="91"/>
                    <a:pt x="73" y="90"/>
                  </a:cubicBezTo>
                  <a:cubicBezTo>
                    <a:pt x="126" y="37"/>
                    <a:pt x="126" y="37"/>
                    <a:pt x="126" y="37"/>
                  </a:cubicBezTo>
                  <a:lnTo>
                    <a:pt x="142" y="53"/>
                  </a:lnTo>
                  <a:close/>
                  <a:moveTo>
                    <a:pt x="142" y="53"/>
                  </a:moveTo>
                  <a:cubicBezTo>
                    <a:pt x="142" y="53"/>
                    <a:pt x="142" y="53"/>
                    <a:pt x="142" y="53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TextBox 27"/>
          <p:cNvSpPr txBox="1"/>
          <p:nvPr/>
        </p:nvSpPr>
        <p:spPr>
          <a:xfrm>
            <a:off x="4746625" y="1544955"/>
            <a:ext cx="2316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GB" sz="2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迎新</a:t>
            </a:r>
            <a:r>
              <a:rPr lang="en-US" altLang="zh-CN" sz="2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“</a:t>
            </a:r>
            <a:r>
              <a:rPr lang="zh-CN" altLang="en-GB" sz="2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奇遇</a:t>
            </a:r>
            <a:r>
              <a:rPr lang="en-US" altLang="zh-CN" sz="2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”</a:t>
            </a:r>
            <a:endParaRPr lang="en-US" altLang="zh-CN" sz="28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3" name="图片 42" descr="迎新准备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14350" y="1043940"/>
            <a:ext cx="2034540" cy="1524000"/>
          </a:xfrm>
          <a:prstGeom prst="rect">
            <a:avLst/>
          </a:prstGeom>
        </p:spPr>
      </p:pic>
      <p:pic>
        <p:nvPicPr>
          <p:cNvPr id="44" name="图片 43" descr="小排合照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058785" y="3884930"/>
            <a:ext cx="3622040" cy="2717800"/>
          </a:xfrm>
          <a:prstGeom prst="rect">
            <a:avLst/>
          </a:prstGeom>
        </p:spPr>
      </p:pic>
      <p:pic>
        <p:nvPicPr>
          <p:cNvPr id="45" name="图片 44" descr="14班合照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12504" b="12504"/>
          <a:stretch>
            <a:fillRect/>
          </a:stretch>
        </p:blipFill>
        <p:spPr>
          <a:xfrm>
            <a:off x="8123555" y="1204238"/>
            <a:ext cx="3557270" cy="2000964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1180465" y="3270885"/>
            <a:ext cx="56642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这个夏天，我报名参加了咱们学校的迎新骨干，并有幸被成功担任，于是便开启了一场迎新的奇遇：</a:t>
            </a:r>
            <a:endParaRPr lang="zh-CN" altLang="en-US"/>
          </a:p>
          <a:p>
            <a:r>
              <a:rPr lang="zh-CN" altLang="en-US"/>
              <a:t>在新同学来之前，我们一起在炮楼为他们准备迎新礼物，一个个信封怀着我们的期待，等待着迎新当天发给新同学。</a:t>
            </a:r>
            <a:endParaRPr lang="zh-CN" altLang="en-US"/>
          </a:p>
          <a:p>
            <a:r>
              <a:rPr lang="zh-CN" altLang="en-US"/>
              <a:t>迎新的两天，我们一起在迎新点迎接他们的到来，虽然当时很累，但看到他们一个个充满活力，对未来的大学生活满怀期待，其实感觉自己做的其实也挺少的。</a:t>
            </a:r>
            <a:endParaRPr lang="zh-CN" altLang="en-US"/>
          </a:p>
          <a:p>
            <a:r>
              <a:rPr lang="zh-CN" altLang="en-US"/>
              <a:t>后来带着他们一起破冰，在</a:t>
            </a:r>
            <a:r>
              <a:rPr lang="en-US" altLang="zh-CN"/>
              <a:t>9</a:t>
            </a:r>
            <a:r>
              <a:rPr lang="zh-CN" altLang="en-US"/>
              <a:t>教前面留下了合影，并在军训期间给他们送去了消暑的食物。一起度过了一段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3950964"/>
            <a:ext cx="12192000" cy="2907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612241"/>
            <a:ext cx="9144000" cy="1260058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答辩完毕  敬请指正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552548"/>
            <a:ext cx="9144000" cy="165576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答辩人：曹原</a:t>
            </a:r>
            <a:endParaRPr lang="zh-CN" altLang="en-US" dirty="0">
              <a:solidFill>
                <a:schemeClr val="accent1"/>
              </a:solidFill>
              <a:latin typeface="+mj-lt"/>
            </a:endParaRPr>
          </a:p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      </a:t>
            </a:r>
            <a:endParaRPr lang="en-US" altLang="zh-CN" dirty="0">
              <a:solidFill>
                <a:schemeClr val="accent1"/>
              </a:solidFill>
              <a:latin typeface="+mj-lt"/>
            </a:endParaRPr>
          </a:p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二〇二一年九月</a:t>
            </a:r>
            <a:endParaRPr lang="zh-CN" altLang="en-US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24000" y="1612241"/>
            <a:ext cx="9144000" cy="150719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tags/tag1.xml><?xml version="1.0" encoding="utf-8"?>
<p:tagLst xmlns:p="http://schemas.openxmlformats.org/presentationml/2006/main">
  <p:tag name="KSO_WM_UNIT_PLACING_PICTURE_USER_VIEWPORT" val="{&quot;height&quot;:3474,&quot;width&quot;:5364}"/>
</p:tagLst>
</file>

<file path=ppt/tags/tag2.xml><?xml version="1.0" encoding="utf-8"?>
<p:tagLst xmlns:p="http://schemas.openxmlformats.org/presentationml/2006/main">
  <p:tag name="KSO_WM_UNIT_PLACING_PICTURE_USER_VIEWPORT" val="{&quot;height&quot;:3253,&quot;width&quot;:4336}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1218_1*a*1"/>
  <p:tag name="KSO_WM_TEMPLATE_CATEGORY" val="diagram"/>
  <p:tag name="KSO_WM_TEMPLATE_INDEX" val="20211218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c72d18932d894cd39d36816eb55806c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7714139eeb6d449ca516ab2e7109cf85"/>
  <p:tag name="KSO_WM_UNIT_TEXT_FILL_FORE_SCHEMECOLOR_INDEX_BRIGHTNESS" val="0"/>
  <p:tag name="KSO_WM_UNIT_TEXT_FILL_FORE_SCHEMECOLOR_INDEX" val="13"/>
  <p:tag name="KSO_WM_UNIT_TEXT_FILL_TYPE" val="1"/>
  <p:tag name="KSO_WM_TEMPLATE_ASSEMBLE_XID" val="60656eaf4054ed1e2fb7fdce"/>
  <p:tag name="KSO_WM_TEMPLATE_ASSEMBLE_GROUPID" val="60656eaf4054ed1e2fb7fdce"/>
</p:tagLst>
</file>

<file path=ppt/tags/tag4.xml><?xml version="1.0" encoding="utf-8"?>
<p:tagLst xmlns:p="http://schemas.openxmlformats.org/presentationml/2006/main">
  <p:tag name="KSO_WM_UNIT_PLACING_PICTURE_USER_VIEWPORT" val="{&quot;height&quot;:2833,&quot;width&quot;:4449}"/>
  <p:tag name="KSO_WM_UNIT_VALUE" val="1311*1100"/>
  <p:tag name="KSO_WM_UNIT_HIGHLIGHT" val="0"/>
  <p:tag name="KSO_WM_UNIT_DIAGRAM_ISNUMVISUAL" val="0"/>
  <p:tag name="KSO_WM_UNIT_DIAGRAM_ISREFERUNIT" val="0"/>
  <p:tag name="KSO_WM_UNIT_TYPE" val="d"/>
  <p:tag name="KSO_WM_UNIT_INDEX" val="1"/>
  <p:tag name="KSO_WM_UNIT_ID" val="diagram20211218_1*d*1"/>
  <p:tag name="KSO_WM_TEMPLATE_CATEGORY" val="diagram"/>
  <p:tag name="KSO_WM_TEMPLATE_INDEX" val="20211218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d6c3b6334bf747a1aa491f51ea820e3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4c2d9d4c1b584cc9bd28213caf2b439f"/>
  <p:tag name="KSO_WM_UNIT_PLACING_PICTURE" val="4c2d9d4c1b584cc9bd28213caf2b439f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TEMPLATE_ASSEMBLE_XID" val="60656eaf4054ed1e2fb7fdce"/>
  <p:tag name="KSO_WM_TEMPLATE_ASSEMBLE_GROUPID" val="60656eaf4054ed1e2fb7fdce"/>
  <p:tag name="KSO_WM_UNIT_PLACING_PICTURE_INFO" val="{&quot;code&quot;:&quot;A&quot;,&quot;full_picture&quot;:true,&quot;last_full_picture&quot;:&quot;A&quot;,&quot;margin&quot;:{&quot;left&quot;:74.471703202320825,&quot;right&quot;:74.759142631870716},&quot;scheme&quot;:&quot;2-0&quot;,&quot;spacing&quot;:5}"/>
  <p:tag name="KSO_WM_UNIT_PLACING_PICTURE_USER_VIEWPORT_SMARTMENU" val="{&quot;height&quot;:2782.3248738524467,&quot;width&quot;:4455.7419700349192}"/>
  <p:tag name="KSO_WM_UNIT_PLACING_PICTURE_USER_RELATIVERECTANGLE_SMARTMENU" val="{&quot;bottom&quot;:0,&quot;left&quot;:0,&quot;right&quot;:0,&quot;top&quot;:0}"/>
</p:tagLst>
</file>

<file path=ppt/tags/tag5.xml><?xml version="1.0" encoding="utf-8"?>
<p:tagLst xmlns:p="http://schemas.openxmlformats.org/presentationml/2006/main">
  <p:tag name="KSO_WM_UNIT_PLACING_PICTURE_USER_VIEWPORT" val="{&quot;height&quot;:4920,&quot;width&quot;:4864}"/>
  <p:tag name="KSO_WM_UNIT_VALUE" val="1311*1100"/>
  <p:tag name="KSO_WM_UNIT_HIGHLIGHT" val="0"/>
  <p:tag name="KSO_WM_UNIT_DIAGRAM_ISNUMVISUAL" val="0"/>
  <p:tag name="KSO_WM_UNIT_DIAGRAM_ISREFERUNIT" val="0"/>
  <p:tag name="KSO_WM_UNIT_TYPE" val="d"/>
  <p:tag name="KSO_WM_UNIT_INDEX" val="1"/>
  <p:tag name="KSO_WM_UNIT_ID" val="diagram20211218_1*d*1"/>
  <p:tag name="KSO_WM_TEMPLATE_CATEGORY" val="diagram"/>
  <p:tag name="KSO_WM_TEMPLATE_INDEX" val="20211218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d6c3b6334bf747a1aa491f51ea820e3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4c2d9d4c1b584cc9bd28213caf2b439f"/>
  <p:tag name="KSO_WM_UNIT_PLACING_PICTURE" val="4c2d9d4c1b584cc9bd28213caf2b439f"/>
  <p:tag name="KSO_WM_UNIT_SUPPORT_UNIT_TYPE" val="[&quot;l&quot;,&quot;m&quot;,&quot;n&quot;,&quot;o&quot;,&quot;p&quot;,&quot;q&quot;,&quot;r&quot;,&quot;δ&quot;,&quot;ε&quot;,&quot;ζ&quot;,&quot;η&quot;,&quot;d&quot;,&quot;α&quot;,&quot;β&quot;,&quot;θ&quot;]"/>
  <p:tag name="KSO_WM_TEMPLATE_ASSEMBLE_XID" val="60656eaf4054ed1e2fb7fdce"/>
  <p:tag name="KSO_WM_TEMPLATE_ASSEMBLE_GROUPID" val="60656eaf4054ed1e2fb7fdce"/>
  <p:tag name="KSO_WM_UNIT_PLACING_PICTURE_INFO" val="{&quot;code&quot;:&quot;A&quot;,&quot;full_picture&quot;:true,&quot;last_full_picture&quot;:&quot;A&quot;,&quot;margin&quot;:{&quot;left&quot;:74.471703202320825,&quot;right&quot;:74.759142631870716},&quot;scheme&quot;:&quot;2-0&quot;,&quot;spacing&quot;:5}"/>
  <p:tag name="KSO_WM_UNIT_PLACING_PICTURE_USER_VIEWPORT_SMARTMENU" val="{&quot;height&quot;:4507.7147989991163,&quot;width&quot;:4455.7419700349192}"/>
  <p:tag name="KSO_WM_UNIT_PLACING_PICTURE_USER_RELATIVERECTANGLE_SMARTMENU" val="{&quot;bottom&quot;:0,&quot;left&quot;:0,&quot;right&quot;:0,&quot;top&quot;:0}"/>
</p:tagLst>
</file>

<file path=ppt/tags/tag6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1218_1*f*1"/>
  <p:tag name="KSO_WM_TEMPLATE_CATEGORY" val="diagram"/>
  <p:tag name="KSO_WM_TEMPLATE_INDEX" val="20211218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60"/>
  <p:tag name="KSO_WM_UNIT_SHOW_EDIT_AREA_INDICATION" val="1"/>
  <p:tag name="KSO_WM_CHIP_GROUPID" val="5e6b05596848fb12bee65ac8"/>
  <p:tag name="KSO_WM_CHIP_XID" val="5e6b05596848fb12bee65aca"/>
  <p:tag name="KSO_WM_UNIT_DEC_AREA_ID" val="56b032ee5a2b429cb39804091e68bd9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5000abd94459434696a893730a3ed2b3"/>
  <p:tag name="KSO_WM_UNIT_TEXT_FILL_FORE_SCHEMECOLOR_INDEX_BRIGHTNESS" val="0.25"/>
  <p:tag name="KSO_WM_UNIT_TEXT_FILL_FORE_SCHEMECOLOR_INDEX" val="13"/>
  <p:tag name="KSO_WM_UNIT_TEXT_FILL_TYPE" val="1"/>
  <p:tag name="KSO_WM_TEMPLATE_ASSEMBLE_XID" val="60656eaf4054ed1e2fb7fdce"/>
  <p:tag name="KSO_WM_TEMPLATE_ASSEMBLE_GROUPID" val="60656eaf4054ed1e2fb7fdce"/>
</p:tagLst>
</file>

<file path=ppt/tags/tag7.xml><?xml version="1.0" encoding="utf-8"?>
<p:tagLst xmlns:p="http://schemas.openxmlformats.org/presentationml/2006/main">
  <p:tag name="KSO_WM_SLIDE_ID" val="diagram20211218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92"/>
  <p:tag name="KSO_WM_SLIDE_POSITION" val="0*0"/>
  <p:tag name="KSO_WM_TAG_VERSION" val="1.0"/>
  <p:tag name="KSO_WM_BEAUTIFY_FLAG" val="#wm#"/>
  <p:tag name="KSO_WM_TEMPLATE_CATEGORY" val="diagram"/>
  <p:tag name="KSO_WM_TEMPLATE_INDEX" val="20211218"/>
  <p:tag name="KSO_WM_SLIDE_LAYOUT" val="a_d_f"/>
  <p:tag name="KSO_WM_SLIDE_LAYOUT_CNT" val="1_1_1"/>
  <p:tag name="KSO_WM_SLIDE_LAYOUT_INFO" val="{&quot;id&quot;:&quot;2021-04-01T15:12:49&quot;,&quot;maxSize&quot;:{&quot;size1&quot;:13.300000000000001},&quot;minSize&quot;:{&quot;size1&quot;:13.300000000000001},&quot;normalSize&quot;:{&quot;size1&quot;:13.300000000000001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2:49&quot;,&quot;margin&quot;:{&quot;bottom&quot;:0.42300000786781311,&quot;left&quot;:1.2699999809265137,&quot;right&quot;:1.2699999809265137,&quot;top&quot;:0.42300000786781311},&quot;type&quot;:0},{&quot;direction&quot;:1,&quot;id&quot;:&quot;2021-04-01T15:12:49&quot;,&quot;maxSize&quot;:{&quot;size1&quot;:44.999602013801145},&quot;minSize&quot;:{&quot;size1&quot;:44.999602013801145},&quot;normalSize&quot;:{&quot;size1&quot;:44.999602013801145},&quot;subLayout&quot;:[{&quot;id&quot;:&quot;2021-04-01T15:12:49&quot;,&quot;margin&quot;:{&quot;bottom&quot;:1.6929999589920044,&quot;left&quot;:1.6929999589920044,&quot;right&quot;:0.42300000786781311,&quot;top&quot;:1.6929999589920044},&quot;type&quot;:0},{&quot;id&quot;:&quot;2021-04-01T15:12:50&quot;,&quot;margin&quot;:{&quot;bottom&quot;:4.6570000648498535,&quot;left&quot;:1.6929999589920044,&quot;right&quot;:2.5399999618530273,&quot;top&quot;:4.6570000648498535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758e478fb0c58a942b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,&quot;carousel&quot;],&quot;support_big_font&quot;:false,&quot;picture_toward&quot;:0,&quot;picture_dockside&quot;:[],&quot;fill_id&quot;:&quot;df211d00301b44f289a234c884187ebb&quot;,&quot;fill_align&quot;:&quot;cm&quot;,&quot;chip_types&quot;:[&quot;diagram&quot;,&quot;pictext&quot;,&quot;picture&quot;,&quot;chart&quot;,&quot;table&quot;,&quot;video&quot;]},{&quot;text_align&quot;:&quot;cm&quot;,&quot;text_direction&quot;:&quot;horizontal&quot;,&quot;support_big_font&quot;:false,&quot;picture_toward&quot;:0,&quot;picture_dockside&quot;:[],&quot;fill_id&quot;:&quot;feb08e9d8d6d4856871473bf6fc0633b&quot;,&quot;fill_align&quot;:&quot;cm&quot;,&quot;chip_types&quot;:[&quot;text&quot;]}]]"/>
  <p:tag name="FIXED_XID_TMP" val="5f5ee1ca4d6848d78f644aeb"/>
  <p:tag name="KSO_WM_SLIDE_CAN_ADD_NAVIGATION" val="1"/>
  <p:tag name="KSO_WM_CHIP_DECFILLPROP" val="[]"/>
  <p:tag name="KSO_WM_CHIP_GROUPID" val="5f5ee1ca4d6848d78f644aeb"/>
  <p:tag name="KSO_WM_SLIDE_BK_DARK_LIGHT" val="2"/>
  <p:tag name="KSO_WM_SLIDE_BACKGROUND_TYPE" val="navigation"/>
  <p:tag name="KSO_WM_SLIDE_SUPPORT_FEATURE_TYPE" val="3"/>
  <p:tag name="KSO_WM_TEMPLATE_ASSEMBLE_XID" val="60656eaf4054ed1e2fb7fdce"/>
  <p:tag name="KSO_WM_TEMPLATE_ASSEMBLE_GROUPID" val="60656eaf4054ed1e2fb7fdce"/>
</p:tagLst>
</file>

<file path=ppt/tags/tag8.xml><?xml version="1.0" encoding="utf-8"?>
<p:tagLst xmlns:p="http://schemas.openxmlformats.org/presentationml/2006/main">
  <p:tag name="KSO_WM_UNIT_PLACING_PICTURE_USER_VIEWPORT" val="{&quot;height&quot;:2400,&quot;width&quot;:3204}"/>
</p:tagLst>
</file>

<file path=ppt/tags/tag9.xml><?xml version="1.0" encoding="utf-8"?>
<p:tagLst xmlns:p="http://schemas.openxmlformats.org/presentationml/2006/main">
  <p:tag name="KSO_WM_UNIT_PLACING_PICTURE_USER_VIEWPORT" val="{&quot;height&quot;:4280,&quot;width&quot;:5704}"/>
</p:tagLst>
</file>

<file path=ppt/tags/tag10.xml><?xml version="1.0" encoding="utf-8"?>
<p:tagLst xmlns:p="http://schemas.openxmlformats.org/presentationml/2006/main">
  <p:tag name="KSO_WM_UNIT_PLACING_PICTURE_USER_VIEWPORT" val="{&quot;height&quot;:4202,&quot;width&quot;:5602}"/>
</p:tagLst>
</file>

<file path=ppt/theme/theme1.xml><?xml version="1.0" encoding="utf-8"?>
<a:theme xmlns:a="http://schemas.openxmlformats.org/drawingml/2006/main" name="Office 主题​​">
  <a:themeElements>
    <a:clrScheme name="自定义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426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426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1329</Words>
  <Application>WPS 演示</Application>
  <PresentationFormat>宽屏</PresentationFormat>
  <Paragraphs>101</Paragraphs>
  <Slides>15</Slides>
  <Notes>24</Notes>
  <HiddenSlides>0</HiddenSlides>
  <MMClips>1</MMClips>
  <ScaleCrop>false</ScaleCrop>
  <HeadingPairs>
    <vt:vector size="6" baseType="variant">
      <vt:variant>
        <vt:lpstr>已用的字体</vt:lpstr>
      </vt:variant>
      <vt:variant>
        <vt:i4>33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50" baseType="lpstr">
      <vt:lpstr>Arial</vt:lpstr>
      <vt:lpstr>宋体</vt:lpstr>
      <vt:lpstr>Wingdings</vt:lpstr>
      <vt:lpstr>汉仪尚巍手书W</vt:lpstr>
      <vt:lpstr>Lato Regular</vt:lpstr>
      <vt:lpstr>SWAstro</vt:lpstr>
      <vt:lpstr>Lato Hairline</vt:lpstr>
      <vt:lpstr>Lato Light</vt:lpstr>
      <vt:lpstr>微软雅黑</vt:lpstr>
      <vt:lpstr>Times New Roman</vt:lpstr>
      <vt:lpstr>造字工房悦黑体验版纤细体</vt:lpstr>
      <vt:lpstr>Arial Unicode MS</vt:lpstr>
      <vt:lpstr>造字工房悦黑（非商用）常规体</vt:lpstr>
      <vt:lpstr>Calibri</vt:lpstr>
      <vt:lpstr>黑体</vt:lpstr>
      <vt:lpstr>造字工房尚雅体演示版常规体</vt:lpstr>
      <vt:lpstr>Impact</vt:lpstr>
      <vt:lpstr>Calibri</vt:lpstr>
      <vt:lpstr>Arial Unicode MS</vt:lpstr>
      <vt:lpstr>等线</vt:lpstr>
      <vt:lpstr>Arial</vt:lpstr>
      <vt:lpstr>方正大黑简体</vt:lpstr>
      <vt:lpstr>Aharoni</vt:lpstr>
      <vt:lpstr>Aharoni</vt:lpstr>
      <vt:lpstr>Lato Hairline</vt:lpstr>
      <vt:lpstr>Lato Light</vt:lpstr>
      <vt:lpstr>Lato Regular</vt:lpstr>
      <vt:lpstr>Wingdings</vt:lpstr>
      <vt:lpstr>方正大黑简体</vt:lpstr>
      <vt:lpstr>汉仪尚巍手书W</vt:lpstr>
      <vt:lpstr>造字工房尚雅体演示版常规体</vt:lpstr>
      <vt:lpstr>造字工房悦黑（非商用）常规体</vt:lpstr>
      <vt:lpstr>Segoe UI</vt:lpstr>
      <vt:lpstr>Office 主题​​</vt:lpstr>
      <vt:lpstr>1_Office 主题​​</vt:lpstr>
      <vt:lpstr>毕业论文答辩PPT模板</vt:lpstr>
      <vt:lpstr>PowerPoint 演示文稿</vt:lpstr>
      <vt:lpstr>PowerPoint 演示文稿</vt:lpstr>
      <vt:lpstr>02  研究方法与思路</vt:lpstr>
      <vt:lpstr>01 个人思想情况</vt:lpstr>
      <vt:lpstr>PowerPoint 演示文稿</vt:lpstr>
      <vt:lpstr>01  绪论</vt:lpstr>
      <vt:lpstr>02 学生工作</vt:lpstr>
      <vt:lpstr>PowerPoint 演示文稿</vt:lpstr>
      <vt:lpstr>03  关键技术</vt:lpstr>
      <vt:lpstr>03  关键技术</vt:lpstr>
      <vt:lpstr>PowerPoint 演示文稿</vt:lpstr>
      <vt:lpstr>PowerPoint 演示文稿</vt:lpstr>
      <vt:lpstr>05  论文总结</vt:lpstr>
      <vt:lpstr>答辩完毕  敬请指正</vt:lpstr>
    </vt:vector>
  </TitlesOfParts>
  <Company>公众号pptnew</Company>
  <LinksUpToDate>false</LinksUpToDate>
  <SharedDoc>false</SharedDoc>
  <HyperlinksChanged>false</HyperlinksChanged>
  <AppVersion>14.0000</AppVersion>
  <Manager>公众号pptnew</Manager>
  <HyperlinkBase>http://www.pptnew.cn/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公众号pptnew</dc:title>
  <dc:creator>公众号pptnew</dc:creator>
  <cp:keywords>公众号pptnew</cp:keywords>
  <dc:description>公众号pptnew</dc:description>
  <dc:subject>公众号pptnew</dc:subject>
  <cp:category>公众号pptnew</cp:category>
  <cp:lastModifiedBy>凌云</cp:lastModifiedBy>
  <cp:revision>6</cp:revision>
  <dcterms:created xsi:type="dcterms:W3CDTF">2018-03-09T07:38:00Z</dcterms:created>
  <dcterms:modified xsi:type="dcterms:W3CDTF">2021-09-16T15:27:58Z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2052-11.1.0.10700</vt:lpwstr>
  </property>
  <property fmtid="{D5CDD505-2E9C-101B-9397-08002B2CF9AE}" pid="3" name="ICV">
    <vt:lpwstr>454C7C27416D4DEC8AA486AD0D57D3A7</vt:lpwstr>
  </property>
</Properties>
</file>